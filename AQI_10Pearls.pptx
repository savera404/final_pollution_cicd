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</p:sldMasterIdLst>
  <p:notesMasterIdLst>
    <p:notesMasterId r:id="rId11"/>
  </p:notesMasterIdLst>
  <p:sldIdLst>
    <p:sldId id="256" r:id="rId2"/>
    <p:sldId id="260" r:id="rId3"/>
    <p:sldId id="264" r:id="rId4"/>
    <p:sldId id="261" r:id="rId5"/>
    <p:sldId id="297" r:id="rId6"/>
    <p:sldId id="262" r:id="rId7"/>
    <p:sldId id="265" r:id="rId8"/>
    <p:sldId id="266" r:id="rId9"/>
    <p:sldId id="273" r:id="rId10"/>
  </p:sldIdLst>
  <p:sldSz cx="9144000" cy="5143500" type="screen16x9"/>
  <p:notesSz cx="6858000" cy="9144000"/>
  <p:embeddedFontLst>
    <p:embeddedFont>
      <p:font typeface="Bebas Neue" panose="020B0604020202020204" charset="0"/>
      <p:regular r:id="rId12"/>
    </p:embeddedFont>
    <p:embeddedFont>
      <p:font typeface="PT Sans" panose="020B0604020202020204" charset="0"/>
      <p:regular r:id="rId13"/>
      <p:bold r:id="rId14"/>
      <p:italic r:id="rId15"/>
      <p:boldItalic r:id="rId16"/>
    </p:embeddedFont>
    <p:embeddedFont>
      <p:font typeface="Vidaloka" panose="020B0604020202020204" charset="0"/>
      <p:regular r:id="rId17"/>
    </p:embeddedFont>
    <p:embeddedFont>
      <p:font typeface="Alata" panose="020B0604020202020204" charset="0"/>
      <p:regular r:id="rId1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FC5185A7-E31A-4651-B0BA-2AAD90A11CA6}">
  <a:tblStyle styleId="{FC5185A7-E31A-4651-B0BA-2AAD90A11CA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EAE0D43D-B5AA-4A55-8B14-64840750491A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81" d="100"/>
          <a:sy n="81" d="100"/>
        </p:scale>
        <p:origin x="1060" y="13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2.fntdata"/><Relationship Id="rId18" Type="http://schemas.openxmlformats.org/officeDocument/2006/relationships/font" Target="fonts/font7.fntdata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font" Target="fonts/font1.fntdata"/><Relationship Id="rId17" Type="http://schemas.openxmlformats.org/officeDocument/2006/relationships/font" Target="fonts/font6.fntdata"/><Relationship Id="rId2" Type="http://schemas.openxmlformats.org/officeDocument/2006/relationships/slide" Target="slides/slide1.xml"/><Relationship Id="rId16" Type="http://schemas.openxmlformats.org/officeDocument/2006/relationships/font" Target="fonts/font5.fntdata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font" Target="fonts/font4.fntdata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3.fntdata"/><Relationship Id="rId22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D26E1DF9-7D4A-4233-B71F-19B690DF8B7A}" type="doc">
      <dgm:prSet loTypeId="urn:microsoft.com/office/officeart/2005/8/layout/defaul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4E72890-FDE6-43F7-B094-9ECF455A96AF}">
      <dgm:prSet phldrT="[Text]"/>
      <dgm:spPr/>
      <dgm:t>
        <a:bodyPr/>
        <a:lstStyle/>
        <a:p>
          <a:r>
            <a:rPr lang="en-US" dirty="0" smtClean="0">
              <a:latin typeface="Alata" panose="020B0604020202020204" charset="0"/>
              <a:cs typeface="Alata" panose="020B0604020202020204" charset="0"/>
            </a:rPr>
            <a:t>Fetch live air pollution data (PM₂.₅, PM₁₀, CO, NO₂, SO₂, O₃).</a:t>
          </a:r>
          <a:endParaRPr lang="en-US" dirty="0">
            <a:latin typeface="Alata" panose="020B0604020202020204" charset="0"/>
            <a:cs typeface="Alata" panose="020B0604020202020204" charset="0"/>
          </a:endParaRPr>
        </a:p>
      </dgm:t>
    </dgm:pt>
    <dgm:pt modelId="{73AA25FC-B848-4DE7-92C9-DED3C8A36595}" type="parTrans" cxnId="{EE6A9542-C778-49CB-AF51-01D9B9894972}">
      <dgm:prSet/>
      <dgm:spPr/>
      <dgm:t>
        <a:bodyPr/>
        <a:lstStyle/>
        <a:p>
          <a:endParaRPr lang="en-US"/>
        </a:p>
      </dgm:t>
    </dgm:pt>
    <dgm:pt modelId="{307F9402-212C-4342-8036-064463F6AF0B}" type="sibTrans" cxnId="{EE6A9542-C778-49CB-AF51-01D9B9894972}">
      <dgm:prSet/>
      <dgm:spPr/>
      <dgm:t>
        <a:bodyPr/>
        <a:lstStyle/>
        <a:p>
          <a:endParaRPr lang="en-US"/>
        </a:p>
      </dgm:t>
    </dgm:pt>
    <dgm:pt modelId="{D9A30B32-E96E-4744-BCB7-489AD35CA812}">
      <dgm:prSet phldrT="[Text]"/>
      <dgm:spPr/>
      <dgm:t>
        <a:bodyPr/>
        <a:lstStyle/>
        <a:p>
          <a:r>
            <a:rPr lang="en-US" b="0" i="0" dirty="0" smtClean="0">
              <a:latin typeface="Alata" panose="020B0604020202020204" charset="0"/>
              <a:cs typeface="Alata" panose="020B0604020202020204" charset="0"/>
            </a:rPr>
            <a:t>Compute AQI using EPA standards.</a:t>
          </a:r>
          <a:endParaRPr lang="en-US" dirty="0">
            <a:latin typeface="Alata" panose="020B0604020202020204" charset="0"/>
            <a:cs typeface="Alata" panose="020B0604020202020204" charset="0"/>
          </a:endParaRPr>
        </a:p>
      </dgm:t>
    </dgm:pt>
    <dgm:pt modelId="{11B54886-B23B-4038-843C-26A1B3A0CE0B}" type="parTrans" cxnId="{A2F19BBF-9707-42A1-BAB9-47F8B1521E0E}">
      <dgm:prSet/>
      <dgm:spPr/>
      <dgm:t>
        <a:bodyPr/>
        <a:lstStyle/>
        <a:p>
          <a:endParaRPr lang="en-US"/>
        </a:p>
      </dgm:t>
    </dgm:pt>
    <dgm:pt modelId="{246E31F4-0860-454F-8475-7C69C47C317E}" type="sibTrans" cxnId="{A2F19BBF-9707-42A1-BAB9-47F8B1521E0E}">
      <dgm:prSet/>
      <dgm:spPr/>
      <dgm:t>
        <a:bodyPr/>
        <a:lstStyle/>
        <a:p>
          <a:endParaRPr lang="en-US"/>
        </a:p>
      </dgm:t>
    </dgm:pt>
    <dgm:pt modelId="{DD80D9EC-088D-4B23-9A2E-10E256514B0F}">
      <dgm:prSet phldrT="[Text]"/>
      <dgm:spPr/>
      <dgm:t>
        <a:bodyPr/>
        <a:lstStyle/>
        <a:p>
          <a:r>
            <a:rPr lang="en-US" b="0" i="0" dirty="0" smtClean="0">
              <a:latin typeface="Alata" panose="020B0604020202020204" charset="0"/>
              <a:cs typeface="Alata" panose="020B0604020202020204" charset="0"/>
            </a:rPr>
            <a:t>Train and predict AQI using machine learning models.</a:t>
          </a:r>
          <a:endParaRPr lang="en-US" dirty="0">
            <a:latin typeface="Alata" panose="020B0604020202020204" charset="0"/>
            <a:cs typeface="Alata" panose="020B0604020202020204" charset="0"/>
          </a:endParaRPr>
        </a:p>
      </dgm:t>
    </dgm:pt>
    <dgm:pt modelId="{A1DC0123-4D00-4482-A38B-B7DD6926A492}" type="parTrans" cxnId="{07EBCED2-ABDF-4B9D-B5E5-5B01ED3F0E5E}">
      <dgm:prSet/>
      <dgm:spPr/>
      <dgm:t>
        <a:bodyPr/>
        <a:lstStyle/>
        <a:p>
          <a:endParaRPr lang="en-US"/>
        </a:p>
      </dgm:t>
    </dgm:pt>
    <dgm:pt modelId="{05CB31C6-70B4-4F6B-B225-85B04E5C38C6}" type="sibTrans" cxnId="{07EBCED2-ABDF-4B9D-B5E5-5B01ED3F0E5E}">
      <dgm:prSet/>
      <dgm:spPr/>
      <dgm:t>
        <a:bodyPr/>
        <a:lstStyle/>
        <a:p>
          <a:endParaRPr lang="en-US"/>
        </a:p>
      </dgm:t>
    </dgm:pt>
    <dgm:pt modelId="{862CCB35-68A2-45CB-BF08-AABECAB543DE}">
      <dgm:prSet phldrT="[Text]"/>
      <dgm:spPr/>
      <dgm:t>
        <a:bodyPr/>
        <a:lstStyle/>
        <a:p>
          <a:r>
            <a:rPr lang="en-US" b="0" i="0" dirty="0" smtClean="0">
              <a:latin typeface="Alata" panose="020B0604020202020204" charset="0"/>
              <a:cs typeface="Alata" panose="020B0604020202020204" charset="0"/>
            </a:rPr>
            <a:t>Automate data fetching, preprocessing, and model retraining.</a:t>
          </a:r>
          <a:endParaRPr lang="en-US" dirty="0">
            <a:latin typeface="Alata" panose="020B0604020202020204" charset="0"/>
            <a:cs typeface="Alata" panose="020B0604020202020204" charset="0"/>
          </a:endParaRPr>
        </a:p>
      </dgm:t>
    </dgm:pt>
    <dgm:pt modelId="{D66052F7-8524-4F5F-AEBB-5F60F66F5C01}" type="parTrans" cxnId="{8B844CFD-F2D9-43E1-AC87-A56C0D1BBD0A}">
      <dgm:prSet/>
      <dgm:spPr/>
      <dgm:t>
        <a:bodyPr/>
        <a:lstStyle/>
        <a:p>
          <a:endParaRPr lang="en-US"/>
        </a:p>
      </dgm:t>
    </dgm:pt>
    <dgm:pt modelId="{5E69A7DA-9969-42E5-85B9-05B0E83CD15D}" type="sibTrans" cxnId="{8B844CFD-F2D9-43E1-AC87-A56C0D1BBD0A}">
      <dgm:prSet/>
      <dgm:spPr/>
      <dgm:t>
        <a:bodyPr/>
        <a:lstStyle/>
        <a:p>
          <a:endParaRPr lang="en-US"/>
        </a:p>
      </dgm:t>
    </dgm:pt>
    <dgm:pt modelId="{4952E5F6-37E4-42E9-91AA-908938E246E0}">
      <dgm:prSet phldrT="[Text]"/>
      <dgm:spPr/>
      <dgm:t>
        <a:bodyPr/>
        <a:lstStyle/>
        <a:p>
          <a:r>
            <a:rPr lang="en-US" b="0" i="0" dirty="0" smtClean="0">
              <a:latin typeface="Alata" panose="020B0604020202020204" charset="0"/>
              <a:cs typeface="Alata" panose="020B0604020202020204" charset="0"/>
            </a:rPr>
            <a:t>Compare predicted vs. actual AQI in real-time.</a:t>
          </a:r>
          <a:endParaRPr lang="en-US" dirty="0">
            <a:latin typeface="Alata" panose="020B0604020202020204" charset="0"/>
            <a:cs typeface="Alata" panose="020B0604020202020204" charset="0"/>
          </a:endParaRPr>
        </a:p>
      </dgm:t>
    </dgm:pt>
    <dgm:pt modelId="{5CFDA859-42EC-4433-8C68-C4702BFED7F6}" type="parTrans" cxnId="{31760744-F339-4398-8B1F-F7C09E912198}">
      <dgm:prSet/>
      <dgm:spPr/>
      <dgm:t>
        <a:bodyPr/>
        <a:lstStyle/>
        <a:p>
          <a:endParaRPr lang="en-US"/>
        </a:p>
      </dgm:t>
    </dgm:pt>
    <dgm:pt modelId="{C78E8DC6-92D4-49FE-8CA3-172B29F3D5D3}" type="sibTrans" cxnId="{31760744-F339-4398-8B1F-F7C09E912198}">
      <dgm:prSet/>
      <dgm:spPr/>
      <dgm:t>
        <a:bodyPr/>
        <a:lstStyle/>
        <a:p>
          <a:endParaRPr lang="en-US"/>
        </a:p>
      </dgm:t>
    </dgm:pt>
    <dgm:pt modelId="{58E33FA9-02C4-4A6B-8AE6-0504F17FC554}">
      <dgm:prSet phldrT="[Text]"/>
      <dgm:spPr/>
      <dgm:t>
        <a:bodyPr/>
        <a:lstStyle/>
        <a:p>
          <a:r>
            <a:rPr lang="en-US" b="0" i="0" dirty="0" smtClean="0">
              <a:latin typeface="Alata" panose="020B0604020202020204" charset="0"/>
              <a:cs typeface="Alata" panose="020B0604020202020204" charset="0"/>
            </a:rPr>
            <a:t>Display results on an interactive </a:t>
          </a:r>
          <a:r>
            <a:rPr lang="en-US" b="0" i="0" dirty="0" err="1" smtClean="0">
              <a:latin typeface="Alata" panose="020B0604020202020204" charset="0"/>
              <a:cs typeface="Alata" panose="020B0604020202020204" charset="0"/>
            </a:rPr>
            <a:t>Streamlit</a:t>
          </a:r>
          <a:r>
            <a:rPr lang="en-US" b="0" i="0" dirty="0" smtClean="0">
              <a:latin typeface="Alata" panose="020B0604020202020204" charset="0"/>
              <a:cs typeface="Alata" panose="020B0604020202020204" charset="0"/>
            </a:rPr>
            <a:t> dashboard.</a:t>
          </a:r>
          <a:endParaRPr lang="en-US" dirty="0">
            <a:latin typeface="Alata" panose="020B0604020202020204" charset="0"/>
            <a:cs typeface="Alata" panose="020B0604020202020204" charset="0"/>
          </a:endParaRPr>
        </a:p>
      </dgm:t>
    </dgm:pt>
    <dgm:pt modelId="{5AA33E27-14F4-40DD-B99B-ADFA8DEED3D7}" type="parTrans" cxnId="{AC06502E-5899-41FA-8724-0FF60AFEA8E7}">
      <dgm:prSet/>
      <dgm:spPr/>
      <dgm:t>
        <a:bodyPr/>
        <a:lstStyle/>
        <a:p>
          <a:endParaRPr lang="en-US"/>
        </a:p>
      </dgm:t>
    </dgm:pt>
    <dgm:pt modelId="{B673C433-E1C5-46EE-8266-008F814829C9}" type="sibTrans" cxnId="{AC06502E-5899-41FA-8724-0FF60AFEA8E7}">
      <dgm:prSet/>
      <dgm:spPr/>
      <dgm:t>
        <a:bodyPr/>
        <a:lstStyle/>
        <a:p>
          <a:endParaRPr lang="en-US"/>
        </a:p>
      </dgm:t>
    </dgm:pt>
    <dgm:pt modelId="{82531834-1B67-46A4-B046-745939A2A60D}" type="pres">
      <dgm:prSet presAssocID="{D26E1DF9-7D4A-4233-B71F-19B690DF8B7A}" presName="diagram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425F1FC1-9AC6-4779-859C-B99048E4F1D3}" type="pres">
      <dgm:prSet presAssocID="{44E72890-FDE6-43F7-B094-9ECF455A96AF}" presName="node" presStyleLbl="node1" presStyleIdx="0" presStyleCnt="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DB0BFA5-1767-4357-B9AC-B6F70DB72146}" type="pres">
      <dgm:prSet presAssocID="{307F9402-212C-4342-8036-064463F6AF0B}" presName="sibTrans" presStyleCnt="0"/>
      <dgm:spPr/>
    </dgm:pt>
    <dgm:pt modelId="{0A79B88A-FC3B-4B72-BEB8-50156B7C1822}" type="pres">
      <dgm:prSet presAssocID="{D9A30B32-E96E-4744-BCB7-489AD35CA812}" presName="node" presStyleLbl="node1" presStyleIdx="1" presStyleCnt="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1EF8E76-323A-4C97-8F56-E4E396DB1E8F}" type="pres">
      <dgm:prSet presAssocID="{246E31F4-0860-454F-8475-7C69C47C317E}" presName="sibTrans" presStyleCnt="0"/>
      <dgm:spPr/>
    </dgm:pt>
    <dgm:pt modelId="{650B6499-546F-4A46-A89D-3B929CEF059B}" type="pres">
      <dgm:prSet presAssocID="{DD80D9EC-088D-4B23-9A2E-10E256514B0F}" presName="node" presStyleLbl="node1" presStyleIdx="2" presStyleCnt="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C5C2B07-EE20-43AC-BED1-047CB6DE02BE}" type="pres">
      <dgm:prSet presAssocID="{05CB31C6-70B4-4F6B-B225-85B04E5C38C6}" presName="sibTrans" presStyleCnt="0"/>
      <dgm:spPr/>
    </dgm:pt>
    <dgm:pt modelId="{7E795EFD-835F-48FE-A17D-AA26ED9AA078}" type="pres">
      <dgm:prSet presAssocID="{862CCB35-68A2-45CB-BF08-AABECAB543DE}" presName="node" presStyleLbl="node1" presStyleIdx="3" presStyleCnt="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9E32334-F252-424D-B126-69F48FEFCE26}" type="pres">
      <dgm:prSet presAssocID="{5E69A7DA-9969-42E5-85B9-05B0E83CD15D}" presName="sibTrans" presStyleCnt="0"/>
      <dgm:spPr/>
    </dgm:pt>
    <dgm:pt modelId="{1FCF7C78-DE93-4950-892C-5F256EB62F66}" type="pres">
      <dgm:prSet presAssocID="{4952E5F6-37E4-42E9-91AA-908938E246E0}" presName="node" presStyleLbl="node1" presStyleIdx="4" presStyleCnt="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3DFC938-F38F-4CEE-9D25-76810ED8CB01}" type="pres">
      <dgm:prSet presAssocID="{C78E8DC6-92D4-49FE-8CA3-172B29F3D5D3}" presName="sibTrans" presStyleCnt="0"/>
      <dgm:spPr/>
    </dgm:pt>
    <dgm:pt modelId="{68D814E7-1007-4553-BAF8-9CA0832BAADB}" type="pres">
      <dgm:prSet presAssocID="{58E33FA9-02C4-4A6B-8AE6-0504F17FC554}" presName="node" presStyleLbl="node1" presStyleIdx="5" presStyleCnt="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7C585801-7090-425E-B6A3-9EED226D5E28}" type="presOf" srcId="{4952E5F6-37E4-42E9-91AA-908938E246E0}" destId="{1FCF7C78-DE93-4950-892C-5F256EB62F66}" srcOrd="0" destOrd="0" presId="urn:microsoft.com/office/officeart/2005/8/layout/default"/>
    <dgm:cxn modelId="{31760744-F339-4398-8B1F-F7C09E912198}" srcId="{D26E1DF9-7D4A-4233-B71F-19B690DF8B7A}" destId="{4952E5F6-37E4-42E9-91AA-908938E246E0}" srcOrd="4" destOrd="0" parTransId="{5CFDA859-42EC-4433-8C68-C4702BFED7F6}" sibTransId="{C78E8DC6-92D4-49FE-8CA3-172B29F3D5D3}"/>
    <dgm:cxn modelId="{EE6A9542-C778-49CB-AF51-01D9B9894972}" srcId="{D26E1DF9-7D4A-4233-B71F-19B690DF8B7A}" destId="{44E72890-FDE6-43F7-B094-9ECF455A96AF}" srcOrd="0" destOrd="0" parTransId="{73AA25FC-B848-4DE7-92C9-DED3C8A36595}" sibTransId="{307F9402-212C-4342-8036-064463F6AF0B}"/>
    <dgm:cxn modelId="{F7F3DF2E-ACA1-4E81-B10B-C39070AA1573}" type="presOf" srcId="{862CCB35-68A2-45CB-BF08-AABECAB543DE}" destId="{7E795EFD-835F-48FE-A17D-AA26ED9AA078}" srcOrd="0" destOrd="0" presId="urn:microsoft.com/office/officeart/2005/8/layout/default"/>
    <dgm:cxn modelId="{6C96E12A-76C0-4C89-BD10-80AAFB3DF114}" type="presOf" srcId="{D26E1DF9-7D4A-4233-B71F-19B690DF8B7A}" destId="{82531834-1B67-46A4-B046-745939A2A60D}" srcOrd="0" destOrd="0" presId="urn:microsoft.com/office/officeart/2005/8/layout/default"/>
    <dgm:cxn modelId="{73D2C697-FE4F-4659-9C48-739C73C87F47}" type="presOf" srcId="{DD80D9EC-088D-4B23-9A2E-10E256514B0F}" destId="{650B6499-546F-4A46-A89D-3B929CEF059B}" srcOrd="0" destOrd="0" presId="urn:microsoft.com/office/officeart/2005/8/layout/default"/>
    <dgm:cxn modelId="{A2F19BBF-9707-42A1-BAB9-47F8B1521E0E}" srcId="{D26E1DF9-7D4A-4233-B71F-19B690DF8B7A}" destId="{D9A30B32-E96E-4744-BCB7-489AD35CA812}" srcOrd="1" destOrd="0" parTransId="{11B54886-B23B-4038-843C-26A1B3A0CE0B}" sibTransId="{246E31F4-0860-454F-8475-7C69C47C317E}"/>
    <dgm:cxn modelId="{EFB9E8F4-1E93-41E9-BA27-F18F71F21FCC}" type="presOf" srcId="{58E33FA9-02C4-4A6B-8AE6-0504F17FC554}" destId="{68D814E7-1007-4553-BAF8-9CA0832BAADB}" srcOrd="0" destOrd="0" presId="urn:microsoft.com/office/officeart/2005/8/layout/default"/>
    <dgm:cxn modelId="{166E77AE-0601-4EC8-BCE4-2ABC01BB2267}" type="presOf" srcId="{D9A30B32-E96E-4744-BCB7-489AD35CA812}" destId="{0A79B88A-FC3B-4B72-BEB8-50156B7C1822}" srcOrd="0" destOrd="0" presId="urn:microsoft.com/office/officeart/2005/8/layout/default"/>
    <dgm:cxn modelId="{8B844CFD-F2D9-43E1-AC87-A56C0D1BBD0A}" srcId="{D26E1DF9-7D4A-4233-B71F-19B690DF8B7A}" destId="{862CCB35-68A2-45CB-BF08-AABECAB543DE}" srcOrd="3" destOrd="0" parTransId="{D66052F7-8524-4F5F-AEBB-5F60F66F5C01}" sibTransId="{5E69A7DA-9969-42E5-85B9-05B0E83CD15D}"/>
    <dgm:cxn modelId="{00F1DB70-CA39-4C5E-9F1B-B35171CCDE84}" type="presOf" srcId="{44E72890-FDE6-43F7-B094-9ECF455A96AF}" destId="{425F1FC1-9AC6-4779-859C-B99048E4F1D3}" srcOrd="0" destOrd="0" presId="urn:microsoft.com/office/officeart/2005/8/layout/default"/>
    <dgm:cxn modelId="{07EBCED2-ABDF-4B9D-B5E5-5B01ED3F0E5E}" srcId="{D26E1DF9-7D4A-4233-B71F-19B690DF8B7A}" destId="{DD80D9EC-088D-4B23-9A2E-10E256514B0F}" srcOrd="2" destOrd="0" parTransId="{A1DC0123-4D00-4482-A38B-B7DD6926A492}" sibTransId="{05CB31C6-70B4-4F6B-B225-85B04E5C38C6}"/>
    <dgm:cxn modelId="{AC06502E-5899-41FA-8724-0FF60AFEA8E7}" srcId="{D26E1DF9-7D4A-4233-B71F-19B690DF8B7A}" destId="{58E33FA9-02C4-4A6B-8AE6-0504F17FC554}" srcOrd="5" destOrd="0" parTransId="{5AA33E27-14F4-40DD-B99B-ADFA8DEED3D7}" sibTransId="{B673C433-E1C5-46EE-8266-008F814829C9}"/>
    <dgm:cxn modelId="{446A66CA-A409-4C0B-9EF4-412FEFDE95D1}" type="presParOf" srcId="{82531834-1B67-46A4-B046-745939A2A60D}" destId="{425F1FC1-9AC6-4779-859C-B99048E4F1D3}" srcOrd="0" destOrd="0" presId="urn:microsoft.com/office/officeart/2005/8/layout/default"/>
    <dgm:cxn modelId="{65D4D9E8-3372-4C65-BA78-45497CF10FAB}" type="presParOf" srcId="{82531834-1B67-46A4-B046-745939A2A60D}" destId="{3DB0BFA5-1767-4357-B9AC-B6F70DB72146}" srcOrd="1" destOrd="0" presId="urn:microsoft.com/office/officeart/2005/8/layout/default"/>
    <dgm:cxn modelId="{48D4F17E-85A3-4EB1-83D8-E8A71FA45A81}" type="presParOf" srcId="{82531834-1B67-46A4-B046-745939A2A60D}" destId="{0A79B88A-FC3B-4B72-BEB8-50156B7C1822}" srcOrd="2" destOrd="0" presId="urn:microsoft.com/office/officeart/2005/8/layout/default"/>
    <dgm:cxn modelId="{02A24B41-1943-44EB-9D90-70E6D22B3555}" type="presParOf" srcId="{82531834-1B67-46A4-B046-745939A2A60D}" destId="{D1EF8E76-323A-4C97-8F56-E4E396DB1E8F}" srcOrd="3" destOrd="0" presId="urn:microsoft.com/office/officeart/2005/8/layout/default"/>
    <dgm:cxn modelId="{A041966D-C4DE-49B4-A81E-2E19D5636F83}" type="presParOf" srcId="{82531834-1B67-46A4-B046-745939A2A60D}" destId="{650B6499-546F-4A46-A89D-3B929CEF059B}" srcOrd="4" destOrd="0" presId="urn:microsoft.com/office/officeart/2005/8/layout/default"/>
    <dgm:cxn modelId="{2CB3505F-EF3C-4F49-B167-AE654103A72C}" type="presParOf" srcId="{82531834-1B67-46A4-B046-745939A2A60D}" destId="{3C5C2B07-EE20-43AC-BED1-047CB6DE02BE}" srcOrd="5" destOrd="0" presId="urn:microsoft.com/office/officeart/2005/8/layout/default"/>
    <dgm:cxn modelId="{A3E20C7F-B7D3-47DB-A100-53962695291B}" type="presParOf" srcId="{82531834-1B67-46A4-B046-745939A2A60D}" destId="{7E795EFD-835F-48FE-A17D-AA26ED9AA078}" srcOrd="6" destOrd="0" presId="urn:microsoft.com/office/officeart/2005/8/layout/default"/>
    <dgm:cxn modelId="{0D9BF314-8565-4E3D-8A2D-7A54D994CD15}" type="presParOf" srcId="{82531834-1B67-46A4-B046-745939A2A60D}" destId="{F9E32334-F252-424D-B126-69F48FEFCE26}" srcOrd="7" destOrd="0" presId="urn:microsoft.com/office/officeart/2005/8/layout/default"/>
    <dgm:cxn modelId="{AB20FE5E-FA59-457D-995E-D5BC6E41B905}" type="presParOf" srcId="{82531834-1B67-46A4-B046-745939A2A60D}" destId="{1FCF7C78-DE93-4950-892C-5F256EB62F66}" srcOrd="8" destOrd="0" presId="urn:microsoft.com/office/officeart/2005/8/layout/default"/>
    <dgm:cxn modelId="{8E6EE498-4ED4-4A5B-99EC-08FF7B6B65AC}" type="presParOf" srcId="{82531834-1B67-46A4-B046-745939A2A60D}" destId="{33DFC938-F38F-4CEE-9D25-76810ED8CB01}" srcOrd="9" destOrd="0" presId="urn:microsoft.com/office/officeart/2005/8/layout/default"/>
    <dgm:cxn modelId="{B71A4606-FF53-40B3-A16A-82A83F00B824}" type="presParOf" srcId="{82531834-1B67-46A4-B046-745939A2A60D}" destId="{68D814E7-1007-4553-BAF8-9CA0832BAADB}" srcOrd="10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25F1FC1-9AC6-4779-859C-B99048E4F1D3}">
      <dsp:nvSpPr>
        <dsp:cNvPr id="0" name=""/>
        <dsp:cNvSpPr/>
      </dsp:nvSpPr>
      <dsp:spPr>
        <a:xfrm>
          <a:off x="847639" y="1234"/>
          <a:ext cx="1850337" cy="111020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500" kern="1200" dirty="0" smtClean="0">
              <a:latin typeface="Alata" panose="020B0604020202020204" charset="0"/>
              <a:cs typeface="Alata" panose="020B0604020202020204" charset="0"/>
            </a:rPr>
            <a:t>Fetch live air pollution data (PM₂.₅, PM₁₀, CO, NO₂, SO₂, O₃).</a:t>
          </a:r>
          <a:endParaRPr lang="en-US" sz="1500" kern="1200" dirty="0">
            <a:latin typeface="Alata" panose="020B0604020202020204" charset="0"/>
            <a:cs typeface="Alata" panose="020B0604020202020204" charset="0"/>
          </a:endParaRPr>
        </a:p>
      </dsp:txBody>
      <dsp:txXfrm>
        <a:off x="847639" y="1234"/>
        <a:ext cx="1850337" cy="1110202"/>
      </dsp:txXfrm>
    </dsp:sp>
    <dsp:sp modelId="{0A79B88A-FC3B-4B72-BEB8-50156B7C1822}">
      <dsp:nvSpPr>
        <dsp:cNvPr id="0" name=""/>
        <dsp:cNvSpPr/>
      </dsp:nvSpPr>
      <dsp:spPr>
        <a:xfrm>
          <a:off x="2883010" y="1234"/>
          <a:ext cx="1850337" cy="111020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500" b="0" i="0" kern="1200" dirty="0" smtClean="0">
              <a:latin typeface="Alata" panose="020B0604020202020204" charset="0"/>
              <a:cs typeface="Alata" panose="020B0604020202020204" charset="0"/>
            </a:rPr>
            <a:t>Compute AQI using EPA standards.</a:t>
          </a:r>
          <a:endParaRPr lang="en-US" sz="1500" kern="1200" dirty="0">
            <a:latin typeface="Alata" panose="020B0604020202020204" charset="0"/>
            <a:cs typeface="Alata" panose="020B0604020202020204" charset="0"/>
          </a:endParaRPr>
        </a:p>
      </dsp:txBody>
      <dsp:txXfrm>
        <a:off x="2883010" y="1234"/>
        <a:ext cx="1850337" cy="1110202"/>
      </dsp:txXfrm>
    </dsp:sp>
    <dsp:sp modelId="{650B6499-546F-4A46-A89D-3B929CEF059B}">
      <dsp:nvSpPr>
        <dsp:cNvPr id="0" name=""/>
        <dsp:cNvSpPr/>
      </dsp:nvSpPr>
      <dsp:spPr>
        <a:xfrm>
          <a:off x="847639" y="1296470"/>
          <a:ext cx="1850337" cy="111020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500" b="0" i="0" kern="1200" dirty="0" smtClean="0">
              <a:latin typeface="Alata" panose="020B0604020202020204" charset="0"/>
              <a:cs typeface="Alata" panose="020B0604020202020204" charset="0"/>
            </a:rPr>
            <a:t>Train and predict AQI using machine learning models.</a:t>
          </a:r>
          <a:endParaRPr lang="en-US" sz="1500" kern="1200" dirty="0">
            <a:latin typeface="Alata" panose="020B0604020202020204" charset="0"/>
            <a:cs typeface="Alata" panose="020B0604020202020204" charset="0"/>
          </a:endParaRPr>
        </a:p>
      </dsp:txBody>
      <dsp:txXfrm>
        <a:off x="847639" y="1296470"/>
        <a:ext cx="1850337" cy="1110202"/>
      </dsp:txXfrm>
    </dsp:sp>
    <dsp:sp modelId="{7E795EFD-835F-48FE-A17D-AA26ED9AA078}">
      <dsp:nvSpPr>
        <dsp:cNvPr id="0" name=""/>
        <dsp:cNvSpPr/>
      </dsp:nvSpPr>
      <dsp:spPr>
        <a:xfrm>
          <a:off x="2883010" y="1296470"/>
          <a:ext cx="1850337" cy="111020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500" b="0" i="0" kern="1200" dirty="0" smtClean="0">
              <a:latin typeface="Alata" panose="020B0604020202020204" charset="0"/>
              <a:cs typeface="Alata" panose="020B0604020202020204" charset="0"/>
            </a:rPr>
            <a:t>Automate data fetching, preprocessing, and model retraining.</a:t>
          </a:r>
          <a:endParaRPr lang="en-US" sz="1500" kern="1200" dirty="0">
            <a:latin typeface="Alata" panose="020B0604020202020204" charset="0"/>
            <a:cs typeface="Alata" panose="020B0604020202020204" charset="0"/>
          </a:endParaRPr>
        </a:p>
      </dsp:txBody>
      <dsp:txXfrm>
        <a:off x="2883010" y="1296470"/>
        <a:ext cx="1850337" cy="1110202"/>
      </dsp:txXfrm>
    </dsp:sp>
    <dsp:sp modelId="{1FCF7C78-DE93-4950-892C-5F256EB62F66}">
      <dsp:nvSpPr>
        <dsp:cNvPr id="0" name=""/>
        <dsp:cNvSpPr/>
      </dsp:nvSpPr>
      <dsp:spPr>
        <a:xfrm>
          <a:off x="847639" y="2591706"/>
          <a:ext cx="1850337" cy="111020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500" b="0" i="0" kern="1200" dirty="0" smtClean="0">
              <a:latin typeface="Alata" panose="020B0604020202020204" charset="0"/>
              <a:cs typeface="Alata" panose="020B0604020202020204" charset="0"/>
            </a:rPr>
            <a:t>Compare predicted vs. actual AQI in real-time.</a:t>
          </a:r>
          <a:endParaRPr lang="en-US" sz="1500" kern="1200" dirty="0">
            <a:latin typeface="Alata" panose="020B0604020202020204" charset="0"/>
            <a:cs typeface="Alata" panose="020B0604020202020204" charset="0"/>
          </a:endParaRPr>
        </a:p>
      </dsp:txBody>
      <dsp:txXfrm>
        <a:off x="847639" y="2591706"/>
        <a:ext cx="1850337" cy="1110202"/>
      </dsp:txXfrm>
    </dsp:sp>
    <dsp:sp modelId="{68D814E7-1007-4553-BAF8-9CA0832BAADB}">
      <dsp:nvSpPr>
        <dsp:cNvPr id="0" name=""/>
        <dsp:cNvSpPr/>
      </dsp:nvSpPr>
      <dsp:spPr>
        <a:xfrm>
          <a:off x="2883010" y="2591706"/>
          <a:ext cx="1850337" cy="111020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500" b="0" i="0" kern="1200" dirty="0" smtClean="0">
              <a:latin typeface="Alata" panose="020B0604020202020204" charset="0"/>
              <a:cs typeface="Alata" panose="020B0604020202020204" charset="0"/>
            </a:rPr>
            <a:t>Display results on an interactive </a:t>
          </a:r>
          <a:r>
            <a:rPr lang="en-US" sz="1500" b="0" i="0" kern="1200" dirty="0" err="1" smtClean="0">
              <a:latin typeface="Alata" panose="020B0604020202020204" charset="0"/>
              <a:cs typeface="Alata" panose="020B0604020202020204" charset="0"/>
            </a:rPr>
            <a:t>Streamlit</a:t>
          </a:r>
          <a:r>
            <a:rPr lang="en-US" sz="1500" b="0" i="0" kern="1200" dirty="0" smtClean="0">
              <a:latin typeface="Alata" panose="020B0604020202020204" charset="0"/>
              <a:cs typeface="Alata" panose="020B0604020202020204" charset="0"/>
            </a:rPr>
            <a:t> dashboard.</a:t>
          </a:r>
          <a:endParaRPr lang="en-US" sz="1500" kern="1200" dirty="0">
            <a:latin typeface="Alata" panose="020B0604020202020204" charset="0"/>
            <a:cs typeface="Alata" panose="020B0604020202020204" charset="0"/>
          </a:endParaRPr>
        </a:p>
      </dsp:txBody>
      <dsp:txXfrm>
        <a:off x="2883010" y="2591706"/>
        <a:ext cx="1850337" cy="111020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32" name="Google Shape;2623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33" name="Google Shape;2623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33" name="Google Shape;26433;g111e7c571f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34" name="Google Shape;26434;g111e7c571f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14" name="Google Shape;26914;g21258269c9b_0_2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15" name="Google Shape;26915;g21258269c9b_0_2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43" name="Google Shape;26743;g21258269c9b_0_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44" name="Google Shape;26744;g21258269c9b_0_1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43" name="Google Shape;26743;g21258269c9b_0_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44" name="Google Shape;26744;g21258269c9b_0_1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58221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44" name="Google Shape;26844;g21258269c9b_0_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45" name="Google Shape;26845;g21258269c9b_0_1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" name="Google Shape;26931;g11e375b9f55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32" name="Google Shape;26932;g11e375b9f55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62" name="Google Shape;26962;g11e375b9f55_0_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63" name="Google Shape;26963;g11e375b9f55_0_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1" name="Google Shape;27171;g11360713c04_0_3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72" name="Google Shape;27172;g11360713c04_0_3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15250" y="4176375"/>
            <a:ext cx="9183300" cy="103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475775" y="876400"/>
            <a:ext cx="6023700" cy="179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2319200" y="2747450"/>
            <a:ext cx="4336800" cy="3657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13" name="Google Shape;13;p2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5" name="Google Shape;1215;p2"/>
          <p:cNvSpPr/>
          <p:nvPr/>
        </p:nvSpPr>
        <p:spPr>
          <a:xfrm>
            <a:off x="1294097" y="-12361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6" name="Google Shape;1216;p2"/>
          <p:cNvSpPr/>
          <p:nvPr/>
        </p:nvSpPr>
        <p:spPr>
          <a:xfrm>
            <a:off x="-590300" y="-4894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7" name="Google Shape;1217;p2"/>
          <p:cNvSpPr/>
          <p:nvPr/>
        </p:nvSpPr>
        <p:spPr>
          <a:xfrm>
            <a:off x="3508228" y="-865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2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4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7" y="13490"/>
                </a:cubicBezTo>
                <a:cubicBezTo>
                  <a:pt x="35657" y="13490"/>
                  <a:pt x="34796" y="13065"/>
                  <a:pt x="34212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7" y="13424"/>
                  <a:pt x="28874" y="12931"/>
                </a:cubicBezTo>
                <a:cubicBezTo>
                  <a:pt x="28403" y="13096"/>
                  <a:pt x="27896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3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6" y="12311"/>
                </a:cubicBezTo>
                <a:cubicBezTo>
                  <a:pt x="17270" y="13396"/>
                  <a:pt x="15957" y="14097"/>
                  <a:pt x="14481" y="14097"/>
                </a:cubicBezTo>
                <a:cubicBezTo>
                  <a:pt x="13318" y="14097"/>
                  <a:pt x="12256" y="13663"/>
                  <a:pt x="11449" y="12948"/>
                </a:cubicBezTo>
                <a:cubicBezTo>
                  <a:pt x="10786" y="13729"/>
                  <a:pt x="9798" y="14223"/>
                  <a:pt x="8694" y="14223"/>
                </a:cubicBezTo>
                <a:cubicBezTo>
                  <a:pt x="7109" y="14223"/>
                  <a:pt x="5764" y="13203"/>
                  <a:pt x="5275" y="11783"/>
                </a:cubicBezTo>
                <a:cubicBezTo>
                  <a:pt x="5076" y="13051"/>
                  <a:pt x="3979" y="14021"/>
                  <a:pt x="2654" y="14021"/>
                </a:cubicBezTo>
                <a:cubicBezTo>
                  <a:pt x="1190" y="14021"/>
                  <a:pt x="0" y="12834"/>
                  <a:pt x="0" y="11368"/>
                </a:cubicBezTo>
                <a:cubicBezTo>
                  <a:pt x="0" y="10730"/>
                  <a:pt x="226" y="10143"/>
                  <a:pt x="602" y="9684"/>
                </a:cubicBezTo>
                <a:cubicBezTo>
                  <a:pt x="321" y="9271"/>
                  <a:pt x="159" y="8773"/>
                  <a:pt x="159" y="8237"/>
                </a:cubicBezTo>
                <a:cubicBezTo>
                  <a:pt x="159" y="6813"/>
                  <a:pt x="1312" y="5659"/>
                  <a:pt x="2735" y="5659"/>
                </a:cubicBezTo>
                <a:cubicBezTo>
                  <a:pt x="3235" y="5659"/>
                  <a:pt x="3701" y="5802"/>
                  <a:pt x="4096" y="6047"/>
                </a:cubicBezTo>
                <a:cubicBezTo>
                  <a:pt x="4511" y="4710"/>
                  <a:pt x="5759" y="3738"/>
                  <a:pt x="7233" y="3738"/>
                </a:cubicBezTo>
                <a:cubicBezTo>
                  <a:pt x="8076" y="3738"/>
                  <a:pt x="8843" y="4056"/>
                  <a:pt x="9423" y="4575"/>
                </a:cubicBezTo>
                <a:cubicBezTo>
                  <a:pt x="9982" y="4026"/>
                  <a:pt x="10749" y="3688"/>
                  <a:pt x="11594" y="3688"/>
                </a:cubicBezTo>
                <a:cubicBezTo>
                  <a:pt x="12283" y="3688"/>
                  <a:pt x="12919" y="3913"/>
                  <a:pt x="13433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7" y="1"/>
                  <a:pt x="21721" y="1445"/>
                  <a:pt x="22194" y="3390"/>
                </a:cubicBezTo>
                <a:cubicBezTo>
                  <a:pt x="22738" y="2928"/>
                  <a:pt x="23433" y="2650"/>
                  <a:pt x="24188" y="2650"/>
                </a:cubicBezTo>
                <a:cubicBezTo>
                  <a:pt x="24886" y="2650"/>
                  <a:pt x="25531" y="2887"/>
                  <a:pt x="26054" y="3287"/>
                </a:cubicBezTo>
                <a:cubicBezTo>
                  <a:pt x="26599" y="2305"/>
                  <a:pt x="27647" y="1640"/>
                  <a:pt x="28850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7" y="3678"/>
                  <a:pt x="32530" y="3637"/>
                  <a:pt x="32882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8" name="Google Shape;1218;p2"/>
          <p:cNvSpPr/>
          <p:nvPr/>
        </p:nvSpPr>
        <p:spPr>
          <a:xfrm>
            <a:off x="6444579" y="-865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9" name="Google Shape;1219;p2"/>
          <p:cNvGrpSpPr/>
          <p:nvPr/>
        </p:nvGrpSpPr>
        <p:grpSpPr>
          <a:xfrm>
            <a:off x="3146423" y="3180286"/>
            <a:ext cx="6481700" cy="1249395"/>
            <a:chOff x="3135960" y="3548873"/>
            <a:chExt cx="6152539" cy="1185947"/>
          </a:xfrm>
        </p:grpSpPr>
        <p:sp>
          <p:nvSpPr>
            <p:cNvPr id="1220" name="Google Shape;1220;p2"/>
            <p:cNvSpPr/>
            <p:nvPr/>
          </p:nvSpPr>
          <p:spPr>
            <a:xfrm flipH="1">
              <a:off x="3135960" y="3548873"/>
              <a:ext cx="3135794" cy="1185947"/>
            </a:xfrm>
            <a:custGeom>
              <a:avLst/>
              <a:gdLst/>
              <a:ahLst/>
              <a:cxnLst/>
              <a:rect l="l" t="t" r="r" b="b"/>
              <a:pathLst>
                <a:path w="23657" h="8947" extrusionOk="0">
                  <a:moveTo>
                    <a:pt x="19545" y="2162"/>
                  </a:moveTo>
                  <a:cubicBezTo>
                    <a:pt x="20838" y="2162"/>
                    <a:pt x="21899" y="3080"/>
                    <a:pt x="22001" y="4247"/>
                  </a:cubicBezTo>
                  <a:cubicBezTo>
                    <a:pt x="22934" y="4364"/>
                    <a:pt x="23656" y="5160"/>
                    <a:pt x="23656" y="6126"/>
                  </a:cubicBezTo>
                  <a:cubicBezTo>
                    <a:pt x="23656" y="7170"/>
                    <a:pt x="22810" y="8017"/>
                    <a:pt x="21765" y="8017"/>
                  </a:cubicBezTo>
                  <a:cubicBezTo>
                    <a:pt x="21194" y="8017"/>
                    <a:pt x="20682" y="7765"/>
                    <a:pt x="20335" y="7365"/>
                  </a:cubicBezTo>
                  <a:cubicBezTo>
                    <a:pt x="19903" y="7848"/>
                    <a:pt x="19273" y="8152"/>
                    <a:pt x="18572" y="8152"/>
                  </a:cubicBezTo>
                  <a:cubicBezTo>
                    <a:pt x="18044" y="8152"/>
                    <a:pt x="17556" y="7978"/>
                    <a:pt x="17160" y="7685"/>
                  </a:cubicBezTo>
                  <a:cubicBezTo>
                    <a:pt x="16880" y="7783"/>
                    <a:pt x="16580" y="7836"/>
                    <a:pt x="16267" y="7836"/>
                  </a:cubicBezTo>
                  <a:cubicBezTo>
                    <a:pt x="16093" y="7836"/>
                    <a:pt x="15924" y="7820"/>
                    <a:pt x="15759" y="7788"/>
                  </a:cubicBezTo>
                  <a:cubicBezTo>
                    <a:pt x="15217" y="8493"/>
                    <a:pt x="14367" y="8947"/>
                    <a:pt x="13408" y="8947"/>
                  </a:cubicBezTo>
                  <a:cubicBezTo>
                    <a:pt x="12251" y="8947"/>
                    <a:pt x="11248" y="8283"/>
                    <a:pt x="10761" y="7315"/>
                  </a:cubicBezTo>
                  <a:cubicBezTo>
                    <a:pt x="10264" y="7960"/>
                    <a:pt x="9485" y="8376"/>
                    <a:pt x="8606" y="8376"/>
                  </a:cubicBezTo>
                  <a:cubicBezTo>
                    <a:pt x="7915" y="8376"/>
                    <a:pt x="7284" y="8118"/>
                    <a:pt x="6804" y="7693"/>
                  </a:cubicBezTo>
                  <a:cubicBezTo>
                    <a:pt x="6411" y="8157"/>
                    <a:pt x="5823" y="8452"/>
                    <a:pt x="5167" y="8452"/>
                  </a:cubicBezTo>
                  <a:cubicBezTo>
                    <a:pt x="4227" y="8452"/>
                    <a:pt x="3426" y="7845"/>
                    <a:pt x="3136" y="7001"/>
                  </a:cubicBezTo>
                  <a:cubicBezTo>
                    <a:pt x="3017" y="7754"/>
                    <a:pt x="2365" y="8330"/>
                    <a:pt x="1577" y="8330"/>
                  </a:cubicBezTo>
                  <a:cubicBezTo>
                    <a:pt x="707" y="8330"/>
                    <a:pt x="0" y="7625"/>
                    <a:pt x="0" y="6753"/>
                  </a:cubicBezTo>
                  <a:cubicBezTo>
                    <a:pt x="0" y="6374"/>
                    <a:pt x="135" y="6025"/>
                    <a:pt x="358" y="5754"/>
                  </a:cubicBezTo>
                  <a:cubicBezTo>
                    <a:pt x="191" y="5509"/>
                    <a:pt x="94" y="5212"/>
                    <a:pt x="94" y="4894"/>
                  </a:cubicBezTo>
                  <a:cubicBezTo>
                    <a:pt x="94" y="4048"/>
                    <a:pt x="779" y="3361"/>
                    <a:pt x="1626" y="3361"/>
                  </a:cubicBezTo>
                  <a:cubicBezTo>
                    <a:pt x="1922" y="3361"/>
                    <a:pt x="2199" y="3445"/>
                    <a:pt x="2434" y="3592"/>
                  </a:cubicBezTo>
                  <a:cubicBezTo>
                    <a:pt x="2681" y="2797"/>
                    <a:pt x="3421" y="2220"/>
                    <a:pt x="4299" y="2220"/>
                  </a:cubicBezTo>
                  <a:cubicBezTo>
                    <a:pt x="4798" y="2220"/>
                    <a:pt x="5255" y="2408"/>
                    <a:pt x="5600" y="2718"/>
                  </a:cubicBezTo>
                  <a:cubicBezTo>
                    <a:pt x="5932" y="2391"/>
                    <a:pt x="6388" y="2190"/>
                    <a:pt x="6890" y="2190"/>
                  </a:cubicBezTo>
                  <a:cubicBezTo>
                    <a:pt x="7300" y="2190"/>
                    <a:pt x="7678" y="2324"/>
                    <a:pt x="7983" y="2551"/>
                  </a:cubicBezTo>
                  <a:cubicBezTo>
                    <a:pt x="8031" y="1134"/>
                    <a:pt x="9196" y="0"/>
                    <a:pt x="10624" y="0"/>
                  </a:cubicBezTo>
                  <a:cubicBezTo>
                    <a:pt x="11868" y="0"/>
                    <a:pt x="12910" y="859"/>
                    <a:pt x="13191" y="2015"/>
                  </a:cubicBezTo>
                  <a:cubicBezTo>
                    <a:pt x="13515" y="1741"/>
                    <a:pt x="13926" y="1575"/>
                    <a:pt x="14376" y="1575"/>
                  </a:cubicBezTo>
                  <a:cubicBezTo>
                    <a:pt x="14791" y="1575"/>
                    <a:pt x="15174" y="1717"/>
                    <a:pt x="15485" y="1953"/>
                  </a:cubicBezTo>
                  <a:cubicBezTo>
                    <a:pt x="15808" y="1370"/>
                    <a:pt x="16432" y="974"/>
                    <a:pt x="17147" y="974"/>
                  </a:cubicBezTo>
                  <a:cubicBezTo>
                    <a:pt x="17970" y="974"/>
                    <a:pt x="18671" y="1497"/>
                    <a:pt x="18935" y="2231"/>
                  </a:cubicBezTo>
                  <a:cubicBezTo>
                    <a:pt x="19132" y="2186"/>
                    <a:pt x="19335" y="2162"/>
                    <a:pt x="19545" y="2162"/>
                  </a:cubicBezTo>
                  <a:close/>
                </a:path>
              </a:pathLst>
            </a:custGeom>
            <a:solidFill>
              <a:srgbClr val="8E5999">
                <a:alpha val="13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6152705" y="3548873"/>
              <a:ext cx="3135794" cy="1185947"/>
            </a:xfrm>
            <a:custGeom>
              <a:avLst/>
              <a:gdLst/>
              <a:ahLst/>
              <a:cxnLst/>
              <a:rect l="l" t="t" r="r" b="b"/>
              <a:pathLst>
                <a:path w="23657" h="8947" extrusionOk="0">
                  <a:moveTo>
                    <a:pt x="19545" y="2162"/>
                  </a:moveTo>
                  <a:cubicBezTo>
                    <a:pt x="20838" y="2162"/>
                    <a:pt x="21899" y="3080"/>
                    <a:pt x="22001" y="4247"/>
                  </a:cubicBezTo>
                  <a:cubicBezTo>
                    <a:pt x="22934" y="4364"/>
                    <a:pt x="23656" y="5160"/>
                    <a:pt x="23656" y="6126"/>
                  </a:cubicBezTo>
                  <a:cubicBezTo>
                    <a:pt x="23656" y="7170"/>
                    <a:pt x="22810" y="8017"/>
                    <a:pt x="21765" y="8017"/>
                  </a:cubicBezTo>
                  <a:cubicBezTo>
                    <a:pt x="21194" y="8017"/>
                    <a:pt x="20682" y="7765"/>
                    <a:pt x="20335" y="7365"/>
                  </a:cubicBezTo>
                  <a:cubicBezTo>
                    <a:pt x="19903" y="7848"/>
                    <a:pt x="19273" y="8152"/>
                    <a:pt x="18572" y="8152"/>
                  </a:cubicBezTo>
                  <a:cubicBezTo>
                    <a:pt x="18044" y="8152"/>
                    <a:pt x="17556" y="7978"/>
                    <a:pt x="17160" y="7685"/>
                  </a:cubicBezTo>
                  <a:cubicBezTo>
                    <a:pt x="16880" y="7783"/>
                    <a:pt x="16580" y="7836"/>
                    <a:pt x="16267" y="7836"/>
                  </a:cubicBezTo>
                  <a:cubicBezTo>
                    <a:pt x="16093" y="7836"/>
                    <a:pt x="15924" y="7820"/>
                    <a:pt x="15759" y="7788"/>
                  </a:cubicBezTo>
                  <a:cubicBezTo>
                    <a:pt x="15217" y="8493"/>
                    <a:pt x="14367" y="8947"/>
                    <a:pt x="13408" y="8947"/>
                  </a:cubicBezTo>
                  <a:cubicBezTo>
                    <a:pt x="12251" y="8947"/>
                    <a:pt x="11248" y="8283"/>
                    <a:pt x="10761" y="7315"/>
                  </a:cubicBezTo>
                  <a:cubicBezTo>
                    <a:pt x="10264" y="7960"/>
                    <a:pt x="9485" y="8376"/>
                    <a:pt x="8606" y="8376"/>
                  </a:cubicBezTo>
                  <a:cubicBezTo>
                    <a:pt x="7915" y="8376"/>
                    <a:pt x="7284" y="8118"/>
                    <a:pt x="6804" y="7693"/>
                  </a:cubicBezTo>
                  <a:cubicBezTo>
                    <a:pt x="6411" y="8157"/>
                    <a:pt x="5823" y="8452"/>
                    <a:pt x="5167" y="8452"/>
                  </a:cubicBezTo>
                  <a:cubicBezTo>
                    <a:pt x="4227" y="8452"/>
                    <a:pt x="3426" y="7845"/>
                    <a:pt x="3136" y="7001"/>
                  </a:cubicBezTo>
                  <a:cubicBezTo>
                    <a:pt x="3017" y="7754"/>
                    <a:pt x="2365" y="8330"/>
                    <a:pt x="1577" y="8330"/>
                  </a:cubicBezTo>
                  <a:cubicBezTo>
                    <a:pt x="707" y="8330"/>
                    <a:pt x="0" y="7625"/>
                    <a:pt x="0" y="6753"/>
                  </a:cubicBezTo>
                  <a:cubicBezTo>
                    <a:pt x="0" y="6374"/>
                    <a:pt x="135" y="6025"/>
                    <a:pt x="358" y="5754"/>
                  </a:cubicBezTo>
                  <a:cubicBezTo>
                    <a:pt x="191" y="5509"/>
                    <a:pt x="94" y="5212"/>
                    <a:pt x="94" y="4894"/>
                  </a:cubicBezTo>
                  <a:cubicBezTo>
                    <a:pt x="94" y="4048"/>
                    <a:pt x="779" y="3361"/>
                    <a:pt x="1626" y="3361"/>
                  </a:cubicBezTo>
                  <a:cubicBezTo>
                    <a:pt x="1922" y="3361"/>
                    <a:pt x="2199" y="3445"/>
                    <a:pt x="2434" y="3592"/>
                  </a:cubicBezTo>
                  <a:cubicBezTo>
                    <a:pt x="2681" y="2797"/>
                    <a:pt x="3421" y="2220"/>
                    <a:pt x="4299" y="2220"/>
                  </a:cubicBezTo>
                  <a:cubicBezTo>
                    <a:pt x="4798" y="2220"/>
                    <a:pt x="5255" y="2408"/>
                    <a:pt x="5600" y="2718"/>
                  </a:cubicBezTo>
                  <a:cubicBezTo>
                    <a:pt x="5932" y="2391"/>
                    <a:pt x="6388" y="2190"/>
                    <a:pt x="6890" y="2190"/>
                  </a:cubicBezTo>
                  <a:cubicBezTo>
                    <a:pt x="7300" y="2190"/>
                    <a:pt x="7678" y="2324"/>
                    <a:pt x="7983" y="2551"/>
                  </a:cubicBezTo>
                  <a:cubicBezTo>
                    <a:pt x="8031" y="1134"/>
                    <a:pt x="9196" y="0"/>
                    <a:pt x="10624" y="0"/>
                  </a:cubicBezTo>
                  <a:cubicBezTo>
                    <a:pt x="11868" y="0"/>
                    <a:pt x="12910" y="859"/>
                    <a:pt x="13191" y="2015"/>
                  </a:cubicBezTo>
                  <a:cubicBezTo>
                    <a:pt x="13515" y="1741"/>
                    <a:pt x="13926" y="1575"/>
                    <a:pt x="14376" y="1575"/>
                  </a:cubicBezTo>
                  <a:cubicBezTo>
                    <a:pt x="14791" y="1575"/>
                    <a:pt x="15174" y="1717"/>
                    <a:pt x="15485" y="1953"/>
                  </a:cubicBezTo>
                  <a:cubicBezTo>
                    <a:pt x="15808" y="1370"/>
                    <a:pt x="16432" y="974"/>
                    <a:pt x="17147" y="974"/>
                  </a:cubicBezTo>
                  <a:cubicBezTo>
                    <a:pt x="17970" y="974"/>
                    <a:pt x="18671" y="1497"/>
                    <a:pt x="18935" y="2231"/>
                  </a:cubicBezTo>
                  <a:cubicBezTo>
                    <a:pt x="19132" y="2186"/>
                    <a:pt x="19335" y="2162"/>
                    <a:pt x="19545" y="2162"/>
                  </a:cubicBezTo>
                  <a:close/>
                </a:path>
              </a:pathLst>
            </a:custGeom>
            <a:solidFill>
              <a:srgbClr val="8E5999">
                <a:alpha val="13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22" name="Google Shape;1222;p2"/>
          <p:cNvSpPr/>
          <p:nvPr/>
        </p:nvSpPr>
        <p:spPr>
          <a:xfrm>
            <a:off x="3141325" y="3258624"/>
            <a:ext cx="6179009" cy="919173"/>
          </a:xfrm>
          <a:custGeom>
            <a:avLst/>
            <a:gdLst/>
            <a:ahLst/>
            <a:cxnLst/>
            <a:rect l="l" t="t" r="r" b="b"/>
            <a:pathLst>
              <a:path w="90142" h="14486" extrusionOk="0">
                <a:moveTo>
                  <a:pt x="9905" y="8398"/>
                </a:moveTo>
                <a:lnTo>
                  <a:pt x="9905" y="8398"/>
                </a:lnTo>
                <a:close/>
                <a:moveTo>
                  <a:pt x="1" y="11814"/>
                </a:moveTo>
                <a:lnTo>
                  <a:pt x="1" y="11814"/>
                </a:lnTo>
                <a:lnTo>
                  <a:pt x="1" y="14486"/>
                </a:lnTo>
                <a:lnTo>
                  <a:pt x="90141" y="14486"/>
                </a:lnTo>
                <a:lnTo>
                  <a:pt x="90141" y="9431"/>
                </a:lnTo>
                <a:lnTo>
                  <a:pt x="87475" y="9412"/>
                </a:lnTo>
                <a:lnTo>
                  <a:pt x="87211" y="6299"/>
                </a:lnTo>
                <a:lnTo>
                  <a:pt x="84764" y="6323"/>
                </a:lnTo>
                <a:lnTo>
                  <a:pt x="84696" y="3857"/>
                </a:lnTo>
                <a:lnTo>
                  <a:pt x="83318" y="3876"/>
                </a:lnTo>
                <a:lnTo>
                  <a:pt x="83284" y="2959"/>
                </a:lnTo>
                <a:lnTo>
                  <a:pt x="80142" y="2308"/>
                </a:lnTo>
                <a:lnTo>
                  <a:pt x="77289" y="2627"/>
                </a:lnTo>
                <a:lnTo>
                  <a:pt x="77484" y="6681"/>
                </a:lnTo>
                <a:lnTo>
                  <a:pt x="77127" y="6692"/>
                </a:lnTo>
                <a:lnTo>
                  <a:pt x="77028" y="6020"/>
                </a:lnTo>
                <a:lnTo>
                  <a:pt x="73978" y="5952"/>
                </a:lnTo>
                <a:lnTo>
                  <a:pt x="74012" y="6701"/>
                </a:lnTo>
                <a:lnTo>
                  <a:pt x="73571" y="6731"/>
                </a:lnTo>
                <a:lnTo>
                  <a:pt x="73584" y="7005"/>
                </a:lnTo>
                <a:lnTo>
                  <a:pt x="73256" y="7016"/>
                </a:lnTo>
                <a:lnTo>
                  <a:pt x="73276" y="5505"/>
                </a:lnTo>
                <a:lnTo>
                  <a:pt x="71162" y="5388"/>
                </a:lnTo>
                <a:lnTo>
                  <a:pt x="70211" y="5486"/>
                </a:lnTo>
                <a:lnTo>
                  <a:pt x="70236" y="6761"/>
                </a:lnTo>
                <a:lnTo>
                  <a:pt x="69637" y="6790"/>
                </a:lnTo>
                <a:lnTo>
                  <a:pt x="69579" y="7041"/>
                </a:lnTo>
                <a:lnTo>
                  <a:pt x="69197" y="7064"/>
                </a:lnTo>
                <a:lnTo>
                  <a:pt x="69139" y="6409"/>
                </a:lnTo>
                <a:lnTo>
                  <a:pt x="66133" y="6427"/>
                </a:lnTo>
                <a:lnTo>
                  <a:pt x="66108" y="5790"/>
                </a:lnTo>
                <a:lnTo>
                  <a:pt x="65622" y="5777"/>
                </a:lnTo>
                <a:lnTo>
                  <a:pt x="65559" y="5600"/>
                </a:lnTo>
                <a:lnTo>
                  <a:pt x="65133" y="5575"/>
                </a:lnTo>
                <a:lnTo>
                  <a:pt x="64505" y="5619"/>
                </a:lnTo>
                <a:lnTo>
                  <a:pt x="64519" y="5752"/>
                </a:lnTo>
                <a:lnTo>
                  <a:pt x="63931" y="5741"/>
                </a:lnTo>
                <a:lnTo>
                  <a:pt x="62956" y="5810"/>
                </a:lnTo>
                <a:lnTo>
                  <a:pt x="62956" y="6208"/>
                </a:lnTo>
                <a:lnTo>
                  <a:pt x="62357" y="6232"/>
                </a:lnTo>
                <a:lnTo>
                  <a:pt x="62294" y="4477"/>
                </a:lnTo>
                <a:lnTo>
                  <a:pt x="60377" y="4419"/>
                </a:lnTo>
                <a:lnTo>
                  <a:pt x="59416" y="4737"/>
                </a:lnTo>
                <a:lnTo>
                  <a:pt x="58367" y="4742"/>
                </a:lnTo>
                <a:lnTo>
                  <a:pt x="58059" y="4811"/>
                </a:lnTo>
                <a:lnTo>
                  <a:pt x="56043" y="4792"/>
                </a:lnTo>
                <a:lnTo>
                  <a:pt x="55862" y="4875"/>
                </a:lnTo>
                <a:lnTo>
                  <a:pt x="55872" y="4507"/>
                </a:lnTo>
                <a:cubicBezTo>
                  <a:pt x="55872" y="4507"/>
                  <a:pt x="55559" y="4448"/>
                  <a:pt x="55299" y="4448"/>
                </a:cubicBezTo>
                <a:cubicBezTo>
                  <a:pt x="55035" y="4448"/>
                  <a:pt x="54088" y="4512"/>
                  <a:pt x="54088" y="4512"/>
                </a:cubicBezTo>
                <a:lnTo>
                  <a:pt x="54044" y="4850"/>
                </a:lnTo>
                <a:lnTo>
                  <a:pt x="53882" y="4899"/>
                </a:lnTo>
                <a:lnTo>
                  <a:pt x="53932" y="6556"/>
                </a:lnTo>
                <a:lnTo>
                  <a:pt x="53686" y="6536"/>
                </a:lnTo>
                <a:lnTo>
                  <a:pt x="53588" y="6380"/>
                </a:lnTo>
                <a:lnTo>
                  <a:pt x="53015" y="6369"/>
                </a:lnTo>
                <a:lnTo>
                  <a:pt x="52671" y="6581"/>
                </a:lnTo>
                <a:lnTo>
                  <a:pt x="52660" y="6728"/>
                </a:lnTo>
                <a:lnTo>
                  <a:pt x="52186" y="6722"/>
                </a:lnTo>
                <a:lnTo>
                  <a:pt x="52023" y="5762"/>
                </a:lnTo>
                <a:lnTo>
                  <a:pt x="51950" y="6704"/>
                </a:lnTo>
                <a:lnTo>
                  <a:pt x="51842" y="6709"/>
                </a:lnTo>
                <a:lnTo>
                  <a:pt x="51269" y="7072"/>
                </a:lnTo>
                <a:lnTo>
                  <a:pt x="51194" y="6512"/>
                </a:lnTo>
                <a:lnTo>
                  <a:pt x="50920" y="6502"/>
                </a:lnTo>
                <a:lnTo>
                  <a:pt x="50901" y="6432"/>
                </a:lnTo>
                <a:lnTo>
                  <a:pt x="50533" y="6432"/>
                </a:lnTo>
                <a:lnTo>
                  <a:pt x="50503" y="6100"/>
                </a:lnTo>
                <a:lnTo>
                  <a:pt x="50141" y="6075"/>
                </a:lnTo>
                <a:lnTo>
                  <a:pt x="50091" y="6281"/>
                </a:lnTo>
                <a:lnTo>
                  <a:pt x="49954" y="6296"/>
                </a:lnTo>
                <a:lnTo>
                  <a:pt x="49910" y="6507"/>
                </a:lnTo>
                <a:lnTo>
                  <a:pt x="49665" y="6520"/>
                </a:lnTo>
                <a:lnTo>
                  <a:pt x="49627" y="7152"/>
                </a:lnTo>
                <a:lnTo>
                  <a:pt x="49363" y="7152"/>
                </a:lnTo>
                <a:lnTo>
                  <a:pt x="49357" y="8172"/>
                </a:lnTo>
                <a:lnTo>
                  <a:pt x="49116" y="8172"/>
                </a:lnTo>
                <a:lnTo>
                  <a:pt x="49067" y="5981"/>
                </a:lnTo>
                <a:lnTo>
                  <a:pt x="48405" y="5981"/>
                </a:lnTo>
                <a:lnTo>
                  <a:pt x="48361" y="5814"/>
                </a:lnTo>
                <a:lnTo>
                  <a:pt x="48267" y="5780"/>
                </a:lnTo>
                <a:lnTo>
                  <a:pt x="46841" y="5780"/>
                </a:lnTo>
                <a:lnTo>
                  <a:pt x="46807" y="3852"/>
                </a:lnTo>
                <a:lnTo>
                  <a:pt x="46695" y="3696"/>
                </a:lnTo>
                <a:lnTo>
                  <a:pt x="46121" y="3485"/>
                </a:lnTo>
                <a:lnTo>
                  <a:pt x="44630" y="3519"/>
                </a:lnTo>
                <a:lnTo>
                  <a:pt x="44413" y="3695"/>
                </a:lnTo>
                <a:lnTo>
                  <a:pt x="44408" y="5680"/>
                </a:lnTo>
                <a:lnTo>
                  <a:pt x="43369" y="5680"/>
                </a:lnTo>
                <a:lnTo>
                  <a:pt x="43349" y="6229"/>
                </a:lnTo>
                <a:lnTo>
                  <a:pt x="42745" y="6229"/>
                </a:lnTo>
                <a:lnTo>
                  <a:pt x="42726" y="5730"/>
                </a:lnTo>
                <a:lnTo>
                  <a:pt x="42633" y="5705"/>
                </a:lnTo>
                <a:lnTo>
                  <a:pt x="42594" y="5567"/>
                </a:lnTo>
                <a:lnTo>
                  <a:pt x="42152" y="5562"/>
                </a:lnTo>
                <a:lnTo>
                  <a:pt x="42138" y="5685"/>
                </a:lnTo>
                <a:lnTo>
                  <a:pt x="42045" y="5696"/>
                </a:lnTo>
                <a:cubicBezTo>
                  <a:pt x="42045" y="5696"/>
                  <a:pt x="42039" y="5907"/>
                  <a:pt x="42039" y="5935"/>
                </a:cubicBezTo>
                <a:cubicBezTo>
                  <a:pt x="42039" y="5964"/>
                  <a:pt x="41183" y="5960"/>
                  <a:pt x="41183" y="5960"/>
                </a:cubicBezTo>
                <a:lnTo>
                  <a:pt x="41133" y="6696"/>
                </a:lnTo>
                <a:lnTo>
                  <a:pt x="40722" y="6706"/>
                </a:lnTo>
                <a:lnTo>
                  <a:pt x="40711" y="7113"/>
                </a:lnTo>
                <a:lnTo>
                  <a:pt x="40623" y="7108"/>
                </a:lnTo>
                <a:lnTo>
                  <a:pt x="40589" y="7401"/>
                </a:lnTo>
                <a:lnTo>
                  <a:pt x="40325" y="7406"/>
                </a:lnTo>
                <a:lnTo>
                  <a:pt x="40276" y="7486"/>
                </a:lnTo>
                <a:lnTo>
                  <a:pt x="39996" y="7491"/>
                </a:lnTo>
                <a:lnTo>
                  <a:pt x="39991" y="7411"/>
                </a:lnTo>
                <a:cubicBezTo>
                  <a:pt x="39991" y="7411"/>
                  <a:pt x="39677" y="7417"/>
                  <a:pt x="39657" y="7422"/>
                </a:cubicBezTo>
                <a:cubicBezTo>
                  <a:pt x="39639" y="7427"/>
                  <a:pt x="39614" y="7285"/>
                  <a:pt x="39614" y="7285"/>
                </a:cubicBezTo>
                <a:lnTo>
                  <a:pt x="39403" y="7265"/>
                </a:lnTo>
                <a:lnTo>
                  <a:pt x="39383" y="6638"/>
                </a:lnTo>
                <a:lnTo>
                  <a:pt x="39007" y="6579"/>
                </a:lnTo>
                <a:lnTo>
                  <a:pt x="37526" y="6613"/>
                </a:lnTo>
                <a:lnTo>
                  <a:pt x="37492" y="5696"/>
                </a:lnTo>
                <a:lnTo>
                  <a:pt x="37385" y="5652"/>
                </a:lnTo>
                <a:lnTo>
                  <a:pt x="37380" y="4995"/>
                </a:lnTo>
                <a:lnTo>
                  <a:pt x="37311" y="4937"/>
                </a:lnTo>
                <a:lnTo>
                  <a:pt x="37321" y="4545"/>
                </a:lnTo>
                <a:lnTo>
                  <a:pt x="37017" y="4426"/>
                </a:lnTo>
                <a:cubicBezTo>
                  <a:pt x="37017" y="4426"/>
                  <a:pt x="37056" y="3613"/>
                  <a:pt x="36968" y="3479"/>
                </a:cubicBezTo>
                <a:cubicBezTo>
                  <a:pt x="36880" y="3348"/>
                  <a:pt x="36786" y="3373"/>
                  <a:pt x="36786" y="3373"/>
                </a:cubicBezTo>
                <a:cubicBezTo>
                  <a:pt x="36786" y="3373"/>
                  <a:pt x="36772" y="3339"/>
                  <a:pt x="36772" y="3260"/>
                </a:cubicBezTo>
                <a:cubicBezTo>
                  <a:pt x="36772" y="3177"/>
                  <a:pt x="36684" y="2985"/>
                  <a:pt x="36684" y="2985"/>
                </a:cubicBezTo>
                <a:cubicBezTo>
                  <a:pt x="36684" y="2985"/>
                  <a:pt x="36684" y="2872"/>
                  <a:pt x="36664" y="2769"/>
                </a:cubicBezTo>
                <a:cubicBezTo>
                  <a:pt x="36651" y="2666"/>
                  <a:pt x="36552" y="2587"/>
                  <a:pt x="36552" y="2587"/>
                </a:cubicBezTo>
                <a:cubicBezTo>
                  <a:pt x="36552" y="2587"/>
                  <a:pt x="36527" y="2514"/>
                  <a:pt x="36493" y="2401"/>
                </a:cubicBezTo>
                <a:cubicBezTo>
                  <a:pt x="36460" y="2288"/>
                  <a:pt x="36278" y="2205"/>
                  <a:pt x="36278" y="2205"/>
                </a:cubicBezTo>
                <a:cubicBezTo>
                  <a:pt x="36278" y="2205"/>
                  <a:pt x="36288" y="2142"/>
                  <a:pt x="36263" y="2054"/>
                </a:cubicBezTo>
                <a:cubicBezTo>
                  <a:pt x="36233" y="1966"/>
                  <a:pt x="36126" y="1892"/>
                  <a:pt x="36126" y="1892"/>
                </a:cubicBezTo>
                <a:cubicBezTo>
                  <a:pt x="36126" y="1892"/>
                  <a:pt x="36137" y="1809"/>
                  <a:pt x="36112" y="1731"/>
                </a:cubicBezTo>
                <a:cubicBezTo>
                  <a:pt x="36092" y="1651"/>
                  <a:pt x="35994" y="1535"/>
                  <a:pt x="35994" y="1535"/>
                </a:cubicBezTo>
                <a:lnTo>
                  <a:pt x="35812" y="0"/>
                </a:lnTo>
                <a:cubicBezTo>
                  <a:pt x="35812" y="0"/>
                  <a:pt x="35782" y="1054"/>
                  <a:pt x="35759" y="1205"/>
                </a:cubicBezTo>
                <a:cubicBezTo>
                  <a:pt x="35734" y="1353"/>
                  <a:pt x="35748" y="1530"/>
                  <a:pt x="35748" y="1530"/>
                </a:cubicBezTo>
                <a:cubicBezTo>
                  <a:pt x="35748" y="1530"/>
                  <a:pt x="35718" y="1544"/>
                  <a:pt x="35684" y="1618"/>
                </a:cubicBezTo>
                <a:cubicBezTo>
                  <a:pt x="35646" y="1691"/>
                  <a:pt x="35651" y="1857"/>
                  <a:pt x="35651" y="1857"/>
                </a:cubicBezTo>
                <a:cubicBezTo>
                  <a:pt x="35651" y="1857"/>
                  <a:pt x="35596" y="1887"/>
                  <a:pt x="35572" y="1950"/>
                </a:cubicBezTo>
                <a:cubicBezTo>
                  <a:pt x="35547" y="2013"/>
                  <a:pt x="35538" y="2200"/>
                  <a:pt x="35538" y="2200"/>
                </a:cubicBezTo>
                <a:cubicBezTo>
                  <a:pt x="35538" y="2200"/>
                  <a:pt x="35420" y="2239"/>
                  <a:pt x="35367" y="2323"/>
                </a:cubicBezTo>
                <a:cubicBezTo>
                  <a:pt x="35309" y="2402"/>
                  <a:pt x="35318" y="2583"/>
                  <a:pt x="35318" y="2583"/>
                </a:cubicBezTo>
                <a:cubicBezTo>
                  <a:pt x="35318" y="2583"/>
                  <a:pt x="35269" y="2613"/>
                  <a:pt x="35215" y="2663"/>
                </a:cubicBezTo>
                <a:cubicBezTo>
                  <a:pt x="35165" y="2712"/>
                  <a:pt x="35180" y="2927"/>
                  <a:pt x="35180" y="2927"/>
                </a:cubicBezTo>
                <a:cubicBezTo>
                  <a:pt x="35180" y="2927"/>
                  <a:pt x="35166" y="2938"/>
                  <a:pt x="35117" y="2976"/>
                </a:cubicBezTo>
                <a:cubicBezTo>
                  <a:pt x="35068" y="3020"/>
                  <a:pt x="35103" y="3256"/>
                  <a:pt x="35078" y="3270"/>
                </a:cubicBezTo>
                <a:cubicBezTo>
                  <a:pt x="35054" y="3285"/>
                  <a:pt x="35045" y="3462"/>
                  <a:pt x="35045" y="3462"/>
                </a:cubicBezTo>
                <a:cubicBezTo>
                  <a:pt x="35045" y="3462"/>
                  <a:pt x="34990" y="3500"/>
                  <a:pt x="34971" y="3520"/>
                </a:cubicBezTo>
                <a:cubicBezTo>
                  <a:pt x="34957" y="3540"/>
                  <a:pt x="34990" y="4481"/>
                  <a:pt x="34990" y="4481"/>
                </a:cubicBezTo>
                <a:lnTo>
                  <a:pt x="34544" y="4530"/>
                </a:lnTo>
                <a:lnTo>
                  <a:pt x="34599" y="6457"/>
                </a:lnTo>
                <a:lnTo>
                  <a:pt x="34124" y="6452"/>
                </a:lnTo>
                <a:lnTo>
                  <a:pt x="34104" y="6952"/>
                </a:lnTo>
                <a:lnTo>
                  <a:pt x="33962" y="6952"/>
                </a:lnTo>
                <a:lnTo>
                  <a:pt x="33967" y="7663"/>
                </a:lnTo>
                <a:lnTo>
                  <a:pt x="33888" y="7663"/>
                </a:lnTo>
                <a:lnTo>
                  <a:pt x="33849" y="6026"/>
                </a:lnTo>
                <a:lnTo>
                  <a:pt x="33629" y="5908"/>
                </a:lnTo>
                <a:lnTo>
                  <a:pt x="33629" y="5667"/>
                </a:lnTo>
                <a:lnTo>
                  <a:pt x="33467" y="5597"/>
                </a:lnTo>
                <a:lnTo>
                  <a:pt x="33393" y="5367"/>
                </a:lnTo>
                <a:lnTo>
                  <a:pt x="32869" y="5372"/>
                </a:lnTo>
                <a:lnTo>
                  <a:pt x="32835" y="5617"/>
                </a:lnTo>
                <a:lnTo>
                  <a:pt x="32286" y="5650"/>
                </a:lnTo>
                <a:lnTo>
                  <a:pt x="31698" y="5645"/>
                </a:lnTo>
                <a:lnTo>
                  <a:pt x="31560" y="5700"/>
                </a:lnTo>
                <a:lnTo>
                  <a:pt x="30383" y="5695"/>
                </a:lnTo>
                <a:lnTo>
                  <a:pt x="30369" y="5734"/>
                </a:lnTo>
                <a:lnTo>
                  <a:pt x="29737" y="5704"/>
                </a:lnTo>
                <a:lnTo>
                  <a:pt x="29336" y="5802"/>
                </a:lnTo>
                <a:lnTo>
                  <a:pt x="29341" y="6062"/>
                </a:lnTo>
                <a:lnTo>
                  <a:pt x="29140" y="6057"/>
                </a:lnTo>
                <a:lnTo>
                  <a:pt x="27316" y="6156"/>
                </a:lnTo>
                <a:lnTo>
                  <a:pt x="27316" y="8053"/>
                </a:lnTo>
                <a:lnTo>
                  <a:pt x="27204" y="8039"/>
                </a:lnTo>
                <a:lnTo>
                  <a:pt x="27165" y="6916"/>
                </a:lnTo>
                <a:lnTo>
                  <a:pt x="26616" y="6916"/>
                </a:lnTo>
                <a:lnTo>
                  <a:pt x="26591" y="6607"/>
                </a:lnTo>
                <a:lnTo>
                  <a:pt x="25620" y="6589"/>
                </a:lnTo>
                <a:lnTo>
                  <a:pt x="24875" y="6632"/>
                </a:lnTo>
                <a:lnTo>
                  <a:pt x="24875" y="5957"/>
                </a:lnTo>
                <a:lnTo>
                  <a:pt x="24812" y="5923"/>
                </a:lnTo>
                <a:lnTo>
                  <a:pt x="24807" y="5442"/>
                </a:lnTo>
                <a:lnTo>
                  <a:pt x="24631" y="5412"/>
                </a:lnTo>
                <a:lnTo>
                  <a:pt x="24597" y="5104"/>
                </a:lnTo>
                <a:lnTo>
                  <a:pt x="24401" y="5079"/>
                </a:lnTo>
                <a:lnTo>
                  <a:pt x="24338" y="4948"/>
                </a:lnTo>
                <a:lnTo>
                  <a:pt x="24206" y="4890"/>
                </a:lnTo>
                <a:lnTo>
                  <a:pt x="24192" y="4409"/>
                </a:lnTo>
                <a:lnTo>
                  <a:pt x="24142" y="4359"/>
                </a:lnTo>
                <a:lnTo>
                  <a:pt x="24142" y="4241"/>
                </a:lnTo>
                <a:lnTo>
                  <a:pt x="24079" y="4222"/>
                </a:lnTo>
                <a:lnTo>
                  <a:pt x="24005" y="3404"/>
                </a:lnTo>
                <a:lnTo>
                  <a:pt x="23975" y="4233"/>
                </a:lnTo>
                <a:lnTo>
                  <a:pt x="23892" y="4257"/>
                </a:lnTo>
                <a:lnTo>
                  <a:pt x="23882" y="4355"/>
                </a:lnTo>
                <a:lnTo>
                  <a:pt x="23833" y="4405"/>
                </a:lnTo>
                <a:lnTo>
                  <a:pt x="23808" y="4909"/>
                </a:lnTo>
                <a:lnTo>
                  <a:pt x="23660" y="4964"/>
                </a:lnTo>
                <a:lnTo>
                  <a:pt x="23647" y="5057"/>
                </a:lnTo>
                <a:lnTo>
                  <a:pt x="23430" y="5091"/>
                </a:lnTo>
                <a:lnTo>
                  <a:pt x="23430" y="5424"/>
                </a:lnTo>
                <a:lnTo>
                  <a:pt x="23229" y="5438"/>
                </a:lnTo>
                <a:lnTo>
                  <a:pt x="23254" y="7061"/>
                </a:lnTo>
                <a:lnTo>
                  <a:pt x="22916" y="7051"/>
                </a:lnTo>
                <a:lnTo>
                  <a:pt x="22916" y="7880"/>
                </a:lnTo>
                <a:lnTo>
                  <a:pt x="22559" y="7894"/>
                </a:lnTo>
                <a:lnTo>
                  <a:pt x="21549" y="7963"/>
                </a:lnTo>
                <a:lnTo>
                  <a:pt x="21543" y="6928"/>
                </a:lnTo>
                <a:lnTo>
                  <a:pt x="21098" y="6933"/>
                </a:lnTo>
                <a:lnTo>
                  <a:pt x="21073" y="6202"/>
                </a:lnTo>
                <a:lnTo>
                  <a:pt x="20239" y="6183"/>
                </a:lnTo>
                <a:lnTo>
                  <a:pt x="18287" y="6326"/>
                </a:lnTo>
                <a:lnTo>
                  <a:pt x="18282" y="6983"/>
                </a:lnTo>
                <a:lnTo>
                  <a:pt x="17198" y="7016"/>
                </a:lnTo>
                <a:lnTo>
                  <a:pt x="17173" y="7119"/>
                </a:lnTo>
                <a:lnTo>
                  <a:pt x="16904" y="7130"/>
                </a:lnTo>
                <a:lnTo>
                  <a:pt x="16889" y="6806"/>
                </a:lnTo>
                <a:lnTo>
                  <a:pt x="15620" y="6782"/>
                </a:lnTo>
                <a:lnTo>
                  <a:pt x="15027" y="6801"/>
                </a:lnTo>
                <a:lnTo>
                  <a:pt x="15022" y="7130"/>
                </a:lnTo>
                <a:lnTo>
                  <a:pt x="13934" y="7213"/>
                </a:lnTo>
                <a:lnTo>
                  <a:pt x="13939" y="8296"/>
                </a:lnTo>
                <a:lnTo>
                  <a:pt x="13390" y="8326"/>
                </a:lnTo>
                <a:lnTo>
                  <a:pt x="13385" y="8478"/>
                </a:lnTo>
                <a:lnTo>
                  <a:pt x="13252" y="8497"/>
                </a:lnTo>
                <a:lnTo>
                  <a:pt x="13242" y="8870"/>
                </a:lnTo>
                <a:lnTo>
                  <a:pt x="12962" y="8900"/>
                </a:lnTo>
                <a:lnTo>
                  <a:pt x="12914" y="8999"/>
                </a:lnTo>
                <a:lnTo>
                  <a:pt x="12408" y="8999"/>
                </a:lnTo>
                <a:lnTo>
                  <a:pt x="12032" y="9053"/>
                </a:lnTo>
                <a:lnTo>
                  <a:pt x="11998" y="9185"/>
                </a:lnTo>
                <a:lnTo>
                  <a:pt x="11443" y="9171"/>
                </a:lnTo>
                <a:lnTo>
                  <a:pt x="11413" y="8745"/>
                </a:lnTo>
                <a:lnTo>
                  <a:pt x="11159" y="8735"/>
                </a:lnTo>
                <a:lnTo>
                  <a:pt x="11110" y="7896"/>
                </a:lnTo>
                <a:lnTo>
                  <a:pt x="9929" y="7896"/>
                </a:lnTo>
                <a:cubicBezTo>
                  <a:pt x="9929" y="7896"/>
                  <a:pt x="9909" y="8357"/>
                  <a:pt x="9914" y="8402"/>
                </a:cubicBezTo>
                <a:cubicBezTo>
                  <a:pt x="9904" y="8357"/>
                  <a:pt x="9791" y="7907"/>
                  <a:pt x="9791" y="7907"/>
                </a:cubicBezTo>
                <a:lnTo>
                  <a:pt x="9502" y="7907"/>
                </a:lnTo>
                <a:lnTo>
                  <a:pt x="9375" y="8363"/>
                </a:lnTo>
                <a:lnTo>
                  <a:pt x="8993" y="8377"/>
                </a:lnTo>
                <a:lnTo>
                  <a:pt x="8993" y="8500"/>
                </a:lnTo>
                <a:lnTo>
                  <a:pt x="8801" y="8495"/>
                </a:lnTo>
                <a:lnTo>
                  <a:pt x="8836" y="7916"/>
                </a:lnTo>
                <a:lnTo>
                  <a:pt x="8748" y="7906"/>
                </a:lnTo>
                <a:lnTo>
                  <a:pt x="8737" y="7469"/>
                </a:lnTo>
                <a:lnTo>
                  <a:pt x="8497" y="7480"/>
                </a:lnTo>
                <a:lnTo>
                  <a:pt x="8486" y="7342"/>
                </a:lnTo>
                <a:lnTo>
                  <a:pt x="8360" y="7342"/>
                </a:lnTo>
                <a:lnTo>
                  <a:pt x="8340" y="7073"/>
                </a:lnTo>
                <a:lnTo>
                  <a:pt x="7380" y="7078"/>
                </a:lnTo>
                <a:lnTo>
                  <a:pt x="7360" y="7347"/>
                </a:lnTo>
                <a:lnTo>
                  <a:pt x="7091" y="7372"/>
                </a:lnTo>
                <a:lnTo>
                  <a:pt x="7101" y="7529"/>
                </a:lnTo>
                <a:lnTo>
                  <a:pt x="6945" y="7543"/>
                </a:lnTo>
                <a:lnTo>
                  <a:pt x="6934" y="7768"/>
                </a:lnTo>
                <a:lnTo>
                  <a:pt x="6492" y="7802"/>
                </a:lnTo>
                <a:lnTo>
                  <a:pt x="6492" y="7969"/>
                </a:lnTo>
                <a:lnTo>
                  <a:pt x="6370" y="7983"/>
                </a:lnTo>
                <a:lnTo>
                  <a:pt x="6340" y="10087"/>
                </a:lnTo>
                <a:lnTo>
                  <a:pt x="5962" y="10076"/>
                </a:lnTo>
                <a:lnTo>
                  <a:pt x="5987" y="9145"/>
                </a:lnTo>
                <a:lnTo>
                  <a:pt x="5663" y="9125"/>
                </a:lnTo>
                <a:lnTo>
                  <a:pt x="5639" y="9018"/>
                </a:lnTo>
                <a:lnTo>
                  <a:pt x="5189" y="9018"/>
                </a:lnTo>
                <a:lnTo>
                  <a:pt x="5178" y="9120"/>
                </a:lnTo>
                <a:lnTo>
                  <a:pt x="4667" y="9120"/>
                </a:lnTo>
                <a:lnTo>
                  <a:pt x="4653" y="8969"/>
                </a:lnTo>
                <a:lnTo>
                  <a:pt x="4041" y="8979"/>
                </a:lnTo>
                <a:lnTo>
                  <a:pt x="3983" y="10887"/>
                </a:lnTo>
                <a:lnTo>
                  <a:pt x="3581" y="10876"/>
                </a:lnTo>
                <a:lnTo>
                  <a:pt x="3542" y="10558"/>
                </a:lnTo>
                <a:lnTo>
                  <a:pt x="3003" y="10524"/>
                </a:lnTo>
                <a:lnTo>
                  <a:pt x="2984" y="10289"/>
                </a:lnTo>
                <a:lnTo>
                  <a:pt x="1331" y="10314"/>
                </a:lnTo>
                <a:lnTo>
                  <a:pt x="1331" y="11818"/>
                </a:lnTo>
                <a:lnTo>
                  <a:pt x="1" y="11818"/>
                </a:lnTo>
                <a:close/>
              </a:path>
            </a:pathLst>
          </a:custGeom>
          <a:solidFill>
            <a:srgbClr val="723A3A">
              <a:alpha val="28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3" name="Google Shape;1223;p2"/>
          <p:cNvSpPr/>
          <p:nvPr/>
        </p:nvSpPr>
        <p:spPr>
          <a:xfrm>
            <a:off x="-590302" y="3979235"/>
            <a:ext cx="10869794" cy="2651673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4" name="Google Shape;1224;p2"/>
          <p:cNvSpPr/>
          <p:nvPr/>
        </p:nvSpPr>
        <p:spPr>
          <a:xfrm>
            <a:off x="0" y="3433649"/>
            <a:ext cx="9247822" cy="1968950"/>
          </a:xfrm>
          <a:custGeom>
            <a:avLst/>
            <a:gdLst/>
            <a:ahLst/>
            <a:cxnLst/>
            <a:rect l="l" t="t" r="r" b="b"/>
            <a:pathLst>
              <a:path w="76873" h="16367" extrusionOk="0">
                <a:moveTo>
                  <a:pt x="22496" y="1"/>
                </a:moveTo>
                <a:cubicBezTo>
                  <a:pt x="18844" y="1"/>
                  <a:pt x="15658" y="1981"/>
                  <a:pt x="13944" y="4928"/>
                </a:cubicBezTo>
                <a:cubicBezTo>
                  <a:pt x="13228" y="4432"/>
                  <a:pt x="12362" y="4140"/>
                  <a:pt x="11425" y="4140"/>
                </a:cubicBezTo>
                <a:cubicBezTo>
                  <a:pt x="10030" y="4140"/>
                  <a:pt x="8784" y="4786"/>
                  <a:pt x="7974" y="5797"/>
                </a:cubicBezTo>
                <a:cubicBezTo>
                  <a:pt x="7661" y="5284"/>
                  <a:pt x="7098" y="4940"/>
                  <a:pt x="6456" y="4940"/>
                </a:cubicBezTo>
                <a:cubicBezTo>
                  <a:pt x="5744" y="4940"/>
                  <a:pt x="5132" y="5359"/>
                  <a:pt x="4848" y="5967"/>
                </a:cubicBezTo>
                <a:cubicBezTo>
                  <a:pt x="3591" y="5312"/>
                  <a:pt x="2163" y="4940"/>
                  <a:pt x="649" y="4940"/>
                </a:cubicBezTo>
                <a:cubicBezTo>
                  <a:pt x="430" y="4940"/>
                  <a:pt x="216" y="4950"/>
                  <a:pt x="1" y="4966"/>
                </a:cubicBezTo>
                <a:lnTo>
                  <a:pt x="1" y="16366"/>
                </a:lnTo>
                <a:lnTo>
                  <a:pt x="76872" y="16366"/>
                </a:lnTo>
                <a:lnTo>
                  <a:pt x="76872" y="10660"/>
                </a:lnTo>
                <a:cubicBezTo>
                  <a:pt x="75716" y="9308"/>
                  <a:pt x="74000" y="8453"/>
                  <a:pt x="72083" y="8453"/>
                </a:cubicBezTo>
                <a:cubicBezTo>
                  <a:pt x="71044" y="8453"/>
                  <a:pt x="70066" y="8704"/>
                  <a:pt x="69202" y="9150"/>
                </a:cubicBezTo>
                <a:lnTo>
                  <a:pt x="69202" y="9150"/>
                </a:lnTo>
                <a:cubicBezTo>
                  <a:pt x="69206" y="9101"/>
                  <a:pt x="69208" y="9052"/>
                  <a:pt x="69208" y="9001"/>
                </a:cubicBezTo>
                <a:cubicBezTo>
                  <a:pt x="69208" y="7559"/>
                  <a:pt x="68040" y="6390"/>
                  <a:pt x="66598" y="6390"/>
                </a:cubicBezTo>
                <a:cubicBezTo>
                  <a:pt x="65718" y="6390"/>
                  <a:pt x="64941" y="6824"/>
                  <a:pt x="64464" y="7493"/>
                </a:cubicBezTo>
                <a:cubicBezTo>
                  <a:pt x="62825" y="5912"/>
                  <a:pt x="60597" y="4940"/>
                  <a:pt x="58142" y="4940"/>
                </a:cubicBezTo>
                <a:cubicBezTo>
                  <a:pt x="56628" y="4940"/>
                  <a:pt x="55198" y="5312"/>
                  <a:pt x="53944" y="5967"/>
                </a:cubicBezTo>
                <a:cubicBezTo>
                  <a:pt x="53659" y="5363"/>
                  <a:pt x="53048" y="4940"/>
                  <a:pt x="52334" y="4940"/>
                </a:cubicBezTo>
                <a:cubicBezTo>
                  <a:pt x="51689" y="4940"/>
                  <a:pt x="51126" y="5284"/>
                  <a:pt x="50817" y="5797"/>
                </a:cubicBezTo>
                <a:cubicBezTo>
                  <a:pt x="50003" y="4786"/>
                  <a:pt x="48761" y="4140"/>
                  <a:pt x="47366" y="4140"/>
                </a:cubicBezTo>
                <a:cubicBezTo>
                  <a:pt x="45641" y="4140"/>
                  <a:pt x="44150" y="5124"/>
                  <a:pt x="43419" y="6562"/>
                </a:cubicBezTo>
                <a:cubicBezTo>
                  <a:pt x="42020" y="5805"/>
                  <a:pt x="40418" y="5372"/>
                  <a:pt x="38716" y="5372"/>
                </a:cubicBezTo>
                <a:cubicBezTo>
                  <a:pt x="37069" y="5372"/>
                  <a:pt x="35518" y="5775"/>
                  <a:pt x="34153" y="6489"/>
                </a:cubicBezTo>
                <a:cubicBezTo>
                  <a:pt x="34155" y="6454"/>
                  <a:pt x="34158" y="6423"/>
                  <a:pt x="34158" y="6390"/>
                </a:cubicBezTo>
                <a:cubicBezTo>
                  <a:pt x="34158" y="5408"/>
                  <a:pt x="33364" y="4613"/>
                  <a:pt x="32382" y="4613"/>
                </a:cubicBezTo>
                <a:cubicBezTo>
                  <a:pt x="31903" y="4613"/>
                  <a:pt x="31471" y="4803"/>
                  <a:pt x="31150" y="5110"/>
                </a:cubicBezTo>
                <a:cubicBezTo>
                  <a:pt x="29466" y="2063"/>
                  <a:pt x="26223" y="1"/>
                  <a:pt x="22496" y="1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4" name="Google Shape;3654;p5"/>
          <p:cNvSpPr/>
          <p:nvPr/>
        </p:nvSpPr>
        <p:spPr>
          <a:xfrm>
            <a:off x="-15250" y="4288200"/>
            <a:ext cx="9183300" cy="920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55" name="Google Shape;3655;p5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3656" name="Google Shape;3656;p5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5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5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5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5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5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5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5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5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5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5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5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5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5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5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5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5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5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5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5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5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5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5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5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5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5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5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5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5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5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5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5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5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5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5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5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5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5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5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5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5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5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5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5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5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5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5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5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5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5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5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5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5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5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5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5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5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5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5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5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5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5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5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5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5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5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5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5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5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5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5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5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5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5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5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5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5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5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5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5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5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5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5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5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5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5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5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5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5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5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5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5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5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5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5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5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5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5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5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5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5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5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5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5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5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5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5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5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5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5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5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5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5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5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5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5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5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5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5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5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5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5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5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5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5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5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5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5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5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5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5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5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5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5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5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5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5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5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5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5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5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5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5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5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5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5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5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5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5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5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5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5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5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5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5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5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5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5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5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5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5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5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5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5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5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5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5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5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5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5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5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5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5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5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5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5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5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5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5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5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5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5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5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5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5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5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5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5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5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5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5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5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5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5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5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5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5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5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5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5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5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5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5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5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5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5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5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5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5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5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5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5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5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5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5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5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5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5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5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5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5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5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5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5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5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5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5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5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5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5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5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5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5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5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5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5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5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5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5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5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5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5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5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5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5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5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5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5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5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5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5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5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5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5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5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5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5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5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5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5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5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5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5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5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5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5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5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5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5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5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5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5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5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5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5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5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5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5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5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5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5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5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5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5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5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5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5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5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5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5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5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5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5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5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5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5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5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5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5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5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5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5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5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5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5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5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5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5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5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5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5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5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5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5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5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5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5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5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5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5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5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5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5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5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5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5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5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5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5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5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5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5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5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5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5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5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5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5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5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5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5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5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5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5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5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5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5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5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5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5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5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5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5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5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5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5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5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5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5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5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5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5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5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5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5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5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5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5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5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5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5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5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5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5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5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5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5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5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5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5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5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5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5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5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5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5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5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5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5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5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5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5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5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5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5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5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5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5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5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5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5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5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5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5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5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5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5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5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5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5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5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5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5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5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5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5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5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5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5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5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5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5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5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5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5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5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5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5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5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5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5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5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5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5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5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5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5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5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5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5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5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5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5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5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5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5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5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5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5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5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5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5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5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5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5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5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5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5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5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5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5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5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5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5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5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5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5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5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5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5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5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5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5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5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5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5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5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5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5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5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5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5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5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5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5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5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5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5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5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5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5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5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5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5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5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5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5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5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5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5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5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5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5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5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5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5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5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5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5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5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5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5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5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5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5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5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5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5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5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5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5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5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5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5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5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5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5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5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5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5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5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5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5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5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5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5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5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5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5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5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5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5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5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5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5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5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5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5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5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5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5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5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5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5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5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5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5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5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5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5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5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5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5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5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5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5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5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5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5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5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5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5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5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5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5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5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5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5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5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5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5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5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5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5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5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5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5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5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5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5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5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5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5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5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5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5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5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5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5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5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5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5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5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5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5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5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5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5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5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5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5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5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5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5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5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5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5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5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5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5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5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5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5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5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5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5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5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5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5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5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5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5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5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5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5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5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5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5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5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5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5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5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5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5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5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5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5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5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5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5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5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5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5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5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5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5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5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5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5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5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5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5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5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5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5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5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5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5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5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5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5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5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5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5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5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5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5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5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5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5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5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5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5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5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5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5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5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5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5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5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5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5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5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5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5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5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5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5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5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5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5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5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5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5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5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5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5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5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5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5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5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5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5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5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5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5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5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5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5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5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5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5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5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5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5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5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5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5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5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5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5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5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5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5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5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5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5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5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5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5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5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5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5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5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5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5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5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5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5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5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5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5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5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5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5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5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5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5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5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5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5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5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5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5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5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5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5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5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5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5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5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5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5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5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5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5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5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5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5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5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5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5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5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5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5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5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5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5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5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5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5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5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5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5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5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5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5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5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5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5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5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5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5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5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5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5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5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5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5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5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5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5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5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5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5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5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5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5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5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5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5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5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5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5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5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5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5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5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5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5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5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5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5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5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5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5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5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5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5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5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5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5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5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5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5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5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5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5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5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5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5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5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5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5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5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5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5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5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5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5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5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5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5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5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5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5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5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5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5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5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5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5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5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5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5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5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5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5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5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5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5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5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5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5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5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5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5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5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5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5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5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5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5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5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5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5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5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5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5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5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5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5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5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5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5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5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5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5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5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5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5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5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5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5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5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5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5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5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5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5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5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5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5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5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5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5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5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5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5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5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5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5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5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5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5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5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5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5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5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5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5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5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5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5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5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5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5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5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5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5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5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5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5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5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5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5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5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5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5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5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5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5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5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5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5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5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5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5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5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5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5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5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5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5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5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5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5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5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5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5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5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5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5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5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5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5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5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5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5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5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5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5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5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5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5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5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5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5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5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5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5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5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5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5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5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5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5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5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5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5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5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5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5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5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5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5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5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5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5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5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5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5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5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5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5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5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5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5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5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5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5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5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5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5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5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5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5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5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5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5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5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5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5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5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5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5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5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5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5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5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5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5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5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5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5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5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5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5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5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5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5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5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5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5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5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5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5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5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5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5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5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5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5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5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5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5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5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5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5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5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5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5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5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5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5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5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5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5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5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5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5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5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5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5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5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5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5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5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5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5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5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5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5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5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5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5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5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5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5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5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5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5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5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5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5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5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5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5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5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5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5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5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5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5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5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5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5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5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5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5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5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5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5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5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5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5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5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5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5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5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5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5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5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5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5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5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5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5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5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5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5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5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5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5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5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5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5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5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5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5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5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5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5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5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5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5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5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5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5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5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5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5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5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5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5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5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5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5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5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5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5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5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5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5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5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5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5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5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5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5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5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5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5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5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5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5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5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5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5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5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5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5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58" name="Google Shape;4858;p5"/>
          <p:cNvSpPr/>
          <p:nvPr/>
        </p:nvSpPr>
        <p:spPr>
          <a:xfrm>
            <a:off x="-1113589" y="4288200"/>
            <a:ext cx="3774892" cy="126759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9" name="Google Shape;4859;p5"/>
          <p:cNvSpPr/>
          <p:nvPr/>
        </p:nvSpPr>
        <p:spPr>
          <a:xfrm>
            <a:off x="1294097" y="-12361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0" name="Google Shape;4860;p5"/>
          <p:cNvSpPr/>
          <p:nvPr/>
        </p:nvSpPr>
        <p:spPr>
          <a:xfrm>
            <a:off x="7688679" y="-780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1" name="Google Shape;4861;p5"/>
          <p:cNvSpPr/>
          <p:nvPr/>
        </p:nvSpPr>
        <p:spPr>
          <a:xfrm>
            <a:off x="-590300" y="-4894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2" name="Google Shape;4862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863" name="Google Shape;4863;p5"/>
          <p:cNvSpPr txBox="1">
            <a:spLocks noGrp="1"/>
          </p:cNvSpPr>
          <p:nvPr>
            <p:ph type="subTitle" idx="1"/>
          </p:nvPr>
        </p:nvSpPr>
        <p:spPr>
          <a:xfrm>
            <a:off x="4923249" y="2421750"/>
            <a:ext cx="2505600" cy="163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4864" name="Google Shape;4864;p5"/>
          <p:cNvSpPr txBox="1">
            <a:spLocks noGrp="1"/>
          </p:cNvSpPr>
          <p:nvPr>
            <p:ph type="subTitle" idx="2"/>
          </p:nvPr>
        </p:nvSpPr>
        <p:spPr>
          <a:xfrm>
            <a:off x="1715375" y="2421750"/>
            <a:ext cx="2505600" cy="163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4865" name="Google Shape;4865;p5"/>
          <p:cNvSpPr txBox="1">
            <a:spLocks noGrp="1"/>
          </p:cNvSpPr>
          <p:nvPr>
            <p:ph type="subTitle" idx="3"/>
          </p:nvPr>
        </p:nvSpPr>
        <p:spPr>
          <a:xfrm>
            <a:off x="1715375" y="1896923"/>
            <a:ext cx="2505600" cy="43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66" name="Google Shape;4866;p5"/>
          <p:cNvSpPr txBox="1">
            <a:spLocks noGrp="1"/>
          </p:cNvSpPr>
          <p:nvPr>
            <p:ph type="subTitle" idx="4"/>
          </p:nvPr>
        </p:nvSpPr>
        <p:spPr>
          <a:xfrm>
            <a:off x="4923250" y="1896923"/>
            <a:ext cx="2505600" cy="43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4867" name="Google Shape;4867;p5"/>
          <p:cNvGrpSpPr/>
          <p:nvPr/>
        </p:nvGrpSpPr>
        <p:grpSpPr>
          <a:xfrm>
            <a:off x="8953164" y="3351583"/>
            <a:ext cx="763900" cy="935899"/>
            <a:chOff x="-862953" y="3266867"/>
            <a:chExt cx="1423858" cy="1744452"/>
          </a:xfrm>
        </p:grpSpPr>
        <p:sp>
          <p:nvSpPr>
            <p:cNvPr id="4868" name="Google Shape;4868;p5"/>
            <p:cNvSpPr/>
            <p:nvPr/>
          </p:nvSpPr>
          <p:spPr>
            <a:xfrm>
              <a:off x="-862953" y="3266867"/>
              <a:ext cx="1423858" cy="1744452"/>
            </a:xfrm>
            <a:custGeom>
              <a:avLst/>
              <a:gdLst/>
              <a:ahLst/>
              <a:cxnLst/>
              <a:rect l="l" t="t" r="r" b="b"/>
              <a:pathLst>
                <a:path w="8833" h="10822" extrusionOk="0">
                  <a:moveTo>
                    <a:pt x="0" y="0"/>
                  </a:moveTo>
                  <a:lnTo>
                    <a:pt x="0" y="10821"/>
                  </a:lnTo>
                  <a:lnTo>
                    <a:pt x="8833" y="10821"/>
                  </a:lnTo>
                  <a:lnTo>
                    <a:pt x="88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5"/>
            <p:cNvSpPr/>
            <p:nvPr/>
          </p:nvSpPr>
          <p:spPr>
            <a:xfrm>
              <a:off x="-821686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5"/>
            <p:cNvSpPr/>
            <p:nvPr/>
          </p:nvSpPr>
          <p:spPr>
            <a:xfrm>
              <a:off x="-681123" y="3322318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5"/>
            <p:cNvSpPr/>
            <p:nvPr/>
          </p:nvSpPr>
          <p:spPr>
            <a:xfrm>
              <a:off x="-540559" y="3322318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5"/>
            <p:cNvSpPr/>
            <p:nvPr/>
          </p:nvSpPr>
          <p:spPr>
            <a:xfrm>
              <a:off x="-399673" y="3322318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5"/>
            <p:cNvSpPr/>
            <p:nvPr/>
          </p:nvSpPr>
          <p:spPr>
            <a:xfrm>
              <a:off x="-259109" y="3322318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5"/>
            <p:cNvSpPr/>
            <p:nvPr/>
          </p:nvSpPr>
          <p:spPr>
            <a:xfrm>
              <a:off x="-118546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5"/>
            <p:cNvSpPr/>
            <p:nvPr/>
          </p:nvSpPr>
          <p:spPr>
            <a:xfrm>
              <a:off x="22179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5"/>
            <p:cNvSpPr/>
            <p:nvPr/>
          </p:nvSpPr>
          <p:spPr>
            <a:xfrm>
              <a:off x="162904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5"/>
            <p:cNvSpPr/>
            <p:nvPr/>
          </p:nvSpPr>
          <p:spPr>
            <a:xfrm>
              <a:off x="303468" y="3322318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5"/>
            <p:cNvSpPr/>
            <p:nvPr/>
          </p:nvSpPr>
          <p:spPr>
            <a:xfrm>
              <a:off x="444031" y="3322318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5"/>
            <p:cNvSpPr/>
            <p:nvPr/>
          </p:nvSpPr>
          <p:spPr>
            <a:xfrm>
              <a:off x="-821686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5"/>
            <p:cNvSpPr/>
            <p:nvPr/>
          </p:nvSpPr>
          <p:spPr>
            <a:xfrm>
              <a:off x="-681123" y="345079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5"/>
            <p:cNvSpPr/>
            <p:nvPr/>
          </p:nvSpPr>
          <p:spPr>
            <a:xfrm>
              <a:off x="-540559" y="345079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5"/>
            <p:cNvSpPr/>
            <p:nvPr/>
          </p:nvSpPr>
          <p:spPr>
            <a:xfrm>
              <a:off x="-399673" y="345079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5"/>
            <p:cNvSpPr/>
            <p:nvPr/>
          </p:nvSpPr>
          <p:spPr>
            <a:xfrm>
              <a:off x="-259109" y="345079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5"/>
            <p:cNvSpPr/>
            <p:nvPr/>
          </p:nvSpPr>
          <p:spPr>
            <a:xfrm>
              <a:off x="-118546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5"/>
            <p:cNvSpPr/>
            <p:nvPr/>
          </p:nvSpPr>
          <p:spPr>
            <a:xfrm>
              <a:off x="22179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5"/>
            <p:cNvSpPr/>
            <p:nvPr/>
          </p:nvSpPr>
          <p:spPr>
            <a:xfrm>
              <a:off x="162904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5"/>
            <p:cNvSpPr/>
            <p:nvPr/>
          </p:nvSpPr>
          <p:spPr>
            <a:xfrm>
              <a:off x="303468" y="345079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5"/>
            <p:cNvSpPr/>
            <p:nvPr/>
          </p:nvSpPr>
          <p:spPr>
            <a:xfrm>
              <a:off x="444031" y="345079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5"/>
            <p:cNvSpPr/>
            <p:nvPr/>
          </p:nvSpPr>
          <p:spPr>
            <a:xfrm>
              <a:off x="-821686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5"/>
            <p:cNvSpPr/>
            <p:nvPr/>
          </p:nvSpPr>
          <p:spPr>
            <a:xfrm>
              <a:off x="-681123" y="357926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5"/>
            <p:cNvSpPr/>
            <p:nvPr/>
          </p:nvSpPr>
          <p:spPr>
            <a:xfrm>
              <a:off x="-540559" y="3579265"/>
              <a:ext cx="75924" cy="75923"/>
            </a:xfrm>
            <a:custGeom>
              <a:avLst/>
              <a:gdLst/>
              <a:ahLst/>
              <a:cxnLst/>
              <a:rect l="l" t="t" r="r" b="b"/>
              <a:pathLst>
                <a:path w="471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5"/>
            <p:cNvSpPr/>
            <p:nvPr/>
          </p:nvSpPr>
          <p:spPr>
            <a:xfrm>
              <a:off x="-399673" y="357926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5"/>
            <p:cNvSpPr/>
            <p:nvPr/>
          </p:nvSpPr>
          <p:spPr>
            <a:xfrm>
              <a:off x="-259109" y="3579265"/>
              <a:ext cx="75924" cy="75923"/>
            </a:xfrm>
            <a:custGeom>
              <a:avLst/>
              <a:gdLst/>
              <a:ahLst/>
              <a:cxnLst/>
              <a:rect l="l" t="t" r="r" b="b"/>
              <a:pathLst>
                <a:path w="471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5"/>
            <p:cNvSpPr/>
            <p:nvPr/>
          </p:nvSpPr>
          <p:spPr>
            <a:xfrm>
              <a:off x="-118546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5"/>
            <p:cNvSpPr/>
            <p:nvPr/>
          </p:nvSpPr>
          <p:spPr>
            <a:xfrm>
              <a:off x="22179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5"/>
            <p:cNvSpPr/>
            <p:nvPr/>
          </p:nvSpPr>
          <p:spPr>
            <a:xfrm>
              <a:off x="162904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5"/>
            <p:cNvSpPr/>
            <p:nvPr/>
          </p:nvSpPr>
          <p:spPr>
            <a:xfrm>
              <a:off x="303468" y="357926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5"/>
            <p:cNvSpPr/>
            <p:nvPr/>
          </p:nvSpPr>
          <p:spPr>
            <a:xfrm>
              <a:off x="444031" y="3579265"/>
              <a:ext cx="75924" cy="75923"/>
            </a:xfrm>
            <a:custGeom>
              <a:avLst/>
              <a:gdLst/>
              <a:ahLst/>
              <a:cxnLst/>
              <a:rect l="l" t="t" r="r" b="b"/>
              <a:pathLst>
                <a:path w="471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5"/>
            <p:cNvSpPr/>
            <p:nvPr/>
          </p:nvSpPr>
          <p:spPr>
            <a:xfrm>
              <a:off x="-821686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5"/>
            <p:cNvSpPr/>
            <p:nvPr/>
          </p:nvSpPr>
          <p:spPr>
            <a:xfrm>
              <a:off x="-681123" y="3707899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5"/>
            <p:cNvSpPr/>
            <p:nvPr/>
          </p:nvSpPr>
          <p:spPr>
            <a:xfrm>
              <a:off x="-540559" y="3707899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5"/>
            <p:cNvSpPr/>
            <p:nvPr/>
          </p:nvSpPr>
          <p:spPr>
            <a:xfrm>
              <a:off x="-399673" y="3707899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5"/>
            <p:cNvSpPr/>
            <p:nvPr/>
          </p:nvSpPr>
          <p:spPr>
            <a:xfrm>
              <a:off x="-259109" y="3707899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5"/>
            <p:cNvSpPr/>
            <p:nvPr/>
          </p:nvSpPr>
          <p:spPr>
            <a:xfrm>
              <a:off x="-118546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5"/>
            <p:cNvSpPr/>
            <p:nvPr/>
          </p:nvSpPr>
          <p:spPr>
            <a:xfrm>
              <a:off x="22179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5"/>
            <p:cNvSpPr/>
            <p:nvPr/>
          </p:nvSpPr>
          <p:spPr>
            <a:xfrm>
              <a:off x="162904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5"/>
            <p:cNvSpPr/>
            <p:nvPr/>
          </p:nvSpPr>
          <p:spPr>
            <a:xfrm>
              <a:off x="303468" y="3707899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5"/>
            <p:cNvSpPr/>
            <p:nvPr/>
          </p:nvSpPr>
          <p:spPr>
            <a:xfrm>
              <a:off x="444031" y="3707899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5"/>
            <p:cNvSpPr/>
            <p:nvPr/>
          </p:nvSpPr>
          <p:spPr>
            <a:xfrm>
              <a:off x="-821686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5"/>
            <p:cNvSpPr/>
            <p:nvPr/>
          </p:nvSpPr>
          <p:spPr>
            <a:xfrm>
              <a:off x="-681123" y="383653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5"/>
            <p:cNvSpPr/>
            <p:nvPr/>
          </p:nvSpPr>
          <p:spPr>
            <a:xfrm>
              <a:off x="-540559" y="3836534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5"/>
            <p:cNvSpPr/>
            <p:nvPr/>
          </p:nvSpPr>
          <p:spPr>
            <a:xfrm>
              <a:off x="-399673" y="383653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5"/>
            <p:cNvSpPr/>
            <p:nvPr/>
          </p:nvSpPr>
          <p:spPr>
            <a:xfrm>
              <a:off x="-259109" y="3836534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5"/>
            <p:cNvSpPr/>
            <p:nvPr/>
          </p:nvSpPr>
          <p:spPr>
            <a:xfrm>
              <a:off x="-118546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5"/>
            <p:cNvSpPr/>
            <p:nvPr/>
          </p:nvSpPr>
          <p:spPr>
            <a:xfrm>
              <a:off x="22179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5"/>
            <p:cNvSpPr/>
            <p:nvPr/>
          </p:nvSpPr>
          <p:spPr>
            <a:xfrm>
              <a:off x="162904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5"/>
            <p:cNvSpPr/>
            <p:nvPr/>
          </p:nvSpPr>
          <p:spPr>
            <a:xfrm>
              <a:off x="303468" y="383653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5"/>
            <p:cNvSpPr/>
            <p:nvPr/>
          </p:nvSpPr>
          <p:spPr>
            <a:xfrm>
              <a:off x="444031" y="3836534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5"/>
            <p:cNvSpPr/>
            <p:nvPr/>
          </p:nvSpPr>
          <p:spPr>
            <a:xfrm>
              <a:off x="-821686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5"/>
            <p:cNvSpPr/>
            <p:nvPr/>
          </p:nvSpPr>
          <p:spPr>
            <a:xfrm>
              <a:off x="-681123" y="396500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5"/>
            <p:cNvSpPr/>
            <p:nvPr/>
          </p:nvSpPr>
          <p:spPr>
            <a:xfrm>
              <a:off x="-540559" y="3965007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5"/>
            <p:cNvSpPr/>
            <p:nvPr/>
          </p:nvSpPr>
          <p:spPr>
            <a:xfrm>
              <a:off x="-399673" y="396500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5"/>
            <p:cNvSpPr/>
            <p:nvPr/>
          </p:nvSpPr>
          <p:spPr>
            <a:xfrm>
              <a:off x="-259109" y="3965007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5"/>
            <p:cNvSpPr/>
            <p:nvPr/>
          </p:nvSpPr>
          <p:spPr>
            <a:xfrm>
              <a:off x="-118546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5"/>
            <p:cNvSpPr/>
            <p:nvPr/>
          </p:nvSpPr>
          <p:spPr>
            <a:xfrm>
              <a:off x="22179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5"/>
            <p:cNvSpPr/>
            <p:nvPr/>
          </p:nvSpPr>
          <p:spPr>
            <a:xfrm>
              <a:off x="162904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5"/>
            <p:cNvSpPr/>
            <p:nvPr/>
          </p:nvSpPr>
          <p:spPr>
            <a:xfrm>
              <a:off x="303468" y="396500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5"/>
            <p:cNvSpPr/>
            <p:nvPr/>
          </p:nvSpPr>
          <p:spPr>
            <a:xfrm>
              <a:off x="444031" y="3965007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5"/>
            <p:cNvSpPr/>
            <p:nvPr/>
          </p:nvSpPr>
          <p:spPr>
            <a:xfrm>
              <a:off x="-821686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5"/>
            <p:cNvSpPr/>
            <p:nvPr/>
          </p:nvSpPr>
          <p:spPr>
            <a:xfrm>
              <a:off x="-681123" y="409364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5"/>
            <p:cNvSpPr/>
            <p:nvPr/>
          </p:nvSpPr>
          <p:spPr>
            <a:xfrm>
              <a:off x="-540559" y="409364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5"/>
            <p:cNvSpPr/>
            <p:nvPr/>
          </p:nvSpPr>
          <p:spPr>
            <a:xfrm>
              <a:off x="-399673" y="409364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5"/>
            <p:cNvSpPr/>
            <p:nvPr/>
          </p:nvSpPr>
          <p:spPr>
            <a:xfrm>
              <a:off x="-259109" y="409364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5"/>
            <p:cNvSpPr/>
            <p:nvPr/>
          </p:nvSpPr>
          <p:spPr>
            <a:xfrm>
              <a:off x="-118546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5"/>
            <p:cNvSpPr/>
            <p:nvPr/>
          </p:nvSpPr>
          <p:spPr>
            <a:xfrm>
              <a:off x="22179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5"/>
            <p:cNvSpPr/>
            <p:nvPr/>
          </p:nvSpPr>
          <p:spPr>
            <a:xfrm>
              <a:off x="162904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5"/>
            <p:cNvSpPr/>
            <p:nvPr/>
          </p:nvSpPr>
          <p:spPr>
            <a:xfrm>
              <a:off x="303468" y="409364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5"/>
            <p:cNvSpPr/>
            <p:nvPr/>
          </p:nvSpPr>
          <p:spPr>
            <a:xfrm>
              <a:off x="444031" y="409364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5"/>
            <p:cNvSpPr/>
            <p:nvPr/>
          </p:nvSpPr>
          <p:spPr>
            <a:xfrm>
              <a:off x="-821686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5"/>
            <p:cNvSpPr/>
            <p:nvPr/>
          </p:nvSpPr>
          <p:spPr>
            <a:xfrm>
              <a:off x="-681123" y="4222115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5"/>
            <p:cNvSpPr/>
            <p:nvPr/>
          </p:nvSpPr>
          <p:spPr>
            <a:xfrm>
              <a:off x="-540559" y="4222115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5"/>
            <p:cNvSpPr/>
            <p:nvPr/>
          </p:nvSpPr>
          <p:spPr>
            <a:xfrm>
              <a:off x="-399673" y="4222115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5"/>
            <p:cNvSpPr/>
            <p:nvPr/>
          </p:nvSpPr>
          <p:spPr>
            <a:xfrm>
              <a:off x="-259109" y="4222115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5"/>
            <p:cNvSpPr/>
            <p:nvPr/>
          </p:nvSpPr>
          <p:spPr>
            <a:xfrm>
              <a:off x="-118546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5"/>
            <p:cNvSpPr/>
            <p:nvPr/>
          </p:nvSpPr>
          <p:spPr>
            <a:xfrm>
              <a:off x="22179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5"/>
            <p:cNvSpPr/>
            <p:nvPr/>
          </p:nvSpPr>
          <p:spPr>
            <a:xfrm>
              <a:off x="162904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5"/>
            <p:cNvSpPr/>
            <p:nvPr/>
          </p:nvSpPr>
          <p:spPr>
            <a:xfrm>
              <a:off x="303468" y="4222115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5"/>
            <p:cNvSpPr/>
            <p:nvPr/>
          </p:nvSpPr>
          <p:spPr>
            <a:xfrm>
              <a:off x="444031" y="4222115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5"/>
            <p:cNvSpPr/>
            <p:nvPr/>
          </p:nvSpPr>
          <p:spPr>
            <a:xfrm>
              <a:off x="-821686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5"/>
            <p:cNvSpPr/>
            <p:nvPr/>
          </p:nvSpPr>
          <p:spPr>
            <a:xfrm>
              <a:off x="-681123" y="4350750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5"/>
            <p:cNvSpPr/>
            <p:nvPr/>
          </p:nvSpPr>
          <p:spPr>
            <a:xfrm>
              <a:off x="-540559" y="4350750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5"/>
            <p:cNvSpPr/>
            <p:nvPr/>
          </p:nvSpPr>
          <p:spPr>
            <a:xfrm>
              <a:off x="-399673" y="4350750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5"/>
            <p:cNvSpPr/>
            <p:nvPr/>
          </p:nvSpPr>
          <p:spPr>
            <a:xfrm>
              <a:off x="-259109" y="4350750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5"/>
            <p:cNvSpPr/>
            <p:nvPr/>
          </p:nvSpPr>
          <p:spPr>
            <a:xfrm>
              <a:off x="-118546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5"/>
            <p:cNvSpPr/>
            <p:nvPr/>
          </p:nvSpPr>
          <p:spPr>
            <a:xfrm>
              <a:off x="22179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5"/>
            <p:cNvSpPr/>
            <p:nvPr/>
          </p:nvSpPr>
          <p:spPr>
            <a:xfrm>
              <a:off x="162904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5"/>
            <p:cNvSpPr/>
            <p:nvPr/>
          </p:nvSpPr>
          <p:spPr>
            <a:xfrm>
              <a:off x="303468" y="4350750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5"/>
            <p:cNvSpPr/>
            <p:nvPr/>
          </p:nvSpPr>
          <p:spPr>
            <a:xfrm>
              <a:off x="444031" y="4350750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5"/>
            <p:cNvSpPr/>
            <p:nvPr/>
          </p:nvSpPr>
          <p:spPr>
            <a:xfrm>
              <a:off x="-821686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5"/>
            <p:cNvSpPr/>
            <p:nvPr/>
          </p:nvSpPr>
          <p:spPr>
            <a:xfrm>
              <a:off x="-681123" y="447922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5"/>
            <p:cNvSpPr/>
            <p:nvPr/>
          </p:nvSpPr>
          <p:spPr>
            <a:xfrm>
              <a:off x="-540559" y="4479223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5"/>
            <p:cNvSpPr/>
            <p:nvPr/>
          </p:nvSpPr>
          <p:spPr>
            <a:xfrm>
              <a:off x="-399673" y="447922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5"/>
            <p:cNvSpPr/>
            <p:nvPr/>
          </p:nvSpPr>
          <p:spPr>
            <a:xfrm>
              <a:off x="-259109" y="4479223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5"/>
            <p:cNvSpPr/>
            <p:nvPr/>
          </p:nvSpPr>
          <p:spPr>
            <a:xfrm>
              <a:off x="-118546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5"/>
            <p:cNvSpPr/>
            <p:nvPr/>
          </p:nvSpPr>
          <p:spPr>
            <a:xfrm>
              <a:off x="22179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5"/>
            <p:cNvSpPr/>
            <p:nvPr/>
          </p:nvSpPr>
          <p:spPr>
            <a:xfrm>
              <a:off x="162904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5"/>
            <p:cNvSpPr/>
            <p:nvPr/>
          </p:nvSpPr>
          <p:spPr>
            <a:xfrm>
              <a:off x="303468" y="447922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5"/>
            <p:cNvSpPr/>
            <p:nvPr/>
          </p:nvSpPr>
          <p:spPr>
            <a:xfrm>
              <a:off x="444031" y="4479223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5"/>
            <p:cNvSpPr/>
            <p:nvPr/>
          </p:nvSpPr>
          <p:spPr>
            <a:xfrm>
              <a:off x="-821686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5"/>
            <p:cNvSpPr/>
            <p:nvPr/>
          </p:nvSpPr>
          <p:spPr>
            <a:xfrm>
              <a:off x="-681123" y="4607697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5"/>
            <p:cNvSpPr/>
            <p:nvPr/>
          </p:nvSpPr>
          <p:spPr>
            <a:xfrm>
              <a:off x="-540559" y="4607697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5"/>
            <p:cNvSpPr/>
            <p:nvPr/>
          </p:nvSpPr>
          <p:spPr>
            <a:xfrm>
              <a:off x="-399673" y="4607697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5"/>
            <p:cNvSpPr/>
            <p:nvPr/>
          </p:nvSpPr>
          <p:spPr>
            <a:xfrm>
              <a:off x="-259109" y="4607697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5"/>
            <p:cNvSpPr/>
            <p:nvPr/>
          </p:nvSpPr>
          <p:spPr>
            <a:xfrm>
              <a:off x="-118546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5"/>
            <p:cNvSpPr/>
            <p:nvPr/>
          </p:nvSpPr>
          <p:spPr>
            <a:xfrm>
              <a:off x="22179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5"/>
            <p:cNvSpPr/>
            <p:nvPr/>
          </p:nvSpPr>
          <p:spPr>
            <a:xfrm>
              <a:off x="162904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5"/>
            <p:cNvSpPr/>
            <p:nvPr/>
          </p:nvSpPr>
          <p:spPr>
            <a:xfrm>
              <a:off x="303468" y="4607697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5"/>
            <p:cNvSpPr/>
            <p:nvPr/>
          </p:nvSpPr>
          <p:spPr>
            <a:xfrm>
              <a:off x="444031" y="4607697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5"/>
            <p:cNvSpPr/>
            <p:nvPr/>
          </p:nvSpPr>
          <p:spPr>
            <a:xfrm>
              <a:off x="-821686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5"/>
            <p:cNvSpPr/>
            <p:nvPr/>
          </p:nvSpPr>
          <p:spPr>
            <a:xfrm>
              <a:off x="-681123" y="473633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5"/>
            <p:cNvSpPr/>
            <p:nvPr/>
          </p:nvSpPr>
          <p:spPr>
            <a:xfrm>
              <a:off x="-540559" y="4736331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5"/>
            <p:cNvSpPr/>
            <p:nvPr/>
          </p:nvSpPr>
          <p:spPr>
            <a:xfrm>
              <a:off x="-399673" y="473633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5"/>
            <p:cNvSpPr/>
            <p:nvPr/>
          </p:nvSpPr>
          <p:spPr>
            <a:xfrm>
              <a:off x="-259109" y="4736331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5"/>
            <p:cNvSpPr/>
            <p:nvPr/>
          </p:nvSpPr>
          <p:spPr>
            <a:xfrm>
              <a:off x="-118546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5"/>
            <p:cNvSpPr/>
            <p:nvPr/>
          </p:nvSpPr>
          <p:spPr>
            <a:xfrm>
              <a:off x="22179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5"/>
            <p:cNvSpPr/>
            <p:nvPr/>
          </p:nvSpPr>
          <p:spPr>
            <a:xfrm>
              <a:off x="162904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5"/>
            <p:cNvSpPr/>
            <p:nvPr/>
          </p:nvSpPr>
          <p:spPr>
            <a:xfrm>
              <a:off x="303468" y="473633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5"/>
            <p:cNvSpPr/>
            <p:nvPr/>
          </p:nvSpPr>
          <p:spPr>
            <a:xfrm>
              <a:off x="444031" y="4736331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9" name="Google Shape;4989;p5"/>
          <p:cNvGrpSpPr/>
          <p:nvPr/>
        </p:nvGrpSpPr>
        <p:grpSpPr>
          <a:xfrm>
            <a:off x="-127836" y="3351583"/>
            <a:ext cx="763900" cy="935899"/>
            <a:chOff x="-862953" y="3266867"/>
            <a:chExt cx="1423858" cy="1744452"/>
          </a:xfrm>
        </p:grpSpPr>
        <p:sp>
          <p:nvSpPr>
            <p:cNvPr id="4990" name="Google Shape;4990;p5"/>
            <p:cNvSpPr/>
            <p:nvPr/>
          </p:nvSpPr>
          <p:spPr>
            <a:xfrm>
              <a:off x="-862953" y="3266867"/>
              <a:ext cx="1423858" cy="1744452"/>
            </a:xfrm>
            <a:custGeom>
              <a:avLst/>
              <a:gdLst/>
              <a:ahLst/>
              <a:cxnLst/>
              <a:rect l="l" t="t" r="r" b="b"/>
              <a:pathLst>
                <a:path w="8833" h="10822" extrusionOk="0">
                  <a:moveTo>
                    <a:pt x="0" y="0"/>
                  </a:moveTo>
                  <a:lnTo>
                    <a:pt x="0" y="10821"/>
                  </a:lnTo>
                  <a:lnTo>
                    <a:pt x="8833" y="10821"/>
                  </a:lnTo>
                  <a:lnTo>
                    <a:pt x="88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5"/>
            <p:cNvSpPr/>
            <p:nvPr/>
          </p:nvSpPr>
          <p:spPr>
            <a:xfrm>
              <a:off x="-821686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5"/>
            <p:cNvSpPr/>
            <p:nvPr/>
          </p:nvSpPr>
          <p:spPr>
            <a:xfrm>
              <a:off x="-681123" y="3322318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5"/>
            <p:cNvSpPr/>
            <p:nvPr/>
          </p:nvSpPr>
          <p:spPr>
            <a:xfrm>
              <a:off x="-540559" y="3322318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5"/>
            <p:cNvSpPr/>
            <p:nvPr/>
          </p:nvSpPr>
          <p:spPr>
            <a:xfrm>
              <a:off x="-399673" y="3322318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5"/>
            <p:cNvSpPr/>
            <p:nvPr/>
          </p:nvSpPr>
          <p:spPr>
            <a:xfrm>
              <a:off x="-259109" y="3322318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5"/>
            <p:cNvSpPr/>
            <p:nvPr/>
          </p:nvSpPr>
          <p:spPr>
            <a:xfrm>
              <a:off x="-118546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5"/>
            <p:cNvSpPr/>
            <p:nvPr/>
          </p:nvSpPr>
          <p:spPr>
            <a:xfrm>
              <a:off x="22179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5"/>
            <p:cNvSpPr/>
            <p:nvPr/>
          </p:nvSpPr>
          <p:spPr>
            <a:xfrm>
              <a:off x="162904" y="3322318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5"/>
            <p:cNvSpPr/>
            <p:nvPr/>
          </p:nvSpPr>
          <p:spPr>
            <a:xfrm>
              <a:off x="303468" y="3322318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5"/>
            <p:cNvSpPr/>
            <p:nvPr/>
          </p:nvSpPr>
          <p:spPr>
            <a:xfrm>
              <a:off x="444031" y="3322318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5"/>
            <p:cNvSpPr/>
            <p:nvPr/>
          </p:nvSpPr>
          <p:spPr>
            <a:xfrm>
              <a:off x="-821686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5"/>
            <p:cNvSpPr/>
            <p:nvPr/>
          </p:nvSpPr>
          <p:spPr>
            <a:xfrm>
              <a:off x="-681123" y="345079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5"/>
            <p:cNvSpPr/>
            <p:nvPr/>
          </p:nvSpPr>
          <p:spPr>
            <a:xfrm>
              <a:off x="-540559" y="345079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5"/>
            <p:cNvSpPr/>
            <p:nvPr/>
          </p:nvSpPr>
          <p:spPr>
            <a:xfrm>
              <a:off x="-399673" y="345079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5"/>
            <p:cNvSpPr/>
            <p:nvPr/>
          </p:nvSpPr>
          <p:spPr>
            <a:xfrm>
              <a:off x="-259109" y="345079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5"/>
            <p:cNvSpPr/>
            <p:nvPr/>
          </p:nvSpPr>
          <p:spPr>
            <a:xfrm>
              <a:off x="-118546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5"/>
            <p:cNvSpPr/>
            <p:nvPr/>
          </p:nvSpPr>
          <p:spPr>
            <a:xfrm>
              <a:off x="22179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5"/>
            <p:cNvSpPr/>
            <p:nvPr/>
          </p:nvSpPr>
          <p:spPr>
            <a:xfrm>
              <a:off x="162904" y="345079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5"/>
            <p:cNvSpPr/>
            <p:nvPr/>
          </p:nvSpPr>
          <p:spPr>
            <a:xfrm>
              <a:off x="303468" y="345079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5"/>
            <p:cNvSpPr/>
            <p:nvPr/>
          </p:nvSpPr>
          <p:spPr>
            <a:xfrm>
              <a:off x="444031" y="345079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5"/>
            <p:cNvSpPr/>
            <p:nvPr/>
          </p:nvSpPr>
          <p:spPr>
            <a:xfrm>
              <a:off x="-821686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5"/>
            <p:cNvSpPr/>
            <p:nvPr/>
          </p:nvSpPr>
          <p:spPr>
            <a:xfrm>
              <a:off x="-681123" y="357926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5"/>
            <p:cNvSpPr/>
            <p:nvPr/>
          </p:nvSpPr>
          <p:spPr>
            <a:xfrm>
              <a:off x="-540559" y="3579265"/>
              <a:ext cx="75924" cy="75923"/>
            </a:xfrm>
            <a:custGeom>
              <a:avLst/>
              <a:gdLst/>
              <a:ahLst/>
              <a:cxnLst/>
              <a:rect l="l" t="t" r="r" b="b"/>
              <a:pathLst>
                <a:path w="471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5"/>
            <p:cNvSpPr/>
            <p:nvPr/>
          </p:nvSpPr>
          <p:spPr>
            <a:xfrm>
              <a:off x="-399673" y="357926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5"/>
            <p:cNvSpPr/>
            <p:nvPr/>
          </p:nvSpPr>
          <p:spPr>
            <a:xfrm>
              <a:off x="-259109" y="3579265"/>
              <a:ext cx="75924" cy="75923"/>
            </a:xfrm>
            <a:custGeom>
              <a:avLst/>
              <a:gdLst/>
              <a:ahLst/>
              <a:cxnLst/>
              <a:rect l="l" t="t" r="r" b="b"/>
              <a:pathLst>
                <a:path w="471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5"/>
            <p:cNvSpPr/>
            <p:nvPr/>
          </p:nvSpPr>
          <p:spPr>
            <a:xfrm>
              <a:off x="-118546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5"/>
            <p:cNvSpPr/>
            <p:nvPr/>
          </p:nvSpPr>
          <p:spPr>
            <a:xfrm>
              <a:off x="22179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5"/>
            <p:cNvSpPr/>
            <p:nvPr/>
          </p:nvSpPr>
          <p:spPr>
            <a:xfrm>
              <a:off x="162904" y="357926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5"/>
            <p:cNvSpPr/>
            <p:nvPr/>
          </p:nvSpPr>
          <p:spPr>
            <a:xfrm>
              <a:off x="303468" y="357926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5"/>
            <p:cNvSpPr/>
            <p:nvPr/>
          </p:nvSpPr>
          <p:spPr>
            <a:xfrm>
              <a:off x="444031" y="3579265"/>
              <a:ext cx="75924" cy="75923"/>
            </a:xfrm>
            <a:custGeom>
              <a:avLst/>
              <a:gdLst/>
              <a:ahLst/>
              <a:cxnLst/>
              <a:rect l="l" t="t" r="r" b="b"/>
              <a:pathLst>
                <a:path w="471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5"/>
            <p:cNvSpPr/>
            <p:nvPr/>
          </p:nvSpPr>
          <p:spPr>
            <a:xfrm>
              <a:off x="-821686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5"/>
            <p:cNvSpPr/>
            <p:nvPr/>
          </p:nvSpPr>
          <p:spPr>
            <a:xfrm>
              <a:off x="-681123" y="3707899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5"/>
            <p:cNvSpPr/>
            <p:nvPr/>
          </p:nvSpPr>
          <p:spPr>
            <a:xfrm>
              <a:off x="-540559" y="3707899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5"/>
            <p:cNvSpPr/>
            <p:nvPr/>
          </p:nvSpPr>
          <p:spPr>
            <a:xfrm>
              <a:off x="-399673" y="3707899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5"/>
            <p:cNvSpPr/>
            <p:nvPr/>
          </p:nvSpPr>
          <p:spPr>
            <a:xfrm>
              <a:off x="-259109" y="3707899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5"/>
            <p:cNvSpPr/>
            <p:nvPr/>
          </p:nvSpPr>
          <p:spPr>
            <a:xfrm>
              <a:off x="-118546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5"/>
            <p:cNvSpPr/>
            <p:nvPr/>
          </p:nvSpPr>
          <p:spPr>
            <a:xfrm>
              <a:off x="22179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5"/>
            <p:cNvSpPr/>
            <p:nvPr/>
          </p:nvSpPr>
          <p:spPr>
            <a:xfrm>
              <a:off x="162904" y="3707899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5"/>
            <p:cNvSpPr/>
            <p:nvPr/>
          </p:nvSpPr>
          <p:spPr>
            <a:xfrm>
              <a:off x="303468" y="3707899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5"/>
            <p:cNvSpPr/>
            <p:nvPr/>
          </p:nvSpPr>
          <p:spPr>
            <a:xfrm>
              <a:off x="444031" y="3707899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5"/>
            <p:cNvSpPr/>
            <p:nvPr/>
          </p:nvSpPr>
          <p:spPr>
            <a:xfrm>
              <a:off x="-821686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5"/>
            <p:cNvSpPr/>
            <p:nvPr/>
          </p:nvSpPr>
          <p:spPr>
            <a:xfrm>
              <a:off x="-681123" y="383653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5"/>
            <p:cNvSpPr/>
            <p:nvPr/>
          </p:nvSpPr>
          <p:spPr>
            <a:xfrm>
              <a:off x="-540559" y="3836534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5"/>
            <p:cNvSpPr/>
            <p:nvPr/>
          </p:nvSpPr>
          <p:spPr>
            <a:xfrm>
              <a:off x="-399673" y="383653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5"/>
            <p:cNvSpPr/>
            <p:nvPr/>
          </p:nvSpPr>
          <p:spPr>
            <a:xfrm>
              <a:off x="-259109" y="3836534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5"/>
            <p:cNvSpPr/>
            <p:nvPr/>
          </p:nvSpPr>
          <p:spPr>
            <a:xfrm>
              <a:off x="-118546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5"/>
            <p:cNvSpPr/>
            <p:nvPr/>
          </p:nvSpPr>
          <p:spPr>
            <a:xfrm>
              <a:off x="22179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5"/>
            <p:cNvSpPr/>
            <p:nvPr/>
          </p:nvSpPr>
          <p:spPr>
            <a:xfrm>
              <a:off x="162904" y="383653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5"/>
            <p:cNvSpPr/>
            <p:nvPr/>
          </p:nvSpPr>
          <p:spPr>
            <a:xfrm>
              <a:off x="303468" y="383653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5"/>
            <p:cNvSpPr/>
            <p:nvPr/>
          </p:nvSpPr>
          <p:spPr>
            <a:xfrm>
              <a:off x="444031" y="3836534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5"/>
            <p:cNvSpPr/>
            <p:nvPr/>
          </p:nvSpPr>
          <p:spPr>
            <a:xfrm>
              <a:off x="-821686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5"/>
            <p:cNvSpPr/>
            <p:nvPr/>
          </p:nvSpPr>
          <p:spPr>
            <a:xfrm>
              <a:off x="-681123" y="396500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5"/>
            <p:cNvSpPr/>
            <p:nvPr/>
          </p:nvSpPr>
          <p:spPr>
            <a:xfrm>
              <a:off x="-540559" y="3965007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5"/>
            <p:cNvSpPr/>
            <p:nvPr/>
          </p:nvSpPr>
          <p:spPr>
            <a:xfrm>
              <a:off x="-399673" y="396500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5"/>
            <p:cNvSpPr/>
            <p:nvPr/>
          </p:nvSpPr>
          <p:spPr>
            <a:xfrm>
              <a:off x="-259109" y="3965007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5"/>
            <p:cNvSpPr/>
            <p:nvPr/>
          </p:nvSpPr>
          <p:spPr>
            <a:xfrm>
              <a:off x="-118546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5"/>
            <p:cNvSpPr/>
            <p:nvPr/>
          </p:nvSpPr>
          <p:spPr>
            <a:xfrm>
              <a:off x="22179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5"/>
            <p:cNvSpPr/>
            <p:nvPr/>
          </p:nvSpPr>
          <p:spPr>
            <a:xfrm>
              <a:off x="162904" y="396500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5"/>
            <p:cNvSpPr/>
            <p:nvPr/>
          </p:nvSpPr>
          <p:spPr>
            <a:xfrm>
              <a:off x="303468" y="396500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5"/>
            <p:cNvSpPr/>
            <p:nvPr/>
          </p:nvSpPr>
          <p:spPr>
            <a:xfrm>
              <a:off x="444031" y="3965007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5"/>
            <p:cNvSpPr/>
            <p:nvPr/>
          </p:nvSpPr>
          <p:spPr>
            <a:xfrm>
              <a:off x="-821686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5"/>
            <p:cNvSpPr/>
            <p:nvPr/>
          </p:nvSpPr>
          <p:spPr>
            <a:xfrm>
              <a:off x="-681123" y="409364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5"/>
            <p:cNvSpPr/>
            <p:nvPr/>
          </p:nvSpPr>
          <p:spPr>
            <a:xfrm>
              <a:off x="-540559" y="409364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5"/>
            <p:cNvSpPr/>
            <p:nvPr/>
          </p:nvSpPr>
          <p:spPr>
            <a:xfrm>
              <a:off x="-399673" y="409364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5"/>
            <p:cNvSpPr/>
            <p:nvPr/>
          </p:nvSpPr>
          <p:spPr>
            <a:xfrm>
              <a:off x="-259109" y="409364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5"/>
            <p:cNvSpPr/>
            <p:nvPr/>
          </p:nvSpPr>
          <p:spPr>
            <a:xfrm>
              <a:off x="-118546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5"/>
            <p:cNvSpPr/>
            <p:nvPr/>
          </p:nvSpPr>
          <p:spPr>
            <a:xfrm>
              <a:off x="22179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5"/>
            <p:cNvSpPr/>
            <p:nvPr/>
          </p:nvSpPr>
          <p:spPr>
            <a:xfrm>
              <a:off x="162904" y="4093642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5"/>
            <p:cNvSpPr/>
            <p:nvPr/>
          </p:nvSpPr>
          <p:spPr>
            <a:xfrm>
              <a:off x="303468" y="4093642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5"/>
            <p:cNvSpPr/>
            <p:nvPr/>
          </p:nvSpPr>
          <p:spPr>
            <a:xfrm>
              <a:off x="444031" y="4093642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5"/>
            <p:cNvSpPr/>
            <p:nvPr/>
          </p:nvSpPr>
          <p:spPr>
            <a:xfrm>
              <a:off x="-821686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5"/>
            <p:cNvSpPr/>
            <p:nvPr/>
          </p:nvSpPr>
          <p:spPr>
            <a:xfrm>
              <a:off x="-681123" y="4222115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5"/>
            <p:cNvSpPr/>
            <p:nvPr/>
          </p:nvSpPr>
          <p:spPr>
            <a:xfrm>
              <a:off x="-540559" y="4222115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5"/>
            <p:cNvSpPr/>
            <p:nvPr/>
          </p:nvSpPr>
          <p:spPr>
            <a:xfrm>
              <a:off x="-399673" y="4222115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5"/>
            <p:cNvSpPr/>
            <p:nvPr/>
          </p:nvSpPr>
          <p:spPr>
            <a:xfrm>
              <a:off x="-259109" y="4222115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5"/>
            <p:cNvSpPr/>
            <p:nvPr/>
          </p:nvSpPr>
          <p:spPr>
            <a:xfrm>
              <a:off x="-118546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5"/>
            <p:cNvSpPr/>
            <p:nvPr/>
          </p:nvSpPr>
          <p:spPr>
            <a:xfrm>
              <a:off x="22179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5"/>
            <p:cNvSpPr/>
            <p:nvPr/>
          </p:nvSpPr>
          <p:spPr>
            <a:xfrm>
              <a:off x="162904" y="42221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5"/>
            <p:cNvSpPr/>
            <p:nvPr/>
          </p:nvSpPr>
          <p:spPr>
            <a:xfrm>
              <a:off x="303468" y="4222115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5"/>
            <p:cNvSpPr/>
            <p:nvPr/>
          </p:nvSpPr>
          <p:spPr>
            <a:xfrm>
              <a:off x="444031" y="4222115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5"/>
            <p:cNvSpPr/>
            <p:nvPr/>
          </p:nvSpPr>
          <p:spPr>
            <a:xfrm>
              <a:off x="-821686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5"/>
            <p:cNvSpPr/>
            <p:nvPr/>
          </p:nvSpPr>
          <p:spPr>
            <a:xfrm>
              <a:off x="-681123" y="4350750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5"/>
            <p:cNvSpPr/>
            <p:nvPr/>
          </p:nvSpPr>
          <p:spPr>
            <a:xfrm>
              <a:off x="-540559" y="4350750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5"/>
            <p:cNvSpPr/>
            <p:nvPr/>
          </p:nvSpPr>
          <p:spPr>
            <a:xfrm>
              <a:off x="-399673" y="4350750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5"/>
            <p:cNvSpPr/>
            <p:nvPr/>
          </p:nvSpPr>
          <p:spPr>
            <a:xfrm>
              <a:off x="-259109" y="4350750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5"/>
            <p:cNvSpPr/>
            <p:nvPr/>
          </p:nvSpPr>
          <p:spPr>
            <a:xfrm>
              <a:off x="-118546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5"/>
            <p:cNvSpPr/>
            <p:nvPr/>
          </p:nvSpPr>
          <p:spPr>
            <a:xfrm>
              <a:off x="22179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5"/>
            <p:cNvSpPr/>
            <p:nvPr/>
          </p:nvSpPr>
          <p:spPr>
            <a:xfrm>
              <a:off x="162904" y="4350750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5"/>
            <p:cNvSpPr/>
            <p:nvPr/>
          </p:nvSpPr>
          <p:spPr>
            <a:xfrm>
              <a:off x="303468" y="4350750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5"/>
            <p:cNvSpPr/>
            <p:nvPr/>
          </p:nvSpPr>
          <p:spPr>
            <a:xfrm>
              <a:off x="444031" y="4350750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5"/>
            <p:cNvSpPr/>
            <p:nvPr/>
          </p:nvSpPr>
          <p:spPr>
            <a:xfrm>
              <a:off x="-821686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5"/>
            <p:cNvSpPr/>
            <p:nvPr/>
          </p:nvSpPr>
          <p:spPr>
            <a:xfrm>
              <a:off x="-681123" y="447922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5"/>
            <p:cNvSpPr/>
            <p:nvPr/>
          </p:nvSpPr>
          <p:spPr>
            <a:xfrm>
              <a:off x="-540559" y="4479223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5"/>
            <p:cNvSpPr/>
            <p:nvPr/>
          </p:nvSpPr>
          <p:spPr>
            <a:xfrm>
              <a:off x="-399673" y="447922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5"/>
            <p:cNvSpPr/>
            <p:nvPr/>
          </p:nvSpPr>
          <p:spPr>
            <a:xfrm>
              <a:off x="-259109" y="4479223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5"/>
            <p:cNvSpPr/>
            <p:nvPr/>
          </p:nvSpPr>
          <p:spPr>
            <a:xfrm>
              <a:off x="-118546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5"/>
            <p:cNvSpPr/>
            <p:nvPr/>
          </p:nvSpPr>
          <p:spPr>
            <a:xfrm>
              <a:off x="22179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5"/>
            <p:cNvSpPr/>
            <p:nvPr/>
          </p:nvSpPr>
          <p:spPr>
            <a:xfrm>
              <a:off x="162904" y="447922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5"/>
            <p:cNvSpPr/>
            <p:nvPr/>
          </p:nvSpPr>
          <p:spPr>
            <a:xfrm>
              <a:off x="303468" y="447922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5"/>
            <p:cNvSpPr/>
            <p:nvPr/>
          </p:nvSpPr>
          <p:spPr>
            <a:xfrm>
              <a:off x="444031" y="4479223"/>
              <a:ext cx="75924" cy="75600"/>
            </a:xfrm>
            <a:custGeom>
              <a:avLst/>
              <a:gdLst/>
              <a:ahLst/>
              <a:cxnLst/>
              <a:rect l="l" t="t" r="r" b="b"/>
              <a:pathLst>
                <a:path w="471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5"/>
            <p:cNvSpPr/>
            <p:nvPr/>
          </p:nvSpPr>
          <p:spPr>
            <a:xfrm>
              <a:off x="-821686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5"/>
            <p:cNvSpPr/>
            <p:nvPr/>
          </p:nvSpPr>
          <p:spPr>
            <a:xfrm>
              <a:off x="-681123" y="4607697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5"/>
            <p:cNvSpPr/>
            <p:nvPr/>
          </p:nvSpPr>
          <p:spPr>
            <a:xfrm>
              <a:off x="-540559" y="4607697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5"/>
            <p:cNvSpPr/>
            <p:nvPr/>
          </p:nvSpPr>
          <p:spPr>
            <a:xfrm>
              <a:off x="-399673" y="4607697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5"/>
            <p:cNvSpPr/>
            <p:nvPr/>
          </p:nvSpPr>
          <p:spPr>
            <a:xfrm>
              <a:off x="-259109" y="4607697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5"/>
            <p:cNvSpPr/>
            <p:nvPr/>
          </p:nvSpPr>
          <p:spPr>
            <a:xfrm>
              <a:off x="-118546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5"/>
            <p:cNvSpPr/>
            <p:nvPr/>
          </p:nvSpPr>
          <p:spPr>
            <a:xfrm>
              <a:off x="22179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5"/>
            <p:cNvSpPr/>
            <p:nvPr/>
          </p:nvSpPr>
          <p:spPr>
            <a:xfrm>
              <a:off x="162904" y="4607697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5"/>
            <p:cNvSpPr/>
            <p:nvPr/>
          </p:nvSpPr>
          <p:spPr>
            <a:xfrm>
              <a:off x="303468" y="4607697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5"/>
            <p:cNvSpPr/>
            <p:nvPr/>
          </p:nvSpPr>
          <p:spPr>
            <a:xfrm>
              <a:off x="444031" y="4607697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5"/>
            <p:cNvSpPr/>
            <p:nvPr/>
          </p:nvSpPr>
          <p:spPr>
            <a:xfrm>
              <a:off x="-821686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5"/>
            <p:cNvSpPr/>
            <p:nvPr/>
          </p:nvSpPr>
          <p:spPr>
            <a:xfrm>
              <a:off x="-681123" y="473633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5"/>
            <p:cNvSpPr/>
            <p:nvPr/>
          </p:nvSpPr>
          <p:spPr>
            <a:xfrm>
              <a:off x="-540559" y="4736331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5"/>
            <p:cNvSpPr/>
            <p:nvPr/>
          </p:nvSpPr>
          <p:spPr>
            <a:xfrm>
              <a:off x="-399673" y="473633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5"/>
            <p:cNvSpPr/>
            <p:nvPr/>
          </p:nvSpPr>
          <p:spPr>
            <a:xfrm>
              <a:off x="-259109" y="4736331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5"/>
            <p:cNvSpPr/>
            <p:nvPr/>
          </p:nvSpPr>
          <p:spPr>
            <a:xfrm>
              <a:off x="-118546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5"/>
            <p:cNvSpPr/>
            <p:nvPr/>
          </p:nvSpPr>
          <p:spPr>
            <a:xfrm>
              <a:off x="22179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5"/>
            <p:cNvSpPr/>
            <p:nvPr/>
          </p:nvSpPr>
          <p:spPr>
            <a:xfrm>
              <a:off x="162904" y="47363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5"/>
            <p:cNvSpPr/>
            <p:nvPr/>
          </p:nvSpPr>
          <p:spPr>
            <a:xfrm>
              <a:off x="303468" y="473633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5"/>
            <p:cNvSpPr/>
            <p:nvPr/>
          </p:nvSpPr>
          <p:spPr>
            <a:xfrm>
              <a:off x="444031" y="4736331"/>
              <a:ext cx="75924" cy="75762"/>
            </a:xfrm>
            <a:custGeom>
              <a:avLst/>
              <a:gdLst/>
              <a:ahLst/>
              <a:cxnLst/>
              <a:rect l="l" t="t" r="r" b="b"/>
              <a:pathLst>
                <a:path w="471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1" name="Google Shape;5111;p5"/>
          <p:cNvGrpSpPr/>
          <p:nvPr/>
        </p:nvGrpSpPr>
        <p:grpSpPr>
          <a:xfrm>
            <a:off x="8301781" y="2849300"/>
            <a:ext cx="595691" cy="1438182"/>
            <a:chOff x="-2077087" y="2330800"/>
            <a:chExt cx="1110328" cy="2680675"/>
          </a:xfrm>
        </p:grpSpPr>
        <p:sp>
          <p:nvSpPr>
            <p:cNvPr id="5112" name="Google Shape;5112;p5"/>
            <p:cNvSpPr/>
            <p:nvPr/>
          </p:nvSpPr>
          <p:spPr>
            <a:xfrm>
              <a:off x="-2055003" y="2578881"/>
              <a:ext cx="1066160" cy="2432594"/>
            </a:xfrm>
            <a:custGeom>
              <a:avLst/>
              <a:gdLst/>
              <a:ahLst/>
              <a:cxnLst/>
              <a:rect l="l" t="t" r="r" b="b"/>
              <a:pathLst>
                <a:path w="6614" h="15091" extrusionOk="0">
                  <a:moveTo>
                    <a:pt x="1" y="1"/>
                  </a:moveTo>
                  <a:lnTo>
                    <a:pt x="1" y="15090"/>
                  </a:lnTo>
                  <a:lnTo>
                    <a:pt x="6614" y="15090"/>
                  </a:lnTo>
                  <a:lnTo>
                    <a:pt x="66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5"/>
            <p:cNvSpPr/>
            <p:nvPr/>
          </p:nvSpPr>
          <p:spPr>
            <a:xfrm>
              <a:off x="-1937652" y="2454599"/>
              <a:ext cx="831296" cy="124443"/>
            </a:xfrm>
            <a:custGeom>
              <a:avLst/>
              <a:gdLst/>
              <a:ahLst/>
              <a:cxnLst/>
              <a:rect l="l" t="t" r="r" b="b"/>
              <a:pathLst>
                <a:path w="5157" h="772" extrusionOk="0">
                  <a:moveTo>
                    <a:pt x="1" y="1"/>
                  </a:moveTo>
                  <a:lnTo>
                    <a:pt x="1" y="772"/>
                  </a:lnTo>
                  <a:lnTo>
                    <a:pt x="5157" y="772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5"/>
            <p:cNvSpPr/>
            <p:nvPr/>
          </p:nvSpPr>
          <p:spPr>
            <a:xfrm>
              <a:off x="-1349928" y="2330800"/>
              <a:ext cx="182476" cy="124120"/>
            </a:xfrm>
            <a:custGeom>
              <a:avLst/>
              <a:gdLst/>
              <a:ahLst/>
              <a:cxnLst/>
              <a:rect l="l" t="t" r="r" b="b"/>
              <a:pathLst>
                <a:path w="1132" h="770" extrusionOk="0">
                  <a:moveTo>
                    <a:pt x="1" y="0"/>
                  </a:moveTo>
                  <a:lnTo>
                    <a:pt x="1" y="770"/>
                  </a:lnTo>
                  <a:lnTo>
                    <a:pt x="1131" y="770"/>
                  </a:lnTo>
                  <a:lnTo>
                    <a:pt x="1131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5"/>
            <p:cNvSpPr/>
            <p:nvPr/>
          </p:nvSpPr>
          <p:spPr>
            <a:xfrm>
              <a:off x="-2024215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5"/>
            <p:cNvSpPr/>
            <p:nvPr/>
          </p:nvSpPr>
          <p:spPr>
            <a:xfrm>
              <a:off x="-1918953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5"/>
            <p:cNvSpPr/>
            <p:nvPr/>
          </p:nvSpPr>
          <p:spPr>
            <a:xfrm>
              <a:off x="-1813530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5"/>
            <p:cNvSpPr/>
            <p:nvPr/>
          </p:nvSpPr>
          <p:spPr>
            <a:xfrm>
              <a:off x="-1708269" y="2620470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5"/>
            <p:cNvSpPr/>
            <p:nvPr/>
          </p:nvSpPr>
          <p:spPr>
            <a:xfrm>
              <a:off x="-1602846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5"/>
            <p:cNvSpPr/>
            <p:nvPr/>
          </p:nvSpPr>
          <p:spPr>
            <a:xfrm>
              <a:off x="-1497585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5"/>
            <p:cNvSpPr/>
            <p:nvPr/>
          </p:nvSpPr>
          <p:spPr>
            <a:xfrm>
              <a:off x="-1392323" y="2620470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5"/>
            <p:cNvSpPr/>
            <p:nvPr/>
          </p:nvSpPr>
          <p:spPr>
            <a:xfrm>
              <a:off x="-1287062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5"/>
            <p:cNvSpPr/>
            <p:nvPr/>
          </p:nvSpPr>
          <p:spPr>
            <a:xfrm>
              <a:off x="-1181478" y="2620470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5"/>
            <p:cNvSpPr/>
            <p:nvPr/>
          </p:nvSpPr>
          <p:spPr>
            <a:xfrm>
              <a:off x="-1076377" y="2620470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5"/>
            <p:cNvSpPr/>
            <p:nvPr/>
          </p:nvSpPr>
          <p:spPr>
            <a:xfrm>
              <a:off x="-2024215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5"/>
            <p:cNvSpPr/>
            <p:nvPr/>
          </p:nvSpPr>
          <p:spPr>
            <a:xfrm>
              <a:off x="-1918953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5"/>
            <p:cNvSpPr/>
            <p:nvPr/>
          </p:nvSpPr>
          <p:spPr>
            <a:xfrm>
              <a:off x="-1813530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5"/>
            <p:cNvSpPr/>
            <p:nvPr/>
          </p:nvSpPr>
          <p:spPr>
            <a:xfrm>
              <a:off x="-1708269" y="2716704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5"/>
            <p:cNvSpPr/>
            <p:nvPr/>
          </p:nvSpPr>
          <p:spPr>
            <a:xfrm>
              <a:off x="-1602846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5"/>
            <p:cNvSpPr/>
            <p:nvPr/>
          </p:nvSpPr>
          <p:spPr>
            <a:xfrm>
              <a:off x="-1497585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5"/>
            <p:cNvSpPr/>
            <p:nvPr/>
          </p:nvSpPr>
          <p:spPr>
            <a:xfrm>
              <a:off x="-1392323" y="2716704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5"/>
            <p:cNvSpPr/>
            <p:nvPr/>
          </p:nvSpPr>
          <p:spPr>
            <a:xfrm>
              <a:off x="-1287062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5"/>
            <p:cNvSpPr/>
            <p:nvPr/>
          </p:nvSpPr>
          <p:spPr>
            <a:xfrm>
              <a:off x="-1181478" y="2716704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5"/>
            <p:cNvSpPr/>
            <p:nvPr/>
          </p:nvSpPr>
          <p:spPr>
            <a:xfrm>
              <a:off x="-1076377" y="27167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5"/>
            <p:cNvSpPr/>
            <p:nvPr/>
          </p:nvSpPr>
          <p:spPr>
            <a:xfrm>
              <a:off x="-2024215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5"/>
            <p:cNvSpPr/>
            <p:nvPr/>
          </p:nvSpPr>
          <p:spPr>
            <a:xfrm>
              <a:off x="-1918953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5"/>
            <p:cNvSpPr/>
            <p:nvPr/>
          </p:nvSpPr>
          <p:spPr>
            <a:xfrm>
              <a:off x="-1813530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5"/>
            <p:cNvSpPr/>
            <p:nvPr/>
          </p:nvSpPr>
          <p:spPr>
            <a:xfrm>
              <a:off x="-1708269" y="2812938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5"/>
            <p:cNvSpPr/>
            <p:nvPr/>
          </p:nvSpPr>
          <p:spPr>
            <a:xfrm>
              <a:off x="-1602846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5"/>
            <p:cNvSpPr/>
            <p:nvPr/>
          </p:nvSpPr>
          <p:spPr>
            <a:xfrm>
              <a:off x="-1497585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5"/>
            <p:cNvSpPr/>
            <p:nvPr/>
          </p:nvSpPr>
          <p:spPr>
            <a:xfrm>
              <a:off x="-1392323" y="2812938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5"/>
            <p:cNvSpPr/>
            <p:nvPr/>
          </p:nvSpPr>
          <p:spPr>
            <a:xfrm>
              <a:off x="-1287062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5"/>
            <p:cNvSpPr/>
            <p:nvPr/>
          </p:nvSpPr>
          <p:spPr>
            <a:xfrm>
              <a:off x="-1181478" y="2812938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5"/>
            <p:cNvSpPr/>
            <p:nvPr/>
          </p:nvSpPr>
          <p:spPr>
            <a:xfrm>
              <a:off x="-1076377" y="28129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5"/>
            <p:cNvSpPr/>
            <p:nvPr/>
          </p:nvSpPr>
          <p:spPr>
            <a:xfrm>
              <a:off x="-2024215" y="290933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5"/>
            <p:cNvSpPr/>
            <p:nvPr/>
          </p:nvSpPr>
          <p:spPr>
            <a:xfrm>
              <a:off x="-1918953" y="290933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5"/>
            <p:cNvSpPr/>
            <p:nvPr/>
          </p:nvSpPr>
          <p:spPr>
            <a:xfrm>
              <a:off x="-1813530" y="290933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5"/>
            <p:cNvSpPr/>
            <p:nvPr/>
          </p:nvSpPr>
          <p:spPr>
            <a:xfrm>
              <a:off x="-1708269" y="2909334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5"/>
            <p:cNvSpPr/>
            <p:nvPr/>
          </p:nvSpPr>
          <p:spPr>
            <a:xfrm>
              <a:off x="-2077087" y="2909334"/>
              <a:ext cx="1110328" cy="56579"/>
            </a:xfrm>
            <a:custGeom>
              <a:avLst/>
              <a:gdLst/>
              <a:ahLst/>
              <a:cxnLst/>
              <a:rect l="l" t="t" r="r" b="b"/>
              <a:pathLst>
                <a:path w="6888" h="351" extrusionOk="0">
                  <a:moveTo>
                    <a:pt x="1" y="0"/>
                  </a:moveTo>
                  <a:lnTo>
                    <a:pt x="1" y="350"/>
                  </a:lnTo>
                  <a:lnTo>
                    <a:pt x="6888" y="350"/>
                  </a:lnTo>
                  <a:lnTo>
                    <a:pt x="6888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5"/>
            <p:cNvSpPr/>
            <p:nvPr/>
          </p:nvSpPr>
          <p:spPr>
            <a:xfrm>
              <a:off x="-2024215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5"/>
            <p:cNvSpPr/>
            <p:nvPr/>
          </p:nvSpPr>
          <p:spPr>
            <a:xfrm>
              <a:off x="-1918953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5"/>
            <p:cNvSpPr/>
            <p:nvPr/>
          </p:nvSpPr>
          <p:spPr>
            <a:xfrm>
              <a:off x="-1813530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5"/>
            <p:cNvSpPr/>
            <p:nvPr/>
          </p:nvSpPr>
          <p:spPr>
            <a:xfrm>
              <a:off x="-1708269" y="3005406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5"/>
            <p:cNvSpPr/>
            <p:nvPr/>
          </p:nvSpPr>
          <p:spPr>
            <a:xfrm>
              <a:off x="-1602846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5"/>
            <p:cNvSpPr/>
            <p:nvPr/>
          </p:nvSpPr>
          <p:spPr>
            <a:xfrm>
              <a:off x="-1497585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5"/>
            <p:cNvSpPr/>
            <p:nvPr/>
          </p:nvSpPr>
          <p:spPr>
            <a:xfrm>
              <a:off x="-1392323" y="3005406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5"/>
            <p:cNvSpPr/>
            <p:nvPr/>
          </p:nvSpPr>
          <p:spPr>
            <a:xfrm>
              <a:off x="-1287062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5"/>
            <p:cNvSpPr/>
            <p:nvPr/>
          </p:nvSpPr>
          <p:spPr>
            <a:xfrm>
              <a:off x="-1181478" y="3005406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5"/>
            <p:cNvSpPr/>
            <p:nvPr/>
          </p:nvSpPr>
          <p:spPr>
            <a:xfrm>
              <a:off x="-1076377" y="3005406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5"/>
            <p:cNvSpPr/>
            <p:nvPr/>
          </p:nvSpPr>
          <p:spPr>
            <a:xfrm>
              <a:off x="-2024215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5"/>
            <p:cNvSpPr/>
            <p:nvPr/>
          </p:nvSpPr>
          <p:spPr>
            <a:xfrm>
              <a:off x="-1918953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5"/>
            <p:cNvSpPr/>
            <p:nvPr/>
          </p:nvSpPr>
          <p:spPr>
            <a:xfrm>
              <a:off x="-1813530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5"/>
            <p:cNvSpPr/>
            <p:nvPr/>
          </p:nvSpPr>
          <p:spPr>
            <a:xfrm>
              <a:off x="-1708269" y="3101641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5"/>
            <p:cNvSpPr/>
            <p:nvPr/>
          </p:nvSpPr>
          <p:spPr>
            <a:xfrm>
              <a:off x="-1602846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5"/>
            <p:cNvSpPr/>
            <p:nvPr/>
          </p:nvSpPr>
          <p:spPr>
            <a:xfrm>
              <a:off x="-1497585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5"/>
            <p:cNvSpPr/>
            <p:nvPr/>
          </p:nvSpPr>
          <p:spPr>
            <a:xfrm>
              <a:off x="-1392323" y="3101641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5"/>
            <p:cNvSpPr/>
            <p:nvPr/>
          </p:nvSpPr>
          <p:spPr>
            <a:xfrm>
              <a:off x="-1287062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5"/>
            <p:cNvSpPr/>
            <p:nvPr/>
          </p:nvSpPr>
          <p:spPr>
            <a:xfrm>
              <a:off x="-1181478" y="3101641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5"/>
            <p:cNvSpPr/>
            <p:nvPr/>
          </p:nvSpPr>
          <p:spPr>
            <a:xfrm>
              <a:off x="-1076377" y="310164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5"/>
            <p:cNvSpPr/>
            <p:nvPr/>
          </p:nvSpPr>
          <p:spPr>
            <a:xfrm>
              <a:off x="-2024215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5"/>
            <p:cNvSpPr/>
            <p:nvPr/>
          </p:nvSpPr>
          <p:spPr>
            <a:xfrm>
              <a:off x="-1918953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5"/>
            <p:cNvSpPr/>
            <p:nvPr/>
          </p:nvSpPr>
          <p:spPr>
            <a:xfrm>
              <a:off x="-1813530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5"/>
            <p:cNvSpPr/>
            <p:nvPr/>
          </p:nvSpPr>
          <p:spPr>
            <a:xfrm>
              <a:off x="-1708269" y="3197875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5"/>
            <p:cNvSpPr/>
            <p:nvPr/>
          </p:nvSpPr>
          <p:spPr>
            <a:xfrm>
              <a:off x="-1602846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5"/>
            <p:cNvSpPr/>
            <p:nvPr/>
          </p:nvSpPr>
          <p:spPr>
            <a:xfrm>
              <a:off x="-1497585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5"/>
            <p:cNvSpPr/>
            <p:nvPr/>
          </p:nvSpPr>
          <p:spPr>
            <a:xfrm>
              <a:off x="-1392323" y="3197875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5"/>
            <p:cNvSpPr/>
            <p:nvPr/>
          </p:nvSpPr>
          <p:spPr>
            <a:xfrm>
              <a:off x="-1287062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5"/>
            <p:cNvSpPr/>
            <p:nvPr/>
          </p:nvSpPr>
          <p:spPr>
            <a:xfrm>
              <a:off x="-1181478" y="3197875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5"/>
            <p:cNvSpPr/>
            <p:nvPr/>
          </p:nvSpPr>
          <p:spPr>
            <a:xfrm>
              <a:off x="-1076377" y="31978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5"/>
            <p:cNvSpPr/>
            <p:nvPr/>
          </p:nvSpPr>
          <p:spPr>
            <a:xfrm>
              <a:off x="-2024215" y="32941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5"/>
            <p:cNvSpPr/>
            <p:nvPr/>
          </p:nvSpPr>
          <p:spPr>
            <a:xfrm>
              <a:off x="-1918953" y="32941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5"/>
            <p:cNvSpPr/>
            <p:nvPr/>
          </p:nvSpPr>
          <p:spPr>
            <a:xfrm>
              <a:off x="-1813530" y="32941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5"/>
            <p:cNvSpPr/>
            <p:nvPr/>
          </p:nvSpPr>
          <p:spPr>
            <a:xfrm>
              <a:off x="-1708269" y="3294109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5"/>
            <p:cNvSpPr/>
            <p:nvPr/>
          </p:nvSpPr>
          <p:spPr>
            <a:xfrm>
              <a:off x="-1602846" y="32941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5"/>
            <p:cNvSpPr/>
            <p:nvPr/>
          </p:nvSpPr>
          <p:spPr>
            <a:xfrm>
              <a:off x="-2077087" y="3294109"/>
              <a:ext cx="1110328" cy="56741"/>
            </a:xfrm>
            <a:custGeom>
              <a:avLst/>
              <a:gdLst/>
              <a:ahLst/>
              <a:cxnLst/>
              <a:rect l="l" t="t" r="r" b="b"/>
              <a:pathLst>
                <a:path w="6888" h="352" extrusionOk="0">
                  <a:moveTo>
                    <a:pt x="1" y="0"/>
                  </a:moveTo>
                  <a:lnTo>
                    <a:pt x="1" y="351"/>
                  </a:lnTo>
                  <a:lnTo>
                    <a:pt x="6888" y="351"/>
                  </a:lnTo>
                  <a:lnTo>
                    <a:pt x="6888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5"/>
            <p:cNvSpPr/>
            <p:nvPr/>
          </p:nvSpPr>
          <p:spPr>
            <a:xfrm>
              <a:off x="-2024215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5"/>
            <p:cNvSpPr/>
            <p:nvPr/>
          </p:nvSpPr>
          <p:spPr>
            <a:xfrm>
              <a:off x="-1918953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5"/>
            <p:cNvSpPr/>
            <p:nvPr/>
          </p:nvSpPr>
          <p:spPr>
            <a:xfrm>
              <a:off x="-1813530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5"/>
            <p:cNvSpPr/>
            <p:nvPr/>
          </p:nvSpPr>
          <p:spPr>
            <a:xfrm>
              <a:off x="-1708269" y="3390504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5"/>
            <p:cNvSpPr/>
            <p:nvPr/>
          </p:nvSpPr>
          <p:spPr>
            <a:xfrm>
              <a:off x="-1602846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5"/>
            <p:cNvSpPr/>
            <p:nvPr/>
          </p:nvSpPr>
          <p:spPr>
            <a:xfrm>
              <a:off x="-1497585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5"/>
            <p:cNvSpPr/>
            <p:nvPr/>
          </p:nvSpPr>
          <p:spPr>
            <a:xfrm>
              <a:off x="-1392323" y="3390504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5"/>
            <p:cNvSpPr/>
            <p:nvPr/>
          </p:nvSpPr>
          <p:spPr>
            <a:xfrm>
              <a:off x="-1287062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5"/>
            <p:cNvSpPr/>
            <p:nvPr/>
          </p:nvSpPr>
          <p:spPr>
            <a:xfrm>
              <a:off x="-1181478" y="3390504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5"/>
            <p:cNvSpPr/>
            <p:nvPr/>
          </p:nvSpPr>
          <p:spPr>
            <a:xfrm>
              <a:off x="-1076377" y="3390504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5"/>
            <p:cNvSpPr/>
            <p:nvPr/>
          </p:nvSpPr>
          <p:spPr>
            <a:xfrm>
              <a:off x="-2024215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5"/>
            <p:cNvSpPr/>
            <p:nvPr/>
          </p:nvSpPr>
          <p:spPr>
            <a:xfrm>
              <a:off x="-1918953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5"/>
            <p:cNvSpPr/>
            <p:nvPr/>
          </p:nvSpPr>
          <p:spPr>
            <a:xfrm>
              <a:off x="-1813530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5"/>
            <p:cNvSpPr/>
            <p:nvPr/>
          </p:nvSpPr>
          <p:spPr>
            <a:xfrm>
              <a:off x="-1708269" y="3486577"/>
              <a:ext cx="56580" cy="56902"/>
            </a:xfrm>
            <a:custGeom>
              <a:avLst/>
              <a:gdLst/>
              <a:ahLst/>
              <a:cxnLst/>
              <a:rect l="l" t="t" r="r" b="b"/>
              <a:pathLst>
                <a:path w="351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5"/>
            <p:cNvSpPr/>
            <p:nvPr/>
          </p:nvSpPr>
          <p:spPr>
            <a:xfrm>
              <a:off x="-1602846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5"/>
            <p:cNvSpPr/>
            <p:nvPr/>
          </p:nvSpPr>
          <p:spPr>
            <a:xfrm>
              <a:off x="-1497585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5"/>
            <p:cNvSpPr/>
            <p:nvPr/>
          </p:nvSpPr>
          <p:spPr>
            <a:xfrm>
              <a:off x="-1392323" y="3486577"/>
              <a:ext cx="56903" cy="56902"/>
            </a:xfrm>
            <a:custGeom>
              <a:avLst/>
              <a:gdLst/>
              <a:ahLst/>
              <a:cxnLst/>
              <a:rect l="l" t="t" r="r" b="b"/>
              <a:pathLst>
                <a:path w="353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5"/>
            <p:cNvSpPr/>
            <p:nvPr/>
          </p:nvSpPr>
          <p:spPr>
            <a:xfrm>
              <a:off x="-1287062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5"/>
            <p:cNvSpPr/>
            <p:nvPr/>
          </p:nvSpPr>
          <p:spPr>
            <a:xfrm>
              <a:off x="-1181478" y="3486577"/>
              <a:ext cx="56580" cy="56902"/>
            </a:xfrm>
            <a:custGeom>
              <a:avLst/>
              <a:gdLst/>
              <a:ahLst/>
              <a:cxnLst/>
              <a:rect l="l" t="t" r="r" b="b"/>
              <a:pathLst>
                <a:path w="351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5"/>
            <p:cNvSpPr/>
            <p:nvPr/>
          </p:nvSpPr>
          <p:spPr>
            <a:xfrm>
              <a:off x="-1076377" y="3486577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5"/>
            <p:cNvSpPr/>
            <p:nvPr/>
          </p:nvSpPr>
          <p:spPr>
            <a:xfrm>
              <a:off x="-2024215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5"/>
            <p:cNvSpPr/>
            <p:nvPr/>
          </p:nvSpPr>
          <p:spPr>
            <a:xfrm>
              <a:off x="-1918953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5"/>
            <p:cNvSpPr/>
            <p:nvPr/>
          </p:nvSpPr>
          <p:spPr>
            <a:xfrm>
              <a:off x="-1813530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5"/>
            <p:cNvSpPr/>
            <p:nvPr/>
          </p:nvSpPr>
          <p:spPr>
            <a:xfrm>
              <a:off x="-1708269" y="3582811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5"/>
            <p:cNvSpPr/>
            <p:nvPr/>
          </p:nvSpPr>
          <p:spPr>
            <a:xfrm>
              <a:off x="-1602846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5"/>
            <p:cNvSpPr/>
            <p:nvPr/>
          </p:nvSpPr>
          <p:spPr>
            <a:xfrm>
              <a:off x="-1497585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5"/>
            <p:cNvSpPr/>
            <p:nvPr/>
          </p:nvSpPr>
          <p:spPr>
            <a:xfrm>
              <a:off x="-1392323" y="3582811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5"/>
            <p:cNvSpPr/>
            <p:nvPr/>
          </p:nvSpPr>
          <p:spPr>
            <a:xfrm>
              <a:off x="-1287062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5"/>
            <p:cNvSpPr/>
            <p:nvPr/>
          </p:nvSpPr>
          <p:spPr>
            <a:xfrm>
              <a:off x="-1181478" y="3582811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5"/>
            <p:cNvSpPr/>
            <p:nvPr/>
          </p:nvSpPr>
          <p:spPr>
            <a:xfrm>
              <a:off x="-1076377" y="3582811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5"/>
            <p:cNvSpPr/>
            <p:nvPr/>
          </p:nvSpPr>
          <p:spPr>
            <a:xfrm>
              <a:off x="-2024215" y="3679207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5"/>
            <p:cNvSpPr/>
            <p:nvPr/>
          </p:nvSpPr>
          <p:spPr>
            <a:xfrm>
              <a:off x="-1918953" y="3679207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5"/>
            <p:cNvSpPr/>
            <p:nvPr/>
          </p:nvSpPr>
          <p:spPr>
            <a:xfrm>
              <a:off x="-1813530" y="3679207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5"/>
            <p:cNvSpPr/>
            <p:nvPr/>
          </p:nvSpPr>
          <p:spPr>
            <a:xfrm>
              <a:off x="-1708269" y="3679207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5"/>
            <p:cNvSpPr/>
            <p:nvPr/>
          </p:nvSpPr>
          <p:spPr>
            <a:xfrm>
              <a:off x="-1602846" y="3679207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5"/>
            <p:cNvSpPr/>
            <p:nvPr/>
          </p:nvSpPr>
          <p:spPr>
            <a:xfrm>
              <a:off x="-2077087" y="3679207"/>
              <a:ext cx="1110328" cy="56579"/>
            </a:xfrm>
            <a:custGeom>
              <a:avLst/>
              <a:gdLst/>
              <a:ahLst/>
              <a:cxnLst/>
              <a:rect l="l" t="t" r="r" b="b"/>
              <a:pathLst>
                <a:path w="6888" h="351" extrusionOk="0">
                  <a:moveTo>
                    <a:pt x="1" y="0"/>
                  </a:moveTo>
                  <a:lnTo>
                    <a:pt x="1" y="351"/>
                  </a:lnTo>
                  <a:lnTo>
                    <a:pt x="6888" y="351"/>
                  </a:lnTo>
                  <a:lnTo>
                    <a:pt x="6888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5"/>
            <p:cNvSpPr/>
            <p:nvPr/>
          </p:nvSpPr>
          <p:spPr>
            <a:xfrm>
              <a:off x="-2024215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5"/>
            <p:cNvSpPr/>
            <p:nvPr/>
          </p:nvSpPr>
          <p:spPr>
            <a:xfrm>
              <a:off x="-1918953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5"/>
            <p:cNvSpPr/>
            <p:nvPr/>
          </p:nvSpPr>
          <p:spPr>
            <a:xfrm>
              <a:off x="-1813530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5"/>
            <p:cNvSpPr/>
            <p:nvPr/>
          </p:nvSpPr>
          <p:spPr>
            <a:xfrm>
              <a:off x="-1708269" y="3775441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5"/>
            <p:cNvSpPr/>
            <p:nvPr/>
          </p:nvSpPr>
          <p:spPr>
            <a:xfrm>
              <a:off x="-1602846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5"/>
            <p:cNvSpPr/>
            <p:nvPr/>
          </p:nvSpPr>
          <p:spPr>
            <a:xfrm>
              <a:off x="-1497585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5"/>
            <p:cNvSpPr/>
            <p:nvPr/>
          </p:nvSpPr>
          <p:spPr>
            <a:xfrm>
              <a:off x="-1392323" y="3775441"/>
              <a:ext cx="56903" cy="56579"/>
            </a:xfrm>
            <a:custGeom>
              <a:avLst/>
              <a:gdLst/>
              <a:ahLst/>
              <a:cxnLst/>
              <a:rect l="l" t="t" r="r" b="b"/>
              <a:pathLst>
                <a:path w="353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5"/>
            <p:cNvSpPr/>
            <p:nvPr/>
          </p:nvSpPr>
          <p:spPr>
            <a:xfrm>
              <a:off x="-1287062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5"/>
            <p:cNvSpPr/>
            <p:nvPr/>
          </p:nvSpPr>
          <p:spPr>
            <a:xfrm>
              <a:off x="-1181478" y="3775441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5"/>
            <p:cNvSpPr/>
            <p:nvPr/>
          </p:nvSpPr>
          <p:spPr>
            <a:xfrm>
              <a:off x="-1076377" y="3775441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5"/>
            <p:cNvSpPr/>
            <p:nvPr/>
          </p:nvSpPr>
          <p:spPr>
            <a:xfrm>
              <a:off x="-2024215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5"/>
            <p:cNvSpPr/>
            <p:nvPr/>
          </p:nvSpPr>
          <p:spPr>
            <a:xfrm>
              <a:off x="-1918953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5"/>
            <p:cNvSpPr/>
            <p:nvPr/>
          </p:nvSpPr>
          <p:spPr>
            <a:xfrm>
              <a:off x="-1813530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5"/>
            <p:cNvSpPr/>
            <p:nvPr/>
          </p:nvSpPr>
          <p:spPr>
            <a:xfrm>
              <a:off x="-1708269" y="3871675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5"/>
            <p:cNvSpPr/>
            <p:nvPr/>
          </p:nvSpPr>
          <p:spPr>
            <a:xfrm>
              <a:off x="-1602846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"/>
            <p:cNvSpPr/>
            <p:nvPr/>
          </p:nvSpPr>
          <p:spPr>
            <a:xfrm>
              <a:off x="-1497585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5"/>
            <p:cNvSpPr/>
            <p:nvPr/>
          </p:nvSpPr>
          <p:spPr>
            <a:xfrm>
              <a:off x="-1392323" y="3871675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5"/>
            <p:cNvSpPr/>
            <p:nvPr/>
          </p:nvSpPr>
          <p:spPr>
            <a:xfrm>
              <a:off x="-1287062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5"/>
            <p:cNvSpPr/>
            <p:nvPr/>
          </p:nvSpPr>
          <p:spPr>
            <a:xfrm>
              <a:off x="-1181478" y="3871675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5"/>
            <p:cNvSpPr/>
            <p:nvPr/>
          </p:nvSpPr>
          <p:spPr>
            <a:xfrm>
              <a:off x="-1076377" y="38716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5"/>
            <p:cNvSpPr/>
            <p:nvPr/>
          </p:nvSpPr>
          <p:spPr>
            <a:xfrm>
              <a:off x="-2024215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5"/>
            <p:cNvSpPr/>
            <p:nvPr/>
          </p:nvSpPr>
          <p:spPr>
            <a:xfrm>
              <a:off x="-1918953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5"/>
            <p:cNvSpPr/>
            <p:nvPr/>
          </p:nvSpPr>
          <p:spPr>
            <a:xfrm>
              <a:off x="-1813530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5"/>
            <p:cNvSpPr/>
            <p:nvPr/>
          </p:nvSpPr>
          <p:spPr>
            <a:xfrm>
              <a:off x="-1708269" y="3967748"/>
              <a:ext cx="56580" cy="56902"/>
            </a:xfrm>
            <a:custGeom>
              <a:avLst/>
              <a:gdLst/>
              <a:ahLst/>
              <a:cxnLst/>
              <a:rect l="l" t="t" r="r" b="b"/>
              <a:pathLst>
                <a:path w="351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5"/>
            <p:cNvSpPr/>
            <p:nvPr/>
          </p:nvSpPr>
          <p:spPr>
            <a:xfrm>
              <a:off x="-1602846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5"/>
            <p:cNvSpPr/>
            <p:nvPr/>
          </p:nvSpPr>
          <p:spPr>
            <a:xfrm>
              <a:off x="-1497585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5"/>
            <p:cNvSpPr/>
            <p:nvPr/>
          </p:nvSpPr>
          <p:spPr>
            <a:xfrm>
              <a:off x="-1392323" y="3967748"/>
              <a:ext cx="56903" cy="56902"/>
            </a:xfrm>
            <a:custGeom>
              <a:avLst/>
              <a:gdLst/>
              <a:ahLst/>
              <a:cxnLst/>
              <a:rect l="l" t="t" r="r" b="b"/>
              <a:pathLst>
                <a:path w="353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5"/>
            <p:cNvSpPr/>
            <p:nvPr/>
          </p:nvSpPr>
          <p:spPr>
            <a:xfrm>
              <a:off x="-1287062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5"/>
            <p:cNvSpPr/>
            <p:nvPr/>
          </p:nvSpPr>
          <p:spPr>
            <a:xfrm>
              <a:off x="-1181478" y="3967748"/>
              <a:ext cx="56580" cy="56902"/>
            </a:xfrm>
            <a:custGeom>
              <a:avLst/>
              <a:gdLst/>
              <a:ahLst/>
              <a:cxnLst/>
              <a:rect l="l" t="t" r="r" b="b"/>
              <a:pathLst>
                <a:path w="351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5"/>
            <p:cNvSpPr/>
            <p:nvPr/>
          </p:nvSpPr>
          <p:spPr>
            <a:xfrm>
              <a:off x="-1076377" y="3967748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5"/>
            <p:cNvSpPr/>
            <p:nvPr/>
          </p:nvSpPr>
          <p:spPr>
            <a:xfrm>
              <a:off x="-2024215" y="4064143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1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5"/>
            <p:cNvSpPr/>
            <p:nvPr/>
          </p:nvSpPr>
          <p:spPr>
            <a:xfrm>
              <a:off x="-1918953" y="4064143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1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5"/>
            <p:cNvSpPr/>
            <p:nvPr/>
          </p:nvSpPr>
          <p:spPr>
            <a:xfrm>
              <a:off x="-1813530" y="4064143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1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5"/>
            <p:cNvSpPr/>
            <p:nvPr/>
          </p:nvSpPr>
          <p:spPr>
            <a:xfrm>
              <a:off x="-1708269" y="4064143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" y="1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5"/>
            <p:cNvSpPr/>
            <p:nvPr/>
          </p:nvSpPr>
          <p:spPr>
            <a:xfrm>
              <a:off x="-1602846" y="4064143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1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5"/>
            <p:cNvSpPr/>
            <p:nvPr/>
          </p:nvSpPr>
          <p:spPr>
            <a:xfrm>
              <a:off x="-2077087" y="4064143"/>
              <a:ext cx="1110328" cy="56579"/>
            </a:xfrm>
            <a:custGeom>
              <a:avLst/>
              <a:gdLst/>
              <a:ahLst/>
              <a:cxnLst/>
              <a:rect l="l" t="t" r="r" b="b"/>
              <a:pathLst>
                <a:path w="6888" h="351" extrusionOk="0">
                  <a:moveTo>
                    <a:pt x="1" y="1"/>
                  </a:moveTo>
                  <a:lnTo>
                    <a:pt x="1" y="351"/>
                  </a:lnTo>
                  <a:lnTo>
                    <a:pt x="6888" y="351"/>
                  </a:lnTo>
                  <a:lnTo>
                    <a:pt x="6888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5"/>
            <p:cNvSpPr/>
            <p:nvPr/>
          </p:nvSpPr>
          <p:spPr>
            <a:xfrm>
              <a:off x="-2024215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5"/>
            <p:cNvSpPr/>
            <p:nvPr/>
          </p:nvSpPr>
          <p:spPr>
            <a:xfrm>
              <a:off x="-1918953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5"/>
            <p:cNvSpPr/>
            <p:nvPr/>
          </p:nvSpPr>
          <p:spPr>
            <a:xfrm>
              <a:off x="-1813530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5"/>
            <p:cNvSpPr/>
            <p:nvPr/>
          </p:nvSpPr>
          <p:spPr>
            <a:xfrm>
              <a:off x="-1708269" y="4160538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5"/>
            <p:cNvSpPr/>
            <p:nvPr/>
          </p:nvSpPr>
          <p:spPr>
            <a:xfrm>
              <a:off x="-1602846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5"/>
            <p:cNvSpPr/>
            <p:nvPr/>
          </p:nvSpPr>
          <p:spPr>
            <a:xfrm>
              <a:off x="-1497585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5"/>
            <p:cNvSpPr/>
            <p:nvPr/>
          </p:nvSpPr>
          <p:spPr>
            <a:xfrm>
              <a:off x="-1392323" y="4160538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5"/>
            <p:cNvSpPr/>
            <p:nvPr/>
          </p:nvSpPr>
          <p:spPr>
            <a:xfrm>
              <a:off x="-1287062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5"/>
            <p:cNvSpPr/>
            <p:nvPr/>
          </p:nvSpPr>
          <p:spPr>
            <a:xfrm>
              <a:off x="-1181478" y="4160538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5"/>
            <p:cNvSpPr/>
            <p:nvPr/>
          </p:nvSpPr>
          <p:spPr>
            <a:xfrm>
              <a:off x="-1076377" y="4160538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5"/>
            <p:cNvSpPr/>
            <p:nvPr/>
          </p:nvSpPr>
          <p:spPr>
            <a:xfrm>
              <a:off x="-2024215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5"/>
            <p:cNvSpPr/>
            <p:nvPr/>
          </p:nvSpPr>
          <p:spPr>
            <a:xfrm>
              <a:off x="-1918953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5"/>
            <p:cNvSpPr/>
            <p:nvPr/>
          </p:nvSpPr>
          <p:spPr>
            <a:xfrm>
              <a:off x="-1813530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5"/>
            <p:cNvSpPr/>
            <p:nvPr/>
          </p:nvSpPr>
          <p:spPr>
            <a:xfrm>
              <a:off x="-1708269" y="4256773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5"/>
            <p:cNvSpPr/>
            <p:nvPr/>
          </p:nvSpPr>
          <p:spPr>
            <a:xfrm>
              <a:off x="-1602846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5"/>
            <p:cNvSpPr/>
            <p:nvPr/>
          </p:nvSpPr>
          <p:spPr>
            <a:xfrm>
              <a:off x="-1497585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5"/>
            <p:cNvSpPr/>
            <p:nvPr/>
          </p:nvSpPr>
          <p:spPr>
            <a:xfrm>
              <a:off x="-1392323" y="4256773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5"/>
            <p:cNvSpPr/>
            <p:nvPr/>
          </p:nvSpPr>
          <p:spPr>
            <a:xfrm>
              <a:off x="-1287062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5"/>
            <p:cNvSpPr/>
            <p:nvPr/>
          </p:nvSpPr>
          <p:spPr>
            <a:xfrm>
              <a:off x="-1181478" y="4256773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5"/>
            <p:cNvSpPr/>
            <p:nvPr/>
          </p:nvSpPr>
          <p:spPr>
            <a:xfrm>
              <a:off x="-1076377" y="4256773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5"/>
            <p:cNvSpPr/>
            <p:nvPr/>
          </p:nvSpPr>
          <p:spPr>
            <a:xfrm>
              <a:off x="-2024215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5"/>
            <p:cNvSpPr/>
            <p:nvPr/>
          </p:nvSpPr>
          <p:spPr>
            <a:xfrm>
              <a:off x="-1918953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5"/>
            <p:cNvSpPr/>
            <p:nvPr/>
          </p:nvSpPr>
          <p:spPr>
            <a:xfrm>
              <a:off x="-1813530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"/>
            <p:cNvSpPr/>
            <p:nvPr/>
          </p:nvSpPr>
          <p:spPr>
            <a:xfrm>
              <a:off x="-1708269" y="4353007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"/>
            <p:cNvSpPr/>
            <p:nvPr/>
          </p:nvSpPr>
          <p:spPr>
            <a:xfrm>
              <a:off x="-1602846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"/>
            <p:cNvSpPr/>
            <p:nvPr/>
          </p:nvSpPr>
          <p:spPr>
            <a:xfrm>
              <a:off x="-1497585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5"/>
            <p:cNvSpPr/>
            <p:nvPr/>
          </p:nvSpPr>
          <p:spPr>
            <a:xfrm>
              <a:off x="-1392323" y="4353007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5"/>
            <p:cNvSpPr/>
            <p:nvPr/>
          </p:nvSpPr>
          <p:spPr>
            <a:xfrm>
              <a:off x="-1287062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5"/>
            <p:cNvSpPr/>
            <p:nvPr/>
          </p:nvSpPr>
          <p:spPr>
            <a:xfrm>
              <a:off x="-1181478" y="4353007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5"/>
            <p:cNvSpPr/>
            <p:nvPr/>
          </p:nvSpPr>
          <p:spPr>
            <a:xfrm>
              <a:off x="-1076377" y="4353007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5"/>
            <p:cNvSpPr/>
            <p:nvPr/>
          </p:nvSpPr>
          <p:spPr>
            <a:xfrm>
              <a:off x="-2024215" y="4449241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5"/>
            <p:cNvSpPr/>
            <p:nvPr/>
          </p:nvSpPr>
          <p:spPr>
            <a:xfrm>
              <a:off x="-1918953" y="4449241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5"/>
            <p:cNvSpPr/>
            <p:nvPr/>
          </p:nvSpPr>
          <p:spPr>
            <a:xfrm>
              <a:off x="-1813530" y="4449241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5"/>
            <p:cNvSpPr/>
            <p:nvPr/>
          </p:nvSpPr>
          <p:spPr>
            <a:xfrm>
              <a:off x="-1708269" y="4449241"/>
              <a:ext cx="56580" cy="56902"/>
            </a:xfrm>
            <a:custGeom>
              <a:avLst/>
              <a:gdLst/>
              <a:ahLst/>
              <a:cxnLst/>
              <a:rect l="l" t="t" r="r" b="b"/>
              <a:pathLst>
                <a:path w="351" h="353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5"/>
            <p:cNvSpPr/>
            <p:nvPr/>
          </p:nvSpPr>
          <p:spPr>
            <a:xfrm>
              <a:off x="-1602846" y="4449241"/>
              <a:ext cx="56742" cy="56902"/>
            </a:xfrm>
            <a:custGeom>
              <a:avLst/>
              <a:gdLst/>
              <a:ahLst/>
              <a:cxnLst/>
              <a:rect l="l" t="t" r="r" b="b"/>
              <a:pathLst>
                <a:path w="352" h="353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5"/>
            <p:cNvSpPr/>
            <p:nvPr/>
          </p:nvSpPr>
          <p:spPr>
            <a:xfrm>
              <a:off x="-2077087" y="4449241"/>
              <a:ext cx="1110328" cy="56902"/>
            </a:xfrm>
            <a:custGeom>
              <a:avLst/>
              <a:gdLst/>
              <a:ahLst/>
              <a:cxnLst/>
              <a:rect l="l" t="t" r="r" b="b"/>
              <a:pathLst>
                <a:path w="6888" h="353" extrusionOk="0">
                  <a:moveTo>
                    <a:pt x="1" y="1"/>
                  </a:moveTo>
                  <a:lnTo>
                    <a:pt x="1" y="352"/>
                  </a:lnTo>
                  <a:lnTo>
                    <a:pt x="6888" y="352"/>
                  </a:lnTo>
                  <a:lnTo>
                    <a:pt x="6888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5"/>
            <p:cNvSpPr/>
            <p:nvPr/>
          </p:nvSpPr>
          <p:spPr>
            <a:xfrm>
              <a:off x="-2024215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5"/>
            <p:cNvSpPr/>
            <p:nvPr/>
          </p:nvSpPr>
          <p:spPr>
            <a:xfrm>
              <a:off x="-1918953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5"/>
            <p:cNvSpPr/>
            <p:nvPr/>
          </p:nvSpPr>
          <p:spPr>
            <a:xfrm>
              <a:off x="-1813530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5"/>
            <p:cNvSpPr/>
            <p:nvPr/>
          </p:nvSpPr>
          <p:spPr>
            <a:xfrm>
              <a:off x="-1708269" y="4545475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5"/>
            <p:cNvSpPr/>
            <p:nvPr/>
          </p:nvSpPr>
          <p:spPr>
            <a:xfrm>
              <a:off x="-1602846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5"/>
            <p:cNvSpPr/>
            <p:nvPr/>
          </p:nvSpPr>
          <p:spPr>
            <a:xfrm>
              <a:off x="-1497585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5"/>
            <p:cNvSpPr/>
            <p:nvPr/>
          </p:nvSpPr>
          <p:spPr>
            <a:xfrm>
              <a:off x="-1392323" y="4545475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5"/>
            <p:cNvSpPr/>
            <p:nvPr/>
          </p:nvSpPr>
          <p:spPr>
            <a:xfrm>
              <a:off x="-1287062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5"/>
            <p:cNvSpPr/>
            <p:nvPr/>
          </p:nvSpPr>
          <p:spPr>
            <a:xfrm>
              <a:off x="-1181478" y="4545475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5"/>
            <p:cNvSpPr/>
            <p:nvPr/>
          </p:nvSpPr>
          <p:spPr>
            <a:xfrm>
              <a:off x="-1076377" y="4545475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5"/>
            <p:cNvSpPr/>
            <p:nvPr/>
          </p:nvSpPr>
          <p:spPr>
            <a:xfrm>
              <a:off x="-2024215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5"/>
            <p:cNvSpPr/>
            <p:nvPr/>
          </p:nvSpPr>
          <p:spPr>
            <a:xfrm>
              <a:off x="-1918953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5"/>
            <p:cNvSpPr/>
            <p:nvPr/>
          </p:nvSpPr>
          <p:spPr>
            <a:xfrm>
              <a:off x="-1813530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5"/>
            <p:cNvSpPr/>
            <p:nvPr/>
          </p:nvSpPr>
          <p:spPr>
            <a:xfrm>
              <a:off x="-1708269" y="4641709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5"/>
            <p:cNvSpPr/>
            <p:nvPr/>
          </p:nvSpPr>
          <p:spPr>
            <a:xfrm>
              <a:off x="-1602846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5"/>
            <p:cNvSpPr/>
            <p:nvPr/>
          </p:nvSpPr>
          <p:spPr>
            <a:xfrm>
              <a:off x="-1497585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5"/>
            <p:cNvSpPr/>
            <p:nvPr/>
          </p:nvSpPr>
          <p:spPr>
            <a:xfrm>
              <a:off x="-1392323" y="4641709"/>
              <a:ext cx="56903" cy="56741"/>
            </a:xfrm>
            <a:custGeom>
              <a:avLst/>
              <a:gdLst/>
              <a:ahLst/>
              <a:cxnLst/>
              <a:rect l="l" t="t" r="r" b="b"/>
              <a:pathLst>
                <a:path w="353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5"/>
            <p:cNvSpPr/>
            <p:nvPr/>
          </p:nvSpPr>
          <p:spPr>
            <a:xfrm>
              <a:off x="-1287062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1" y="1"/>
                  </a:moveTo>
                  <a:lnTo>
                    <a:pt x="1" y="352"/>
                  </a:lnTo>
                  <a:lnTo>
                    <a:pt x="352" y="352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5"/>
            <p:cNvSpPr/>
            <p:nvPr/>
          </p:nvSpPr>
          <p:spPr>
            <a:xfrm>
              <a:off x="-1181478" y="4641709"/>
              <a:ext cx="56580" cy="56741"/>
            </a:xfrm>
            <a:custGeom>
              <a:avLst/>
              <a:gdLst/>
              <a:ahLst/>
              <a:cxnLst/>
              <a:rect l="l" t="t" r="r" b="b"/>
              <a:pathLst>
                <a:path w="351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5"/>
            <p:cNvSpPr/>
            <p:nvPr/>
          </p:nvSpPr>
          <p:spPr>
            <a:xfrm>
              <a:off x="-1076377" y="4641709"/>
              <a:ext cx="56742" cy="56741"/>
            </a:xfrm>
            <a:custGeom>
              <a:avLst/>
              <a:gdLst/>
              <a:ahLst/>
              <a:cxnLst/>
              <a:rect l="l" t="t" r="r" b="b"/>
              <a:pathLst>
                <a:path w="352" h="352" extrusionOk="0">
                  <a:moveTo>
                    <a:pt x="0" y="1"/>
                  </a:moveTo>
                  <a:lnTo>
                    <a:pt x="0" y="352"/>
                  </a:lnTo>
                  <a:lnTo>
                    <a:pt x="351" y="352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5"/>
            <p:cNvSpPr/>
            <p:nvPr/>
          </p:nvSpPr>
          <p:spPr>
            <a:xfrm>
              <a:off x="-2024215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5"/>
            <p:cNvSpPr/>
            <p:nvPr/>
          </p:nvSpPr>
          <p:spPr>
            <a:xfrm>
              <a:off x="-1918953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5"/>
            <p:cNvSpPr/>
            <p:nvPr/>
          </p:nvSpPr>
          <p:spPr>
            <a:xfrm>
              <a:off x="-1813530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5"/>
            <p:cNvSpPr/>
            <p:nvPr/>
          </p:nvSpPr>
          <p:spPr>
            <a:xfrm>
              <a:off x="-1708269" y="4738104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5"/>
            <p:cNvSpPr/>
            <p:nvPr/>
          </p:nvSpPr>
          <p:spPr>
            <a:xfrm>
              <a:off x="-1602846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5"/>
            <p:cNvSpPr/>
            <p:nvPr/>
          </p:nvSpPr>
          <p:spPr>
            <a:xfrm>
              <a:off x="-1497585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5"/>
            <p:cNvSpPr/>
            <p:nvPr/>
          </p:nvSpPr>
          <p:spPr>
            <a:xfrm>
              <a:off x="-1392323" y="4738104"/>
              <a:ext cx="56903" cy="56579"/>
            </a:xfrm>
            <a:custGeom>
              <a:avLst/>
              <a:gdLst/>
              <a:ahLst/>
              <a:cxnLst/>
              <a:rect l="l" t="t" r="r" b="b"/>
              <a:pathLst>
                <a:path w="353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5"/>
            <p:cNvSpPr/>
            <p:nvPr/>
          </p:nvSpPr>
          <p:spPr>
            <a:xfrm>
              <a:off x="-1287062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1"/>
                  </a:lnTo>
                  <a:lnTo>
                    <a:pt x="352" y="351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5"/>
            <p:cNvSpPr/>
            <p:nvPr/>
          </p:nvSpPr>
          <p:spPr>
            <a:xfrm>
              <a:off x="-1181478" y="4738104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5"/>
            <p:cNvSpPr/>
            <p:nvPr/>
          </p:nvSpPr>
          <p:spPr>
            <a:xfrm>
              <a:off x="-1076377" y="4738104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1"/>
                  </a:lnTo>
                  <a:lnTo>
                    <a:pt x="351" y="351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5"/>
            <p:cNvSpPr/>
            <p:nvPr/>
          </p:nvSpPr>
          <p:spPr>
            <a:xfrm>
              <a:off x="-2024215" y="4834339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5"/>
            <p:cNvSpPr/>
            <p:nvPr/>
          </p:nvSpPr>
          <p:spPr>
            <a:xfrm>
              <a:off x="-1918953" y="4834339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5"/>
            <p:cNvSpPr/>
            <p:nvPr/>
          </p:nvSpPr>
          <p:spPr>
            <a:xfrm>
              <a:off x="-1813530" y="4834339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5"/>
            <p:cNvSpPr/>
            <p:nvPr/>
          </p:nvSpPr>
          <p:spPr>
            <a:xfrm>
              <a:off x="-1708269" y="4834339"/>
              <a:ext cx="56580" cy="56579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" y="0"/>
                  </a:moveTo>
                  <a:lnTo>
                    <a:pt x="1" y="350"/>
                  </a:lnTo>
                  <a:lnTo>
                    <a:pt x="351" y="35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5"/>
            <p:cNvSpPr/>
            <p:nvPr/>
          </p:nvSpPr>
          <p:spPr>
            <a:xfrm>
              <a:off x="-1602846" y="4834339"/>
              <a:ext cx="56742" cy="56579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0" y="0"/>
                  </a:moveTo>
                  <a:lnTo>
                    <a:pt x="0" y="350"/>
                  </a:lnTo>
                  <a:lnTo>
                    <a:pt x="352" y="35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5"/>
            <p:cNvSpPr/>
            <p:nvPr/>
          </p:nvSpPr>
          <p:spPr>
            <a:xfrm>
              <a:off x="-2077087" y="4834339"/>
              <a:ext cx="1110328" cy="56579"/>
            </a:xfrm>
            <a:custGeom>
              <a:avLst/>
              <a:gdLst/>
              <a:ahLst/>
              <a:cxnLst/>
              <a:rect l="l" t="t" r="r" b="b"/>
              <a:pathLst>
                <a:path w="6888" h="351" extrusionOk="0">
                  <a:moveTo>
                    <a:pt x="1" y="0"/>
                  </a:moveTo>
                  <a:lnTo>
                    <a:pt x="1" y="350"/>
                  </a:lnTo>
                  <a:lnTo>
                    <a:pt x="6888" y="350"/>
                  </a:lnTo>
                  <a:lnTo>
                    <a:pt x="6888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30" name="Google Shape;5330;p5"/>
          <p:cNvSpPr/>
          <p:nvPr/>
        </p:nvSpPr>
        <p:spPr>
          <a:xfrm>
            <a:off x="-2768026" y="3571700"/>
            <a:ext cx="3774892" cy="126759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1" name="Google Shape;5331;p5"/>
          <p:cNvSpPr/>
          <p:nvPr/>
        </p:nvSpPr>
        <p:spPr>
          <a:xfrm>
            <a:off x="7428852" y="3836463"/>
            <a:ext cx="4659986" cy="1564827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3" name="Google Shape;5333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334" name="Google Shape;5334;p6"/>
          <p:cNvSpPr/>
          <p:nvPr/>
        </p:nvSpPr>
        <p:spPr>
          <a:xfrm>
            <a:off x="-15250" y="4746675"/>
            <a:ext cx="9183300" cy="4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35" name="Google Shape;5335;p6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5336" name="Google Shape;5336;p6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6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6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6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6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6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6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6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6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6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6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6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6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6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6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6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6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6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6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6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6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6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6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6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6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6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6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6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6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6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6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6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6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6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6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6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6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6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6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6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6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6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6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6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6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6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6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6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6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6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6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6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6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6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6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6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6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6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6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6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6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6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6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6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6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6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6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6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6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6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6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6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6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6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6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6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6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6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6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6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6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6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6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6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6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6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6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6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6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6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6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6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6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6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6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6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6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6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6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6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6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6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6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6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6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6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6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6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6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6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6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6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6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6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6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6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6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6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6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6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6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6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6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6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6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6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6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6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6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6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6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6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6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6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6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6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6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6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6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6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6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6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6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6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6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6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6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6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6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6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6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6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6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6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6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6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6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6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6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6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6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6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6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6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6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6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6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6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6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6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6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6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6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6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6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6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6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6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6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6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6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6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6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6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6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6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6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6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6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6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6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6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6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6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6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6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6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6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6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6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6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6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6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6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6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6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6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6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6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6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6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6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6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6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6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6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6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6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6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6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6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6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6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6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6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6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6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6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6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6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6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6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6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6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6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6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6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6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6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6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6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6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6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6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6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6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6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6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6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6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6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6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6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6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6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6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6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6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6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6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6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6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6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6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6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6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6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6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6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6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6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6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6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6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6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6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6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6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6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6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6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6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6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6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6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6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6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6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6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6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6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6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6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6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6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6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6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6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6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6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6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6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6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6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6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6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6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6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6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6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6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6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6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6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6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6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6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6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6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6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6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6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6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6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6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6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6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6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6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6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6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6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6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6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6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6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6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6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6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6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6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6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6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6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6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6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6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6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6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6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6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6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6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6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6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6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6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6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6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6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6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6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6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6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6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6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6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6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6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6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6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6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6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6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6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6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6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6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6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6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6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6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6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6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6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6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6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6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6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6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6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6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6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6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6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6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6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6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6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6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6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6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6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6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6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6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6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6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6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6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6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6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6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6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6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6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6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6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6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6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6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6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6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6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6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6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6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6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6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6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6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6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6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6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6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6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6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6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6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6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6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6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6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6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6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6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6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6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6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6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6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6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6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6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6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6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6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6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6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6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6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6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6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6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6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6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6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6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6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6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6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6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6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6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6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6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6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6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6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6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6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6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6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6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6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6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6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6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6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6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6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6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6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6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6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6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6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6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6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6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6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6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6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6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6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6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6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6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6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6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6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6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6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6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6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6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6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6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6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6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6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6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6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6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6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6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6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6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6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6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6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6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6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6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6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6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6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6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6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6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6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6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6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6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6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6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6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6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6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6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6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6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6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6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6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6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6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6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6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6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6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6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6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6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6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6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6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6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6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6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6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6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6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6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6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6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6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6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6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6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6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6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6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6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6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6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6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6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6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6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6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6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6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6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6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6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6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6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6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6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6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6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6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6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6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6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6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6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6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6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6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6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6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6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6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6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6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6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6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6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6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6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6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6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6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6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6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6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6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6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6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6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6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6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6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6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6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6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6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6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6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6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6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6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6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6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6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6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6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6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6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6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6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6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6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6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6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6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6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6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6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6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6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6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6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6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6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6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6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6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6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6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6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6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6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6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6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6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6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6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6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6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6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6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6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6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6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6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6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6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6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6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6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6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6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6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6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6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6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6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6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6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6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6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6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6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6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6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6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6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6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6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6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6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6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6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6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6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6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6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6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6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6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6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6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6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6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6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6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6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6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6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6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6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6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6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6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6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6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6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6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6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6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6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6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6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6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6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6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6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6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6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6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6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6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6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6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6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6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6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6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6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6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6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6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6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6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6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6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6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6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6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6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6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6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6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6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6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6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6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6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6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6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6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6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6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6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6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6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6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6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6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6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6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6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6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6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6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6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6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6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6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6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6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6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6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6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6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6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6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6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6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6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6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6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6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6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6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6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6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6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6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6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6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6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6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6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6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6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6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6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6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6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6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6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6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6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6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6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6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6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6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6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6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6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6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6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6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6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6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6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6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6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6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6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6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6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6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6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6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6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6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6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6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6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6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6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6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6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6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6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6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6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6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6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6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6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6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6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6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6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6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6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6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6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6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6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6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6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6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6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6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6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6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6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6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6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6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6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6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6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6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6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6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6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6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6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6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6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6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6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6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6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6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6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6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6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6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6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6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6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6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6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6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6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6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6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6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6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6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6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6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6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6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6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6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6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6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6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6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6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6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6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6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6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6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6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6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6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6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6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6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6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6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6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6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6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6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6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6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6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6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6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6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6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6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6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6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6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6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6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6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6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6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6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6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6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6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6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6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6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6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6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6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6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6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6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6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6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6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6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6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6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6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6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6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6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6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6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6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6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6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6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6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6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6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6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6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6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6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6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6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6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6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6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6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6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6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6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6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6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6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6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6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6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6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6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6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6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6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6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6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6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6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6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6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6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6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6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6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6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6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6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6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6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6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6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6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6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6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6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6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6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6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6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6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6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6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6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6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6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6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6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6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6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6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6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6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6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6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6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6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6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6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6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6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6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6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6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6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6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6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6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6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6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6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6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6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6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6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6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6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6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6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6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6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6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6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6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6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6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6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6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6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6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6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6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6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6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6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6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6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6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6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6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6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6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6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6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6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6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6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6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6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6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6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6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6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6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6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6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6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6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6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6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6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6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6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6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6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6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6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6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6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6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6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6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6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6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6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6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6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6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6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6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6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6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6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6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6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6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6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6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6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6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6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6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6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6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6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6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6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6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6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6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6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6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6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6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6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6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6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6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6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6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6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6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6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6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6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6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6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6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6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6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6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6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6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6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6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6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6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38" name="Google Shape;6538;p6"/>
          <p:cNvSpPr/>
          <p:nvPr/>
        </p:nvSpPr>
        <p:spPr>
          <a:xfrm>
            <a:off x="-847976" y="4608500"/>
            <a:ext cx="3774892" cy="126759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9" name="Google Shape;6539;p6"/>
          <p:cNvSpPr/>
          <p:nvPr/>
        </p:nvSpPr>
        <p:spPr>
          <a:xfrm>
            <a:off x="6642224" y="4746675"/>
            <a:ext cx="3774892" cy="126759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0" name="Google Shape;6540;p6"/>
          <p:cNvSpPr/>
          <p:nvPr/>
        </p:nvSpPr>
        <p:spPr>
          <a:xfrm>
            <a:off x="1294097" y="-12361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1" name="Google Shape;6541;p6"/>
          <p:cNvSpPr/>
          <p:nvPr/>
        </p:nvSpPr>
        <p:spPr>
          <a:xfrm>
            <a:off x="6444579" y="-865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2" name="Google Shape;6542;p6"/>
          <p:cNvSpPr/>
          <p:nvPr/>
        </p:nvSpPr>
        <p:spPr>
          <a:xfrm>
            <a:off x="-590300" y="-4894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3" name="Google Shape;6543;p6"/>
          <p:cNvSpPr/>
          <p:nvPr/>
        </p:nvSpPr>
        <p:spPr>
          <a:xfrm>
            <a:off x="8237200" y="3836524"/>
            <a:ext cx="6179009" cy="919173"/>
          </a:xfrm>
          <a:custGeom>
            <a:avLst/>
            <a:gdLst/>
            <a:ahLst/>
            <a:cxnLst/>
            <a:rect l="l" t="t" r="r" b="b"/>
            <a:pathLst>
              <a:path w="90142" h="14486" extrusionOk="0">
                <a:moveTo>
                  <a:pt x="9905" y="8398"/>
                </a:moveTo>
                <a:lnTo>
                  <a:pt x="9905" y="8398"/>
                </a:lnTo>
                <a:close/>
                <a:moveTo>
                  <a:pt x="1" y="11814"/>
                </a:moveTo>
                <a:lnTo>
                  <a:pt x="1" y="11814"/>
                </a:lnTo>
                <a:lnTo>
                  <a:pt x="1" y="14486"/>
                </a:lnTo>
                <a:lnTo>
                  <a:pt x="90141" y="14486"/>
                </a:lnTo>
                <a:lnTo>
                  <a:pt x="90141" y="9431"/>
                </a:lnTo>
                <a:lnTo>
                  <a:pt x="87475" y="9412"/>
                </a:lnTo>
                <a:lnTo>
                  <a:pt x="87211" y="6299"/>
                </a:lnTo>
                <a:lnTo>
                  <a:pt x="84764" y="6323"/>
                </a:lnTo>
                <a:lnTo>
                  <a:pt x="84696" y="3857"/>
                </a:lnTo>
                <a:lnTo>
                  <a:pt x="83318" y="3876"/>
                </a:lnTo>
                <a:lnTo>
                  <a:pt x="83284" y="2959"/>
                </a:lnTo>
                <a:lnTo>
                  <a:pt x="80142" y="2308"/>
                </a:lnTo>
                <a:lnTo>
                  <a:pt x="77289" y="2627"/>
                </a:lnTo>
                <a:lnTo>
                  <a:pt x="77484" y="6681"/>
                </a:lnTo>
                <a:lnTo>
                  <a:pt x="77127" y="6692"/>
                </a:lnTo>
                <a:lnTo>
                  <a:pt x="77028" y="6020"/>
                </a:lnTo>
                <a:lnTo>
                  <a:pt x="73978" y="5952"/>
                </a:lnTo>
                <a:lnTo>
                  <a:pt x="74012" y="6701"/>
                </a:lnTo>
                <a:lnTo>
                  <a:pt x="73571" y="6731"/>
                </a:lnTo>
                <a:lnTo>
                  <a:pt x="73584" y="7005"/>
                </a:lnTo>
                <a:lnTo>
                  <a:pt x="73256" y="7016"/>
                </a:lnTo>
                <a:lnTo>
                  <a:pt x="73276" y="5505"/>
                </a:lnTo>
                <a:lnTo>
                  <a:pt x="71162" y="5388"/>
                </a:lnTo>
                <a:lnTo>
                  <a:pt x="70211" y="5486"/>
                </a:lnTo>
                <a:lnTo>
                  <a:pt x="70236" y="6761"/>
                </a:lnTo>
                <a:lnTo>
                  <a:pt x="69637" y="6790"/>
                </a:lnTo>
                <a:lnTo>
                  <a:pt x="69579" y="7041"/>
                </a:lnTo>
                <a:lnTo>
                  <a:pt x="69197" y="7064"/>
                </a:lnTo>
                <a:lnTo>
                  <a:pt x="69139" y="6409"/>
                </a:lnTo>
                <a:lnTo>
                  <a:pt x="66133" y="6427"/>
                </a:lnTo>
                <a:lnTo>
                  <a:pt x="66108" y="5790"/>
                </a:lnTo>
                <a:lnTo>
                  <a:pt x="65622" y="5777"/>
                </a:lnTo>
                <a:lnTo>
                  <a:pt x="65559" y="5600"/>
                </a:lnTo>
                <a:lnTo>
                  <a:pt x="65133" y="5575"/>
                </a:lnTo>
                <a:lnTo>
                  <a:pt x="64505" y="5619"/>
                </a:lnTo>
                <a:lnTo>
                  <a:pt x="64519" y="5752"/>
                </a:lnTo>
                <a:lnTo>
                  <a:pt x="63931" y="5741"/>
                </a:lnTo>
                <a:lnTo>
                  <a:pt x="62956" y="5810"/>
                </a:lnTo>
                <a:lnTo>
                  <a:pt x="62956" y="6208"/>
                </a:lnTo>
                <a:lnTo>
                  <a:pt x="62357" y="6232"/>
                </a:lnTo>
                <a:lnTo>
                  <a:pt x="62294" y="4477"/>
                </a:lnTo>
                <a:lnTo>
                  <a:pt x="60377" y="4419"/>
                </a:lnTo>
                <a:lnTo>
                  <a:pt x="59416" y="4737"/>
                </a:lnTo>
                <a:lnTo>
                  <a:pt x="58367" y="4742"/>
                </a:lnTo>
                <a:lnTo>
                  <a:pt x="58059" y="4811"/>
                </a:lnTo>
                <a:lnTo>
                  <a:pt x="56043" y="4792"/>
                </a:lnTo>
                <a:lnTo>
                  <a:pt x="55862" y="4875"/>
                </a:lnTo>
                <a:lnTo>
                  <a:pt x="55872" y="4507"/>
                </a:lnTo>
                <a:cubicBezTo>
                  <a:pt x="55872" y="4507"/>
                  <a:pt x="55559" y="4448"/>
                  <a:pt x="55299" y="4448"/>
                </a:cubicBezTo>
                <a:cubicBezTo>
                  <a:pt x="55035" y="4448"/>
                  <a:pt x="54088" y="4512"/>
                  <a:pt x="54088" y="4512"/>
                </a:cubicBezTo>
                <a:lnTo>
                  <a:pt x="54044" y="4850"/>
                </a:lnTo>
                <a:lnTo>
                  <a:pt x="53882" y="4899"/>
                </a:lnTo>
                <a:lnTo>
                  <a:pt x="53932" y="6556"/>
                </a:lnTo>
                <a:lnTo>
                  <a:pt x="53686" y="6536"/>
                </a:lnTo>
                <a:lnTo>
                  <a:pt x="53588" y="6380"/>
                </a:lnTo>
                <a:lnTo>
                  <a:pt x="53015" y="6369"/>
                </a:lnTo>
                <a:lnTo>
                  <a:pt x="52671" y="6581"/>
                </a:lnTo>
                <a:lnTo>
                  <a:pt x="52660" y="6728"/>
                </a:lnTo>
                <a:lnTo>
                  <a:pt x="52186" y="6722"/>
                </a:lnTo>
                <a:lnTo>
                  <a:pt x="52023" y="5762"/>
                </a:lnTo>
                <a:lnTo>
                  <a:pt x="51950" y="6704"/>
                </a:lnTo>
                <a:lnTo>
                  <a:pt x="51842" y="6709"/>
                </a:lnTo>
                <a:lnTo>
                  <a:pt x="51269" y="7072"/>
                </a:lnTo>
                <a:lnTo>
                  <a:pt x="51194" y="6512"/>
                </a:lnTo>
                <a:lnTo>
                  <a:pt x="50920" y="6502"/>
                </a:lnTo>
                <a:lnTo>
                  <a:pt x="50901" y="6432"/>
                </a:lnTo>
                <a:lnTo>
                  <a:pt x="50533" y="6432"/>
                </a:lnTo>
                <a:lnTo>
                  <a:pt x="50503" y="6100"/>
                </a:lnTo>
                <a:lnTo>
                  <a:pt x="50141" y="6075"/>
                </a:lnTo>
                <a:lnTo>
                  <a:pt x="50091" y="6281"/>
                </a:lnTo>
                <a:lnTo>
                  <a:pt x="49954" y="6296"/>
                </a:lnTo>
                <a:lnTo>
                  <a:pt x="49910" y="6507"/>
                </a:lnTo>
                <a:lnTo>
                  <a:pt x="49665" y="6520"/>
                </a:lnTo>
                <a:lnTo>
                  <a:pt x="49627" y="7152"/>
                </a:lnTo>
                <a:lnTo>
                  <a:pt x="49363" y="7152"/>
                </a:lnTo>
                <a:lnTo>
                  <a:pt x="49357" y="8172"/>
                </a:lnTo>
                <a:lnTo>
                  <a:pt x="49116" y="8172"/>
                </a:lnTo>
                <a:lnTo>
                  <a:pt x="49067" y="5981"/>
                </a:lnTo>
                <a:lnTo>
                  <a:pt x="48405" y="5981"/>
                </a:lnTo>
                <a:lnTo>
                  <a:pt x="48361" y="5814"/>
                </a:lnTo>
                <a:lnTo>
                  <a:pt x="48267" y="5780"/>
                </a:lnTo>
                <a:lnTo>
                  <a:pt x="46841" y="5780"/>
                </a:lnTo>
                <a:lnTo>
                  <a:pt x="46807" y="3852"/>
                </a:lnTo>
                <a:lnTo>
                  <a:pt x="46695" y="3696"/>
                </a:lnTo>
                <a:lnTo>
                  <a:pt x="46121" y="3485"/>
                </a:lnTo>
                <a:lnTo>
                  <a:pt x="44630" y="3519"/>
                </a:lnTo>
                <a:lnTo>
                  <a:pt x="44413" y="3695"/>
                </a:lnTo>
                <a:lnTo>
                  <a:pt x="44408" y="5680"/>
                </a:lnTo>
                <a:lnTo>
                  <a:pt x="43369" y="5680"/>
                </a:lnTo>
                <a:lnTo>
                  <a:pt x="43349" y="6229"/>
                </a:lnTo>
                <a:lnTo>
                  <a:pt x="42745" y="6229"/>
                </a:lnTo>
                <a:lnTo>
                  <a:pt x="42726" y="5730"/>
                </a:lnTo>
                <a:lnTo>
                  <a:pt x="42633" y="5705"/>
                </a:lnTo>
                <a:lnTo>
                  <a:pt x="42594" y="5567"/>
                </a:lnTo>
                <a:lnTo>
                  <a:pt x="42152" y="5562"/>
                </a:lnTo>
                <a:lnTo>
                  <a:pt x="42138" y="5685"/>
                </a:lnTo>
                <a:lnTo>
                  <a:pt x="42045" y="5696"/>
                </a:lnTo>
                <a:cubicBezTo>
                  <a:pt x="42045" y="5696"/>
                  <a:pt x="42039" y="5907"/>
                  <a:pt x="42039" y="5935"/>
                </a:cubicBezTo>
                <a:cubicBezTo>
                  <a:pt x="42039" y="5964"/>
                  <a:pt x="41183" y="5960"/>
                  <a:pt x="41183" y="5960"/>
                </a:cubicBezTo>
                <a:lnTo>
                  <a:pt x="41133" y="6696"/>
                </a:lnTo>
                <a:lnTo>
                  <a:pt x="40722" y="6706"/>
                </a:lnTo>
                <a:lnTo>
                  <a:pt x="40711" y="7113"/>
                </a:lnTo>
                <a:lnTo>
                  <a:pt x="40623" y="7108"/>
                </a:lnTo>
                <a:lnTo>
                  <a:pt x="40589" y="7401"/>
                </a:lnTo>
                <a:lnTo>
                  <a:pt x="40325" y="7406"/>
                </a:lnTo>
                <a:lnTo>
                  <a:pt x="40276" y="7486"/>
                </a:lnTo>
                <a:lnTo>
                  <a:pt x="39996" y="7491"/>
                </a:lnTo>
                <a:lnTo>
                  <a:pt x="39991" y="7411"/>
                </a:lnTo>
                <a:cubicBezTo>
                  <a:pt x="39991" y="7411"/>
                  <a:pt x="39677" y="7417"/>
                  <a:pt x="39657" y="7422"/>
                </a:cubicBezTo>
                <a:cubicBezTo>
                  <a:pt x="39639" y="7427"/>
                  <a:pt x="39614" y="7285"/>
                  <a:pt x="39614" y="7285"/>
                </a:cubicBezTo>
                <a:lnTo>
                  <a:pt x="39403" y="7265"/>
                </a:lnTo>
                <a:lnTo>
                  <a:pt x="39383" y="6638"/>
                </a:lnTo>
                <a:lnTo>
                  <a:pt x="39007" y="6579"/>
                </a:lnTo>
                <a:lnTo>
                  <a:pt x="37526" y="6613"/>
                </a:lnTo>
                <a:lnTo>
                  <a:pt x="37492" y="5696"/>
                </a:lnTo>
                <a:lnTo>
                  <a:pt x="37385" y="5652"/>
                </a:lnTo>
                <a:lnTo>
                  <a:pt x="37380" y="4995"/>
                </a:lnTo>
                <a:lnTo>
                  <a:pt x="37311" y="4937"/>
                </a:lnTo>
                <a:lnTo>
                  <a:pt x="37321" y="4545"/>
                </a:lnTo>
                <a:lnTo>
                  <a:pt x="37017" y="4426"/>
                </a:lnTo>
                <a:cubicBezTo>
                  <a:pt x="37017" y="4426"/>
                  <a:pt x="37056" y="3613"/>
                  <a:pt x="36968" y="3479"/>
                </a:cubicBezTo>
                <a:cubicBezTo>
                  <a:pt x="36880" y="3348"/>
                  <a:pt x="36786" y="3373"/>
                  <a:pt x="36786" y="3373"/>
                </a:cubicBezTo>
                <a:cubicBezTo>
                  <a:pt x="36786" y="3373"/>
                  <a:pt x="36772" y="3339"/>
                  <a:pt x="36772" y="3260"/>
                </a:cubicBezTo>
                <a:cubicBezTo>
                  <a:pt x="36772" y="3177"/>
                  <a:pt x="36684" y="2985"/>
                  <a:pt x="36684" y="2985"/>
                </a:cubicBezTo>
                <a:cubicBezTo>
                  <a:pt x="36684" y="2985"/>
                  <a:pt x="36684" y="2872"/>
                  <a:pt x="36664" y="2769"/>
                </a:cubicBezTo>
                <a:cubicBezTo>
                  <a:pt x="36651" y="2666"/>
                  <a:pt x="36552" y="2587"/>
                  <a:pt x="36552" y="2587"/>
                </a:cubicBezTo>
                <a:cubicBezTo>
                  <a:pt x="36552" y="2587"/>
                  <a:pt x="36527" y="2514"/>
                  <a:pt x="36493" y="2401"/>
                </a:cubicBezTo>
                <a:cubicBezTo>
                  <a:pt x="36460" y="2288"/>
                  <a:pt x="36278" y="2205"/>
                  <a:pt x="36278" y="2205"/>
                </a:cubicBezTo>
                <a:cubicBezTo>
                  <a:pt x="36278" y="2205"/>
                  <a:pt x="36288" y="2142"/>
                  <a:pt x="36263" y="2054"/>
                </a:cubicBezTo>
                <a:cubicBezTo>
                  <a:pt x="36233" y="1966"/>
                  <a:pt x="36126" y="1892"/>
                  <a:pt x="36126" y="1892"/>
                </a:cubicBezTo>
                <a:cubicBezTo>
                  <a:pt x="36126" y="1892"/>
                  <a:pt x="36137" y="1809"/>
                  <a:pt x="36112" y="1731"/>
                </a:cubicBezTo>
                <a:cubicBezTo>
                  <a:pt x="36092" y="1651"/>
                  <a:pt x="35994" y="1535"/>
                  <a:pt x="35994" y="1535"/>
                </a:cubicBezTo>
                <a:lnTo>
                  <a:pt x="35812" y="0"/>
                </a:lnTo>
                <a:cubicBezTo>
                  <a:pt x="35812" y="0"/>
                  <a:pt x="35782" y="1054"/>
                  <a:pt x="35759" y="1205"/>
                </a:cubicBezTo>
                <a:cubicBezTo>
                  <a:pt x="35734" y="1353"/>
                  <a:pt x="35748" y="1530"/>
                  <a:pt x="35748" y="1530"/>
                </a:cubicBezTo>
                <a:cubicBezTo>
                  <a:pt x="35748" y="1530"/>
                  <a:pt x="35718" y="1544"/>
                  <a:pt x="35684" y="1618"/>
                </a:cubicBezTo>
                <a:cubicBezTo>
                  <a:pt x="35646" y="1691"/>
                  <a:pt x="35651" y="1857"/>
                  <a:pt x="35651" y="1857"/>
                </a:cubicBezTo>
                <a:cubicBezTo>
                  <a:pt x="35651" y="1857"/>
                  <a:pt x="35596" y="1887"/>
                  <a:pt x="35572" y="1950"/>
                </a:cubicBezTo>
                <a:cubicBezTo>
                  <a:pt x="35547" y="2013"/>
                  <a:pt x="35538" y="2200"/>
                  <a:pt x="35538" y="2200"/>
                </a:cubicBezTo>
                <a:cubicBezTo>
                  <a:pt x="35538" y="2200"/>
                  <a:pt x="35420" y="2239"/>
                  <a:pt x="35367" y="2323"/>
                </a:cubicBezTo>
                <a:cubicBezTo>
                  <a:pt x="35309" y="2402"/>
                  <a:pt x="35318" y="2583"/>
                  <a:pt x="35318" y="2583"/>
                </a:cubicBezTo>
                <a:cubicBezTo>
                  <a:pt x="35318" y="2583"/>
                  <a:pt x="35269" y="2613"/>
                  <a:pt x="35215" y="2663"/>
                </a:cubicBezTo>
                <a:cubicBezTo>
                  <a:pt x="35165" y="2712"/>
                  <a:pt x="35180" y="2927"/>
                  <a:pt x="35180" y="2927"/>
                </a:cubicBezTo>
                <a:cubicBezTo>
                  <a:pt x="35180" y="2927"/>
                  <a:pt x="35166" y="2938"/>
                  <a:pt x="35117" y="2976"/>
                </a:cubicBezTo>
                <a:cubicBezTo>
                  <a:pt x="35068" y="3020"/>
                  <a:pt x="35103" y="3256"/>
                  <a:pt x="35078" y="3270"/>
                </a:cubicBezTo>
                <a:cubicBezTo>
                  <a:pt x="35054" y="3285"/>
                  <a:pt x="35045" y="3462"/>
                  <a:pt x="35045" y="3462"/>
                </a:cubicBezTo>
                <a:cubicBezTo>
                  <a:pt x="35045" y="3462"/>
                  <a:pt x="34990" y="3500"/>
                  <a:pt x="34971" y="3520"/>
                </a:cubicBezTo>
                <a:cubicBezTo>
                  <a:pt x="34957" y="3540"/>
                  <a:pt x="34990" y="4481"/>
                  <a:pt x="34990" y="4481"/>
                </a:cubicBezTo>
                <a:lnTo>
                  <a:pt x="34544" y="4530"/>
                </a:lnTo>
                <a:lnTo>
                  <a:pt x="34599" y="6457"/>
                </a:lnTo>
                <a:lnTo>
                  <a:pt x="34124" y="6452"/>
                </a:lnTo>
                <a:lnTo>
                  <a:pt x="34104" y="6952"/>
                </a:lnTo>
                <a:lnTo>
                  <a:pt x="33962" y="6952"/>
                </a:lnTo>
                <a:lnTo>
                  <a:pt x="33967" y="7663"/>
                </a:lnTo>
                <a:lnTo>
                  <a:pt x="33888" y="7663"/>
                </a:lnTo>
                <a:lnTo>
                  <a:pt x="33849" y="6026"/>
                </a:lnTo>
                <a:lnTo>
                  <a:pt x="33629" y="5908"/>
                </a:lnTo>
                <a:lnTo>
                  <a:pt x="33629" y="5667"/>
                </a:lnTo>
                <a:lnTo>
                  <a:pt x="33467" y="5597"/>
                </a:lnTo>
                <a:lnTo>
                  <a:pt x="33393" y="5367"/>
                </a:lnTo>
                <a:lnTo>
                  <a:pt x="32869" y="5372"/>
                </a:lnTo>
                <a:lnTo>
                  <a:pt x="32835" y="5617"/>
                </a:lnTo>
                <a:lnTo>
                  <a:pt x="32286" y="5650"/>
                </a:lnTo>
                <a:lnTo>
                  <a:pt x="31698" y="5645"/>
                </a:lnTo>
                <a:lnTo>
                  <a:pt x="31560" y="5700"/>
                </a:lnTo>
                <a:lnTo>
                  <a:pt x="30383" y="5695"/>
                </a:lnTo>
                <a:lnTo>
                  <a:pt x="30369" y="5734"/>
                </a:lnTo>
                <a:lnTo>
                  <a:pt x="29737" y="5704"/>
                </a:lnTo>
                <a:lnTo>
                  <a:pt x="29336" y="5802"/>
                </a:lnTo>
                <a:lnTo>
                  <a:pt x="29341" y="6062"/>
                </a:lnTo>
                <a:lnTo>
                  <a:pt x="29140" y="6057"/>
                </a:lnTo>
                <a:lnTo>
                  <a:pt x="27316" y="6156"/>
                </a:lnTo>
                <a:lnTo>
                  <a:pt x="27316" y="8053"/>
                </a:lnTo>
                <a:lnTo>
                  <a:pt x="27204" y="8039"/>
                </a:lnTo>
                <a:lnTo>
                  <a:pt x="27165" y="6916"/>
                </a:lnTo>
                <a:lnTo>
                  <a:pt x="26616" y="6916"/>
                </a:lnTo>
                <a:lnTo>
                  <a:pt x="26591" y="6607"/>
                </a:lnTo>
                <a:lnTo>
                  <a:pt x="25620" y="6589"/>
                </a:lnTo>
                <a:lnTo>
                  <a:pt x="24875" y="6632"/>
                </a:lnTo>
                <a:lnTo>
                  <a:pt x="24875" y="5957"/>
                </a:lnTo>
                <a:lnTo>
                  <a:pt x="24812" y="5923"/>
                </a:lnTo>
                <a:lnTo>
                  <a:pt x="24807" y="5442"/>
                </a:lnTo>
                <a:lnTo>
                  <a:pt x="24631" y="5412"/>
                </a:lnTo>
                <a:lnTo>
                  <a:pt x="24597" y="5104"/>
                </a:lnTo>
                <a:lnTo>
                  <a:pt x="24401" y="5079"/>
                </a:lnTo>
                <a:lnTo>
                  <a:pt x="24338" y="4948"/>
                </a:lnTo>
                <a:lnTo>
                  <a:pt x="24206" y="4890"/>
                </a:lnTo>
                <a:lnTo>
                  <a:pt x="24192" y="4409"/>
                </a:lnTo>
                <a:lnTo>
                  <a:pt x="24142" y="4359"/>
                </a:lnTo>
                <a:lnTo>
                  <a:pt x="24142" y="4241"/>
                </a:lnTo>
                <a:lnTo>
                  <a:pt x="24079" y="4222"/>
                </a:lnTo>
                <a:lnTo>
                  <a:pt x="24005" y="3404"/>
                </a:lnTo>
                <a:lnTo>
                  <a:pt x="23975" y="4233"/>
                </a:lnTo>
                <a:lnTo>
                  <a:pt x="23892" y="4257"/>
                </a:lnTo>
                <a:lnTo>
                  <a:pt x="23882" y="4355"/>
                </a:lnTo>
                <a:lnTo>
                  <a:pt x="23833" y="4405"/>
                </a:lnTo>
                <a:lnTo>
                  <a:pt x="23808" y="4909"/>
                </a:lnTo>
                <a:lnTo>
                  <a:pt x="23660" y="4964"/>
                </a:lnTo>
                <a:lnTo>
                  <a:pt x="23647" y="5057"/>
                </a:lnTo>
                <a:lnTo>
                  <a:pt x="23430" y="5091"/>
                </a:lnTo>
                <a:lnTo>
                  <a:pt x="23430" y="5424"/>
                </a:lnTo>
                <a:lnTo>
                  <a:pt x="23229" y="5438"/>
                </a:lnTo>
                <a:lnTo>
                  <a:pt x="23254" y="7061"/>
                </a:lnTo>
                <a:lnTo>
                  <a:pt x="22916" y="7051"/>
                </a:lnTo>
                <a:lnTo>
                  <a:pt x="22916" y="7880"/>
                </a:lnTo>
                <a:lnTo>
                  <a:pt x="22559" y="7894"/>
                </a:lnTo>
                <a:lnTo>
                  <a:pt x="21549" y="7963"/>
                </a:lnTo>
                <a:lnTo>
                  <a:pt x="21543" y="6928"/>
                </a:lnTo>
                <a:lnTo>
                  <a:pt x="21098" y="6933"/>
                </a:lnTo>
                <a:lnTo>
                  <a:pt x="21073" y="6202"/>
                </a:lnTo>
                <a:lnTo>
                  <a:pt x="20239" y="6183"/>
                </a:lnTo>
                <a:lnTo>
                  <a:pt x="18287" y="6326"/>
                </a:lnTo>
                <a:lnTo>
                  <a:pt x="18282" y="6983"/>
                </a:lnTo>
                <a:lnTo>
                  <a:pt x="17198" y="7016"/>
                </a:lnTo>
                <a:lnTo>
                  <a:pt x="17173" y="7119"/>
                </a:lnTo>
                <a:lnTo>
                  <a:pt x="16904" y="7130"/>
                </a:lnTo>
                <a:lnTo>
                  <a:pt x="16889" y="6806"/>
                </a:lnTo>
                <a:lnTo>
                  <a:pt x="15620" y="6782"/>
                </a:lnTo>
                <a:lnTo>
                  <a:pt x="15027" y="6801"/>
                </a:lnTo>
                <a:lnTo>
                  <a:pt x="15022" y="7130"/>
                </a:lnTo>
                <a:lnTo>
                  <a:pt x="13934" y="7213"/>
                </a:lnTo>
                <a:lnTo>
                  <a:pt x="13939" y="8296"/>
                </a:lnTo>
                <a:lnTo>
                  <a:pt x="13390" y="8326"/>
                </a:lnTo>
                <a:lnTo>
                  <a:pt x="13385" y="8478"/>
                </a:lnTo>
                <a:lnTo>
                  <a:pt x="13252" y="8497"/>
                </a:lnTo>
                <a:lnTo>
                  <a:pt x="13242" y="8870"/>
                </a:lnTo>
                <a:lnTo>
                  <a:pt x="12962" y="8900"/>
                </a:lnTo>
                <a:lnTo>
                  <a:pt x="12914" y="8999"/>
                </a:lnTo>
                <a:lnTo>
                  <a:pt x="12408" y="8999"/>
                </a:lnTo>
                <a:lnTo>
                  <a:pt x="12032" y="9053"/>
                </a:lnTo>
                <a:lnTo>
                  <a:pt x="11998" y="9185"/>
                </a:lnTo>
                <a:lnTo>
                  <a:pt x="11443" y="9171"/>
                </a:lnTo>
                <a:lnTo>
                  <a:pt x="11413" y="8745"/>
                </a:lnTo>
                <a:lnTo>
                  <a:pt x="11159" y="8735"/>
                </a:lnTo>
                <a:lnTo>
                  <a:pt x="11110" y="7896"/>
                </a:lnTo>
                <a:lnTo>
                  <a:pt x="9929" y="7896"/>
                </a:lnTo>
                <a:cubicBezTo>
                  <a:pt x="9929" y="7896"/>
                  <a:pt x="9909" y="8357"/>
                  <a:pt x="9914" y="8402"/>
                </a:cubicBezTo>
                <a:cubicBezTo>
                  <a:pt x="9904" y="8357"/>
                  <a:pt x="9791" y="7907"/>
                  <a:pt x="9791" y="7907"/>
                </a:cubicBezTo>
                <a:lnTo>
                  <a:pt x="9502" y="7907"/>
                </a:lnTo>
                <a:lnTo>
                  <a:pt x="9375" y="8363"/>
                </a:lnTo>
                <a:lnTo>
                  <a:pt x="8993" y="8377"/>
                </a:lnTo>
                <a:lnTo>
                  <a:pt x="8993" y="8500"/>
                </a:lnTo>
                <a:lnTo>
                  <a:pt x="8801" y="8495"/>
                </a:lnTo>
                <a:lnTo>
                  <a:pt x="8836" y="7916"/>
                </a:lnTo>
                <a:lnTo>
                  <a:pt x="8748" y="7906"/>
                </a:lnTo>
                <a:lnTo>
                  <a:pt x="8737" y="7469"/>
                </a:lnTo>
                <a:lnTo>
                  <a:pt x="8497" y="7480"/>
                </a:lnTo>
                <a:lnTo>
                  <a:pt x="8486" y="7342"/>
                </a:lnTo>
                <a:lnTo>
                  <a:pt x="8360" y="7342"/>
                </a:lnTo>
                <a:lnTo>
                  <a:pt x="8340" y="7073"/>
                </a:lnTo>
                <a:lnTo>
                  <a:pt x="7380" y="7078"/>
                </a:lnTo>
                <a:lnTo>
                  <a:pt x="7360" y="7347"/>
                </a:lnTo>
                <a:lnTo>
                  <a:pt x="7091" y="7372"/>
                </a:lnTo>
                <a:lnTo>
                  <a:pt x="7101" y="7529"/>
                </a:lnTo>
                <a:lnTo>
                  <a:pt x="6945" y="7543"/>
                </a:lnTo>
                <a:lnTo>
                  <a:pt x="6934" y="7768"/>
                </a:lnTo>
                <a:lnTo>
                  <a:pt x="6492" y="7802"/>
                </a:lnTo>
                <a:lnTo>
                  <a:pt x="6492" y="7969"/>
                </a:lnTo>
                <a:lnTo>
                  <a:pt x="6370" y="7983"/>
                </a:lnTo>
                <a:lnTo>
                  <a:pt x="6340" y="10087"/>
                </a:lnTo>
                <a:lnTo>
                  <a:pt x="5962" y="10076"/>
                </a:lnTo>
                <a:lnTo>
                  <a:pt x="5987" y="9145"/>
                </a:lnTo>
                <a:lnTo>
                  <a:pt x="5663" y="9125"/>
                </a:lnTo>
                <a:lnTo>
                  <a:pt x="5639" y="9018"/>
                </a:lnTo>
                <a:lnTo>
                  <a:pt x="5189" y="9018"/>
                </a:lnTo>
                <a:lnTo>
                  <a:pt x="5178" y="9120"/>
                </a:lnTo>
                <a:lnTo>
                  <a:pt x="4667" y="9120"/>
                </a:lnTo>
                <a:lnTo>
                  <a:pt x="4653" y="8969"/>
                </a:lnTo>
                <a:lnTo>
                  <a:pt x="4041" y="8979"/>
                </a:lnTo>
                <a:lnTo>
                  <a:pt x="3983" y="10887"/>
                </a:lnTo>
                <a:lnTo>
                  <a:pt x="3581" y="10876"/>
                </a:lnTo>
                <a:lnTo>
                  <a:pt x="3542" y="10558"/>
                </a:lnTo>
                <a:lnTo>
                  <a:pt x="3003" y="10524"/>
                </a:lnTo>
                <a:lnTo>
                  <a:pt x="2984" y="10289"/>
                </a:lnTo>
                <a:lnTo>
                  <a:pt x="1331" y="10314"/>
                </a:lnTo>
                <a:lnTo>
                  <a:pt x="1331" y="11818"/>
                </a:lnTo>
                <a:lnTo>
                  <a:pt x="1" y="11818"/>
                </a:lnTo>
                <a:close/>
              </a:path>
            </a:pathLst>
          </a:custGeom>
          <a:solidFill>
            <a:srgbClr val="723A3A">
              <a:alpha val="28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6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5" name="Google Shape;6545;p7"/>
          <p:cNvSpPr/>
          <p:nvPr/>
        </p:nvSpPr>
        <p:spPr>
          <a:xfrm>
            <a:off x="-15250" y="4242300"/>
            <a:ext cx="9183300" cy="96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46" name="Google Shape;6546;p7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6547" name="Google Shape;6547;p7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7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7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7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7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7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7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7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7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7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7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7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7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7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7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7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7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7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7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7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7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7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7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7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7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7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7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7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7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7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7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7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7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7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7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7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7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7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7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7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7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7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7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7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7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7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7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7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7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7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7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7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7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7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7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7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7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7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7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7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7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7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7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7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7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7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7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7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7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7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7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7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7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7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7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7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7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7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7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7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7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7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7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7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7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7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7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7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7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7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7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7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7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7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7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7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7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7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7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7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7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7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7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7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7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7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7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7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7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7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7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7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7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7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7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7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7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7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7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7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7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7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7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7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7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7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7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7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7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7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7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7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7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7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7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7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7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7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7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7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7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7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7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7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7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7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7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7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7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7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7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7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7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7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7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7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7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7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7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7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7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7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7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7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7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7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7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7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7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7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7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7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7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7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7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7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7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7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7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7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7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7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7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7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7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7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7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7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7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7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7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7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7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7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7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7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7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7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7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7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7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7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7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7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7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7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7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7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7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7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7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7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7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7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7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7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7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7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7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7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7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7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7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7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7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7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7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7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7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7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7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7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7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7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7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7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7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7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7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7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7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7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7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7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7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7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7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7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7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7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7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7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7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7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7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7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7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7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7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7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7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7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7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7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7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7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7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7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7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7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7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7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7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7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7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7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7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7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7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7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7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7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7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7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7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7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7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7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7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7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7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7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7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7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7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7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7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7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7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7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7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7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7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7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7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7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7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7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7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7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7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7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7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7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7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7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7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7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7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7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7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7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7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7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7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7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7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7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7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7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7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7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7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7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7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7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7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7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7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7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7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7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7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7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7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7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7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7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7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7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7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7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7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7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7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7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7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7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7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7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7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7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7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7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7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7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7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7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7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7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7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7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7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7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7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7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7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7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7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7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7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7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7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7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7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7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7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7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7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7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7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7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7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7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7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7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7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7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7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7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7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7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7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7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7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7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7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7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7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7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7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7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7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7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7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7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7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7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7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7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7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7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7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7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7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7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7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7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7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7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7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7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7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7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7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7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7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7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7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7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7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7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7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7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7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7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7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7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7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7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7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7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7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7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7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7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7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7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7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7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7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7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7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7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7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7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7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7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7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7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7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7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7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7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7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7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7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7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7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7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7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7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7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7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7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7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7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7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7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7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7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7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7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7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7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7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7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7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7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7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7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7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7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7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7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7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7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7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7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7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7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7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7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7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7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7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7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7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7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7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7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7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7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7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7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7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7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7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7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7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7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7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7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7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7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7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7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7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7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7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7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7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7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7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7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7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7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7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7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7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7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7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7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7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7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7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7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7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7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7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7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7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7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7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7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7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7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7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7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7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7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7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7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7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7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7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7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7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7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7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7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7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7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7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7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7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7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7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7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7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7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7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7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7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7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7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7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7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7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7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7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7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7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7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7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7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7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7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7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7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7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7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7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7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7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7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7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7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7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7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7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7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7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7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7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7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7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7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7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7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7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7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7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7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7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7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7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7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7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7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7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7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7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7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7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7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7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7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7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7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7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7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7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7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7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7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7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7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7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7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7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7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7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7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7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7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7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7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7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7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7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7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7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7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7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7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7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7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7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7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7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7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7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7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7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7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7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7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7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7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7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7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7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7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7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7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7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7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7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7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7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7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7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7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7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7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7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7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7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7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7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7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7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7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7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7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7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7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7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7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7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7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7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7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7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7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7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7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7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7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7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7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7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7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7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7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7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7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7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7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7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7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7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7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7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7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7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7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7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7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7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7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7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7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7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7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7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7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7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7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7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7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7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7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7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7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7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7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7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7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7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7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7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7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7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7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7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7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7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7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7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7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7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7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7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7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7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7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7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7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7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7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7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7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7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7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7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7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7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7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7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7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7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7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7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7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7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7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7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7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7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7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7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7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7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7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7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7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7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7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7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7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7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7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7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7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7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7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7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7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7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7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7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7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7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7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7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7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7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7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7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7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7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7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7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7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7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7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7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7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7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7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7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7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7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7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7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7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7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7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7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7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7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7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7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7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7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7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7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7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7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7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7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7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7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7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7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7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7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7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7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7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7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7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7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7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7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7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7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7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7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7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7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7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7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7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7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7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7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7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7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7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7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7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7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7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7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7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7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7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7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7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7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7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7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7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7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7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7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7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7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7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7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7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7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7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7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7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7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7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7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7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7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7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7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7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7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7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7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7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7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7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7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7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7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7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7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7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7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7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7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7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7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7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7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7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7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7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7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7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7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7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7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7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7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7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7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7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7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7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7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7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7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7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7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7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7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7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7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7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7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7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7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7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7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7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7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7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7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7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7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7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7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7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7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7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7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7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7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7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7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7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7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7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7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7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7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7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7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7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7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7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7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7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7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7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7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7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7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7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7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7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7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7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7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7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7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7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7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7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7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7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7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7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7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7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7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7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7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7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7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7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7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7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7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7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7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7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7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7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7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7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7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7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7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7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7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7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7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7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7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7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7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7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7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7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7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7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7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7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7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7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7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7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7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7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7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7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7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7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7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7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7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7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7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7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7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7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7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7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7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7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7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7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7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7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7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7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7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7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7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7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7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7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7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7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7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7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7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7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7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7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7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7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7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7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7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7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7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7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7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7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7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7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7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7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7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7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7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7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7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7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7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7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7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7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7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7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7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7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7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7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7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7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7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7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7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7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7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7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7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7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7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7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7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7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7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7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7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7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7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7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7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7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7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7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7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7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7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7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7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7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7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7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7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7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7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7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7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7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7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7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7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7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7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7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7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7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7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7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7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7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7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7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7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7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7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7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7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7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7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7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49" name="Google Shape;7749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750" name="Google Shape;7750;p7"/>
          <p:cNvSpPr txBox="1">
            <a:spLocks noGrp="1"/>
          </p:cNvSpPr>
          <p:nvPr>
            <p:ph type="body" idx="1"/>
          </p:nvPr>
        </p:nvSpPr>
        <p:spPr>
          <a:xfrm>
            <a:off x="720000" y="1611800"/>
            <a:ext cx="3991200" cy="180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7751" name="Google Shape;7751;p7"/>
          <p:cNvSpPr/>
          <p:nvPr/>
        </p:nvSpPr>
        <p:spPr>
          <a:xfrm>
            <a:off x="-2003028" y="-13489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52" name="Google Shape;7752;p7"/>
          <p:cNvSpPr/>
          <p:nvPr/>
        </p:nvSpPr>
        <p:spPr>
          <a:xfrm>
            <a:off x="3403904" y="-780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53" name="Google Shape;7753;p7"/>
          <p:cNvSpPr/>
          <p:nvPr/>
        </p:nvSpPr>
        <p:spPr>
          <a:xfrm>
            <a:off x="6885350" y="-4971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54" name="Google Shape;7754;p7"/>
          <p:cNvSpPr/>
          <p:nvPr/>
        </p:nvSpPr>
        <p:spPr>
          <a:xfrm>
            <a:off x="-2542448" y="4183448"/>
            <a:ext cx="4048113" cy="132598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55" name="Google Shape;7755;p7"/>
          <p:cNvSpPr/>
          <p:nvPr/>
        </p:nvSpPr>
        <p:spPr>
          <a:xfrm flipH="1">
            <a:off x="0" y="3281249"/>
            <a:ext cx="9247822" cy="1968950"/>
          </a:xfrm>
          <a:custGeom>
            <a:avLst/>
            <a:gdLst/>
            <a:ahLst/>
            <a:cxnLst/>
            <a:rect l="l" t="t" r="r" b="b"/>
            <a:pathLst>
              <a:path w="76873" h="16367" extrusionOk="0">
                <a:moveTo>
                  <a:pt x="22496" y="1"/>
                </a:moveTo>
                <a:cubicBezTo>
                  <a:pt x="18844" y="1"/>
                  <a:pt x="15658" y="1981"/>
                  <a:pt x="13944" y="4928"/>
                </a:cubicBezTo>
                <a:cubicBezTo>
                  <a:pt x="13228" y="4432"/>
                  <a:pt x="12362" y="4140"/>
                  <a:pt x="11425" y="4140"/>
                </a:cubicBezTo>
                <a:cubicBezTo>
                  <a:pt x="10030" y="4140"/>
                  <a:pt x="8784" y="4786"/>
                  <a:pt x="7974" y="5797"/>
                </a:cubicBezTo>
                <a:cubicBezTo>
                  <a:pt x="7661" y="5284"/>
                  <a:pt x="7098" y="4940"/>
                  <a:pt x="6456" y="4940"/>
                </a:cubicBezTo>
                <a:cubicBezTo>
                  <a:pt x="5744" y="4940"/>
                  <a:pt x="5132" y="5359"/>
                  <a:pt x="4848" y="5967"/>
                </a:cubicBezTo>
                <a:cubicBezTo>
                  <a:pt x="3591" y="5312"/>
                  <a:pt x="2163" y="4940"/>
                  <a:pt x="649" y="4940"/>
                </a:cubicBezTo>
                <a:cubicBezTo>
                  <a:pt x="430" y="4940"/>
                  <a:pt x="216" y="4950"/>
                  <a:pt x="1" y="4966"/>
                </a:cubicBezTo>
                <a:lnTo>
                  <a:pt x="1" y="16366"/>
                </a:lnTo>
                <a:lnTo>
                  <a:pt x="76872" y="16366"/>
                </a:lnTo>
                <a:lnTo>
                  <a:pt x="76872" y="10660"/>
                </a:lnTo>
                <a:cubicBezTo>
                  <a:pt x="75716" y="9308"/>
                  <a:pt x="74000" y="8453"/>
                  <a:pt x="72083" y="8453"/>
                </a:cubicBezTo>
                <a:cubicBezTo>
                  <a:pt x="71044" y="8453"/>
                  <a:pt x="70066" y="8704"/>
                  <a:pt x="69202" y="9150"/>
                </a:cubicBezTo>
                <a:lnTo>
                  <a:pt x="69202" y="9150"/>
                </a:lnTo>
                <a:cubicBezTo>
                  <a:pt x="69206" y="9101"/>
                  <a:pt x="69208" y="9052"/>
                  <a:pt x="69208" y="9001"/>
                </a:cubicBezTo>
                <a:cubicBezTo>
                  <a:pt x="69208" y="7559"/>
                  <a:pt x="68040" y="6390"/>
                  <a:pt x="66598" y="6390"/>
                </a:cubicBezTo>
                <a:cubicBezTo>
                  <a:pt x="65718" y="6390"/>
                  <a:pt x="64941" y="6824"/>
                  <a:pt x="64464" y="7493"/>
                </a:cubicBezTo>
                <a:cubicBezTo>
                  <a:pt x="62825" y="5912"/>
                  <a:pt x="60597" y="4940"/>
                  <a:pt x="58142" y="4940"/>
                </a:cubicBezTo>
                <a:cubicBezTo>
                  <a:pt x="56628" y="4940"/>
                  <a:pt x="55198" y="5312"/>
                  <a:pt x="53944" y="5967"/>
                </a:cubicBezTo>
                <a:cubicBezTo>
                  <a:pt x="53659" y="5363"/>
                  <a:pt x="53048" y="4940"/>
                  <a:pt x="52334" y="4940"/>
                </a:cubicBezTo>
                <a:cubicBezTo>
                  <a:pt x="51689" y="4940"/>
                  <a:pt x="51126" y="5284"/>
                  <a:pt x="50817" y="5797"/>
                </a:cubicBezTo>
                <a:cubicBezTo>
                  <a:pt x="50003" y="4786"/>
                  <a:pt x="48761" y="4140"/>
                  <a:pt x="47366" y="4140"/>
                </a:cubicBezTo>
                <a:cubicBezTo>
                  <a:pt x="45641" y="4140"/>
                  <a:pt x="44150" y="5124"/>
                  <a:pt x="43419" y="6562"/>
                </a:cubicBezTo>
                <a:cubicBezTo>
                  <a:pt x="42020" y="5805"/>
                  <a:pt x="40418" y="5372"/>
                  <a:pt x="38716" y="5372"/>
                </a:cubicBezTo>
                <a:cubicBezTo>
                  <a:pt x="37069" y="5372"/>
                  <a:pt x="35518" y="5775"/>
                  <a:pt x="34153" y="6489"/>
                </a:cubicBezTo>
                <a:cubicBezTo>
                  <a:pt x="34155" y="6454"/>
                  <a:pt x="34158" y="6423"/>
                  <a:pt x="34158" y="6390"/>
                </a:cubicBezTo>
                <a:cubicBezTo>
                  <a:pt x="34158" y="5408"/>
                  <a:pt x="33364" y="4613"/>
                  <a:pt x="32382" y="4613"/>
                </a:cubicBezTo>
                <a:cubicBezTo>
                  <a:pt x="31903" y="4613"/>
                  <a:pt x="31471" y="4803"/>
                  <a:pt x="31150" y="5110"/>
                </a:cubicBezTo>
                <a:cubicBezTo>
                  <a:pt x="29466" y="2063"/>
                  <a:pt x="26223" y="1"/>
                  <a:pt x="22496" y="1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7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7" name="Google Shape;7757;p8"/>
          <p:cNvSpPr/>
          <p:nvPr/>
        </p:nvSpPr>
        <p:spPr>
          <a:xfrm>
            <a:off x="-15250" y="3967525"/>
            <a:ext cx="9183300" cy="1240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58" name="Google Shape;7758;p8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7759" name="Google Shape;7759;p8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8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8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8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8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8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8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8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8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8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8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8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8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8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8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8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8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8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8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8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8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8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8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8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8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8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8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8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8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8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8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8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8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8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8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8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8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8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8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8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8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8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8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8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8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8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8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8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8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8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8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8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8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8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8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8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8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8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8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8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8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8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8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8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8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8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8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8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8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8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8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8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8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8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8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8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8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8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8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8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8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8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8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8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8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8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8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8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8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8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8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8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8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8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8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8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8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8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8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8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8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8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8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8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8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8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8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8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8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8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8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8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8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8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8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8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8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8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8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8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8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8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8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8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8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8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8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8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8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8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8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8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8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8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8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8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8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8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8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8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8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8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8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8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8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8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8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8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8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8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8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8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8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8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8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8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8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8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8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8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8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8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8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8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8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8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8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8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8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8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8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8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8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8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8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8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8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8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8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8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8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8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8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8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8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8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8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8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8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8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8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8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8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8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8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8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8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8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8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8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8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8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8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8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8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8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8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8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8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8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8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8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8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8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8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8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8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8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8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8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8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8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8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8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8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8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8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8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8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8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8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8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8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8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8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8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8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8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8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8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8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8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8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8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8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8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8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8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8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8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8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8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8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8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8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8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8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8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8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8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8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8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8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8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8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8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8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8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8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8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8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8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8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8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8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8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8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8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8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8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8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8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8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8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8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8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8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8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8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8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8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8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8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8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8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8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8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8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8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8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8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8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8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8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8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8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8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8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8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8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8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8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8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8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8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8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8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8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8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8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8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8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8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8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8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8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8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8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8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8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8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8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8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8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8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8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8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8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8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8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8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8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8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8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8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8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8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8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8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8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8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8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8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8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8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8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8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8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8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8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8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8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8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8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8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8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8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8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8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8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8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8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8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8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8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8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8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8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8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8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8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8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8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8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8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8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8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8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8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8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8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8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8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8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8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8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8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8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8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8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8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8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8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8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8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8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8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8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8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8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8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8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8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8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8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8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8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8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8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8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8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8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8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8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8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8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8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8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8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8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8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8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8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8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8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8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8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8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8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8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8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8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8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8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8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8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8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8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8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8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8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8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8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8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8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8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8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8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8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8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8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8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8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8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8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8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8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8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8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8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8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8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8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8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8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8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8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8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8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8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8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8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8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8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8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8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8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8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8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8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8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8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8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8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8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8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8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8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8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8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8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8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8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8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8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8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8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8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8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8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8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8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8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8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8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8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8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8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8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8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8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8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8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8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8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8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8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8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8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8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8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8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8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8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8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8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8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8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8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8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8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8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8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8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8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8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8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8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8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8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8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8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8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8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8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8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8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8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8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8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8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8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8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8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8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8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8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8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8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8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8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8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8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8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8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8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8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8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8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8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8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8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8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8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8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8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8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8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8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8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8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8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8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8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8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8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8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8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8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8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8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8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8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8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8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8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8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8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8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8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8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8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8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8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8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8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8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8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8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8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8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8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8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8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8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8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8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8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8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8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8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8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8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8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8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8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8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8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8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8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8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8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8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8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8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8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8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8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8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8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8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8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8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8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8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8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8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8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8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8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8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8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8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8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8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8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8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8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8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8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8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8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8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8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8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8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8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8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8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8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8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8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8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8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8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8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8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8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8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8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8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8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8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8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8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8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8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8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8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8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8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8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8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8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8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8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8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8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8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8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8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8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8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8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8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8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8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8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8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8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8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8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8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8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8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8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8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8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8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8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8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8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8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8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8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8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8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8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8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8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8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8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8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8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8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8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8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8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8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8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8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8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8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8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8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8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8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8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8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8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8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8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8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8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8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8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8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8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8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8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8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8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8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8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8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8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8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8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8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8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8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8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8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8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8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8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8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8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8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8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8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8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8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8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8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8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8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8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8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8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8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8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8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8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8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8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8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8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8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8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8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8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8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8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8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8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8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8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8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8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8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8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8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8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8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8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8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8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8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8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8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8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8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8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8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8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8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8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8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8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8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8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8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8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8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8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8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8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8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8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8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8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8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8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8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8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8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8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8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8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8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8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8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8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8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8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8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8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8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8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8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8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8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8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8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8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8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8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8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8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8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8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8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8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8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8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8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8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8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8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8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8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8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8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8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8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8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8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8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8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8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8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8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8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8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8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8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8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8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8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8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8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8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8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8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8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8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8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8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8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8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8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8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8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8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8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8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8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8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8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8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8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8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8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8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8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8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8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8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8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8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8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8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8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8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8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8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8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8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8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8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8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8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8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8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8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8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8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8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8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8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8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8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8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8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8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8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8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8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8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8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8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8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8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8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8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8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8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8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8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8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8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8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8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8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8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8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8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8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8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8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8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8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8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8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8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8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8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8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8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8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8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8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8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8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8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8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8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8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8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8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8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8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8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8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8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8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8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8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8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8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8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8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8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8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8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8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8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8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8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8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8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8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8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8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8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8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8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8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8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8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8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8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8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8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8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8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8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8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8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8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8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8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8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8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8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8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8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8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8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8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8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8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8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8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8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8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8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8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8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8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8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8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8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8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8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8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8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8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8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8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8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8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8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8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8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8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8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8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8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8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8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8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8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8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8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8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8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8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8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8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8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8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8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8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8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8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8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8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8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8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8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8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8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8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8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8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8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8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8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8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8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8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8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8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8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8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8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8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8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8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8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8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8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8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8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8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8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8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8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8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8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8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8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8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8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8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8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8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8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8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8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8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8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8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8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8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8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8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8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8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8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8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8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8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8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8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8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8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8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8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8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8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8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8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8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8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8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8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8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8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8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8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8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8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8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8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8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8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8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8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8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8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8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8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8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8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8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8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8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8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8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1" name="Google Shape;8961;p8"/>
          <p:cNvGrpSpPr/>
          <p:nvPr/>
        </p:nvGrpSpPr>
        <p:grpSpPr>
          <a:xfrm>
            <a:off x="-276875" y="4445775"/>
            <a:ext cx="9494167" cy="1302793"/>
            <a:chOff x="-276875" y="4445775"/>
            <a:chExt cx="9494167" cy="1302793"/>
          </a:xfrm>
        </p:grpSpPr>
        <p:sp>
          <p:nvSpPr>
            <p:cNvPr id="8962" name="Google Shape;8962;p8"/>
            <p:cNvSpPr/>
            <p:nvPr/>
          </p:nvSpPr>
          <p:spPr>
            <a:xfrm>
              <a:off x="-276875" y="4445775"/>
              <a:ext cx="4844189" cy="1302793"/>
            </a:xfrm>
            <a:custGeom>
              <a:avLst/>
              <a:gdLst/>
              <a:ahLst/>
              <a:cxnLst/>
              <a:rect l="l" t="t" r="r" b="b"/>
              <a:pathLst>
                <a:path w="48379" h="11802" extrusionOk="0">
                  <a:moveTo>
                    <a:pt x="46194" y="5602"/>
                  </a:moveTo>
                  <a:cubicBezTo>
                    <a:pt x="46060" y="4062"/>
                    <a:pt x="44661" y="2850"/>
                    <a:pt x="42955" y="2850"/>
                  </a:cubicBezTo>
                  <a:cubicBezTo>
                    <a:pt x="42677" y="2850"/>
                    <a:pt x="42409" y="2882"/>
                    <a:pt x="42153" y="2942"/>
                  </a:cubicBezTo>
                  <a:cubicBezTo>
                    <a:pt x="41805" y="1975"/>
                    <a:pt x="40880" y="1285"/>
                    <a:pt x="39795" y="1285"/>
                  </a:cubicBezTo>
                  <a:cubicBezTo>
                    <a:pt x="38850" y="1285"/>
                    <a:pt x="38029" y="1807"/>
                    <a:pt x="37602" y="2576"/>
                  </a:cubicBezTo>
                  <a:cubicBezTo>
                    <a:pt x="37192" y="2263"/>
                    <a:pt x="36687" y="2078"/>
                    <a:pt x="36139" y="2078"/>
                  </a:cubicBezTo>
                  <a:cubicBezTo>
                    <a:pt x="35545" y="2078"/>
                    <a:pt x="35001" y="2295"/>
                    <a:pt x="34575" y="2658"/>
                  </a:cubicBezTo>
                  <a:cubicBezTo>
                    <a:pt x="34203" y="1132"/>
                    <a:pt x="32828" y="0"/>
                    <a:pt x="31188" y="0"/>
                  </a:cubicBezTo>
                  <a:cubicBezTo>
                    <a:pt x="29304" y="0"/>
                    <a:pt x="27768" y="1497"/>
                    <a:pt x="27705" y="3365"/>
                  </a:cubicBezTo>
                  <a:cubicBezTo>
                    <a:pt x="27317" y="3079"/>
                    <a:pt x="26841" y="2907"/>
                    <a:pt x="26326" y="2892"/>
                  </a:cubicBezTo>
                  <a:cubicBezTo>
                    <a:pt x="26148" y="2865"/>
                    <a:pt x="25967" y="2850"/>
                    <a:pt x="25784" y="2850"/>
                  </a:cubicBezTo>
                  <a:cubicBezTo>
                    <a:pt x="25507" y="2850"/>
                    <a:pt x="25239" y="2882"/>
                    <a:pt x="24982" y="2942"/>
                  </a:cubicBezTo>
                  <a:cubicBezTo>
                    <a:pt x="24634" y="1975"/>
                    <a:pt x="23710" y="1285"/>
                    <a:pt x="22624" y="1285"/>
                  </a:cubicBezTo>
                  <a:cubicBezTo>
                    <a:pt x="21680" y="1285"/>
                    <a:pt x="20858" y="1807"/>
                    <a:pt x="20431" y="2576"/>
                  </a:cubicBezTo>
                  <a:cubicBezTo>
                    <a:pt x="20021" y="2263"/>
                    <a:pt x="19515" y="2078"/>
                    <a:pt x="18967" y="2078"/>
                  </a:cubicBezTo>
                  <a:cubicBezTo>
                    <a:pt x="18375" y="2078"/>
                    <a:pt x="17831" y="2295"/>
                    <a:pt x="17405" y="2658"/>
                  </a:cubicBezTo>
                  <a:cubicBezTo>
                    <a:pt x="17033" y="1132"/>
                    <a:pt x="15657" y="0"/>
                    <a:pt x="14018" y="0"/>
                  </a:cubicBezTo>
                  <a:cubicBezTo>
                    <a:pt x="12133" y="0"/>
                    <a:pt x="10598" y="1497"/>
                    <a:pt x="10533" y="3365"/>
                  </a:cubicBezTo>
                  <a:cubicBezTo>
                    <a:pt x="10131" y="3067"/>
                    <a:pt x="9631" y="2889"/>
                    <a:pt x="9091" y="2889"/>
                  </a:cubicBezTo>
                  <a:cubicBezTo>
                    <a:pt x="8428" y="2889"/>
                    <a:pt x="7827" y="3155"/>
                    <a:pt x="7389" y="3585"/>
                  </a:cubicBezTo>
                  <a:cubicBezTo>
                    <a:pt x="6933" y="3177"/>
                    <a:pt x="6331" y="2928"/>
                    <a:pt x="5672" y="2928"/>
                  </a:cubicBezTo>
                  <a:cubicBezTo>
                    <a:pt x="4516" y="2928"/>
                    <a:pt x="3538" y="3690"/>
                    <a:pt x="3212" y="4738"/>
                  </a:cubicBezTo>
                  <a:cubicBezTo>
                    <a:pt x="2903" y="4546"/>
                    <a:pt x="2538" y="4435"/>
                    <a:pt x="2145" y="4435"/>
                  </a:cubicBezTo>
                  <a:cubicBezTo>
                    <a:pt x="1029" y="4435"/>
                    <a:pt x="125" y="5339"/>
                    <a:pt x="125" y="6455"/>
                  </a:cubicBezTo>
                  <a:cubicBezTo>
                    <a:pt x="125" y="6876"/>
                    <a:pt x="253" y="7267"/>
                    <a:pt x="473" y="7590"/>
                  </a:cubicBezTo>
                  <a:cubicBezTo>
                    <a:pt x="178" y="7948"/>
                    <a:pt x="0" y="8408"/>
                    <a:pt x="0" y="8909"/>
                  </a:cubicBezTo>
                  <a:cubicBezTo>
                    <a:pt x="0" y="10058"/>
                    <a:pt x="932" y="10989"/>
                    <a:pt x="2081" y="10989"/>
                  </a:cubicBezTo>
                  <a:cubicBezTo>
                    <a:pt x="3119" y="10989"/>
                    <a:pt x="3979" y="10229"/>
                    <a:pt x="4136" y="9234"/>
                  </a:cubicBezTo>
                  <a:cubicBezTo>
                    <a:pt x="4518" y="10348"/>
                    <a:pt x="5574" y="11148"/>
                    <a:pt x="6817" y="11148"/>
                  </a:cubicBezTo>
                  <a:cubicBezTo>
                    <a:pt x="7682" y="11148"/>
                    <a:pt x="8458" y="10759"/>
                    <a:pt x="8977" y="10147"/>
                  </a:cubicBezTo>
                  <a:cubicBezTo>
                    <a:pt x="9610" y="10708"/>
                    <a:pt x="10442" y="11048"/>
                    <a:pt x="11354" y="11048"/>
                  </a:cubicBezTo>
                  <a:cubicBezTo>
                    <a:pt x="12511" y="11048"/>
                    <a:pt x="13541" y="10500"/>
                    <a:pt x="14196" y="9649"/>
                  </a:cubicBezTo>
                  <a:cubicBezTo>
                    <a:pt x="14838" y="10926"/>
                    <a:pt x="16162" y="11802"/>
                    <a:pt x="17688" y="11802"/>
                  </a:cubicBezTo>
                  <a:cubicBezTo>
                    <a:pt x="18857" y="11802"/>
                    <a:pt x="19907" y="11287"/>
                    <a:pt x="20623" y="10472"/>
                  </a:cubicBezTo>
                  <a:cubicBezTo>
                    <a:pt x="20691" y="10411"/>
                    <a:pt x="20758" y="10347"/>
                    <a:pt x="20817" y="10276"/>
                  </a:cubicBezTo>
                  <a:cubicBezTo>
                    <a:pt x="21026" y="10315"/>
                    <a:pt x="21239" y="10335"/>
                    <a:pt x="21458" y="10335"/>
                  </a:cubicBezTo>
                  <a:cubicBezTo>
                    <a:pt x="21630" y="10335"/>
                    <a:pt x="21799" y="10322"/>
                    <a:pt x="21965" y="10299"/>
                  </a:cubicBezTo>
                  <a:cubicBezTo>
                    <a:pt x="22479" y="10822"/>
                    <a:pt x="23194" y="11148"/>
                    <a:pt x="23986" y="11148"/>
                  </a:cubicBezTo>
                  <a:cubicBezTo>
                    <a:pt x="24704" y="11148"/>
                    <a:pt x="25359" y="10879"/>
                    <a:pt x="25857" y="10439"/>
                  </a:cubicBezTo>
                  <a:cubicBezTo>
                    <a:pt x="25989" y="10375"/>
                    <a:pt x="26115" y="10302"/>
                    <a:pt x="26236" y="10223"/>
                  </a:cubicBezTo>
                  <a:cubicBezTo>
                    <a:pt x="26856" y="10737"/>
                    <a:pt x="27654" y="11047"/>
                    <a:pt x="28523" y="11047"/>
                  </a:cubicBezTo>
                  <a:cubicBezTo>
                    <a:pt x="29681" y="11047"/>
                    <a:pt x="30710" y="10498"/>
                    <a:pt x="31366" y="9647"/>
                  </a:cubicBezTo>
                  <a:cubicBezTo>
                    <a:pt x="32009" y="10924"/>
                    <a:pt x="33331" y="11799"/>
                    <a:pt x="34858" y="11799"/>
                  </a:cubicBezTo>
                  <a:cubicBezTo>
                    <a:pt x="36120" y="11799"/>
                    <a:pt x="37243" y="11201"/>
                    <a:pt x="37958" y="10270"/>
                  </a:cubicBezTo>
                  <a:cubicBezTo>
                    <a:pt x="38176" y="10312"/>
                    <a:pt x="38399" y="10333"/>
                    <a:pt x="38629" y="10333"/>
                  </a:cubicBezTo>
                  <a:cubicBezTo>
                    <a:pt x="39042" y="10333"/>
                    <a:pt x="39440" y="10264"/>
                    <a:pt x="39808" y="10134"/>
                  </a:cubicBezTo>
                  <a:cubicBezTo>
                    <a:pt x="40329" y="10522"/>
                    <a:pt x="40973" y="10751"/>
                    <a:pt x="41670" y="10751"/>
                  </a:cubicBezTo>
                  <a:cubicBezTo>
                    <a:pt x="42593" y="10751"/>
                    <a:pt x="43423" y="10349"/>
                    <a:pt x="43994" y="9712"/>
                  </a:cubicBezTo>
                  <a:cubicBezTo>
                    <a:pt x="44452" y="10239"/>
                    <a:pt x="45128" y="10572"/>
                    <a:pt x="45880" y="10572"/>
                  </a:cubicBezTo>
                  <a:cubicBezTo>
                    <a:pt x="47260" y="10572"/>
                    <a:pt x="48377" y="9455"/>
                    <a:pt x="48377" y="8075"/>
                  </a:cubicBezTo>
                  <a:cubicBezTo>
                    <a:pt x="48379" y="6804"/>
                    <a:pt x="47426" y="5755"/>
                    <a:pt x="46194" y="5602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8"/>
            <p:cNvSpPr/>
            <p:nvPr/>
          </p:nvSpPr>
          <p:spPr>
            <a:xfrm>
              <a:off x="4373103" y="4445775"/>
              <a:ext cx="4844189" cy="1302793"/>
            </a:xfrm>
            <a:custGeom>
              <a:avLst/>
              <a:gdLst/>
              <a:ahLst/>
              <a:cxnLst/>
              <a:rect l="l" t="t" r="r" b="b"/>
              <a:pathLst>
                <a:path w="48379" h="11802" extrusionOk="0">
                  <a:moveTo>
                    <a:pt x="46194" y="5602"/>
                  </a:moveTo>
                  <a:cubicBezTo>
                    <a:pt x="46060" y="4062"/>
                    <a:pt x="44661" y="2850"/>
                    <a:pt x="42955" y="2850"/>
                  </a:cubicBezTo>
                  <a:cubicBezTo>
                    <a:pt x="42677" y="2850"/>
                    <a:pt x="42409" y="2882"/>
                    <a:pt x="42153" y="2942"/>
                  </a:cubicBezTo>
                  <a:cubicBezTo>
                    <a:pt x="41805" y="1975"/>
                    <a:pt x="40880" y="1285"/>
                    <a:pt x="39795" y="1285"/>
                  </a:cubicBezTo>
                  <a:cubicBezTo>
                    <a:pt x="38850" y="1285"/>
                    <a:pt x="38029" y="1807"/>
                    <a:pt x="37602" y="2576"/>
                  </a:cubicBezTo>
                  <a:cubicBezTo>
                    <a:pt x="37192" y="2263"/>
                    <a:pt x="36687" y="2078"/>
                    <a:pt x="36139" y="2078"/>
                  </a:cubicBezTo>
                  <a:cubicBezTo>
                    <a:pt x="35545" y="2078"/>
                    <a:pt x="35001" y="2295"/>
                    <a:pt x="34575" y="2658"/>
                  </a:cubicBezTo>
                  <a:cubicBezTo>
                    <a:pt x="34203" y="1132"/>
                    <a:pt x="32828" y="0"/>
                    <a:pt x="31188" y="0"/>
                  </a:cubicBezTo>
                  <a:cubicBezTo>
                    <a:pt x="29304" y="0"/>
                    <a:pt x="27768" y="1497"/>
                    <a:pt x="27705" y="3365"/>
                  </a:cubicBezTo>
                  <a:cubicBezTo>
                    <a:pt x="27317" y="3079"/>
                    <a:pt x="26841" y="2907"/>
                    <a:pt x="26326" y="2892"/>
                  </a:cubicBezTo>
                  <a:cubicBezTo>
                    <a:pt x="26148" y="2865"/>
                    <a:pt x="25967" y="2850"/>
                    <a:pt x="25784" y="2850"/>
                  </a:cubicBezTo>
                  <a:cubicBezTo>
                    <a:pt x="25507" y="2850"/>
                    <a:pt x="25239" y="2882"/>
                    <a:pt x="24982" y="2942"/>
                  </a:cubicBezTo>
                  <a:cubicBezTo>
                    <a:pt x="24634" y="1975"/>
                    <a:pt x="23710" y="1285"/>
                    <a:pt x="22624" y="1285"/>
                  </a:cubicBezTo>
                  <a:cubicBezTo>
                    <a:pt x="21680" y="1285"/>
                    <a:pt x="20858" y="1807"/>
                    <a:pt x="20431" y="2576"/>
                  </a:cubicBezTo>
                  <a:cubicBezTo>
                    <a:pt x="20021" y="2263"/>
                    <a:pt x="19515" y="2078"/>
                    <a:pt x="18967" y="2078"/>
                  </a:cubicBezTo>
                  <a:cubicBezTo>
                    <a:pt x="18375" y="2078"/>
                    <a:pt x="17831" y="2295"/>
                    <a:pt x="17405" y="2658"/>
                  </a:cubicBezTo>
                  <a:cubicBezTo>
                    <a:pt x="17033" y="1132"/>
                    <a:pt x="15657" y="0"/>
                    <a:pt x="14018" y="0"/>
                  </a:cubicBezTo>
                  <a:cubicBezTo>
                    <a:pt x="12133" y="0"/>
                    <a:pt x="10598" y="1497"/>
                    <a:pt x="10533" y="3365"/>
                  </a:cubicBezTo>
                  <a:cubicBezTo>
                    <a:pt x="10131" y="3067"/>
                    <a:pt x="9631" y="2889"/>
                    <a:pt x="9091" y="2889"/>
                  </a:cubicBezTo>
                  <a:cubicBezTo>
                    <a:pt x="8428" y="2889"/>
                    <a:pt x="7827" y="3155"/>
                    <a:pt x="7389" y="3585"/>
                  </a:cubicBezTo>
                  <a:cubicBezTo>
                    <a:pt x="6933" y="3177"/>
                    <a:pt x="6331" y="2928"/>
                    <a:pt x="5672" y="2928"/>
                  </a:cubicBezTo>
                  <a:cubicBezTo>
                    <a:pt x="4516" y="2928"/>
                    <a:pt x="3538" y="3690"/>
                    <a:pt x="3212" y="4738"/>
                  </a:cubicBezTo>
                  <a:cubicBezTo>
                    <a:pt x="2903" y="4546"/>
                    <a:pt x="2538" y="4435"/>
                    <a:pt x="2145" y="4435"/>
                  </a:cubicBezTo>
                  <a:cubicBezTo>
                    <a:pt x="1029" y="4435"/>
                    <a:pt x="125" y="5339"/>
                    <a:pt x="125" y="6455"/>
                  </a:cubicBezTo>
                  <a:cubicBezTo>
                    <a:pt x="125" y="6876"/>
                    <a:pt x="253" y="7267"/>
                    <a:pt x="473" y="7590"/>
                  </a:cubicBezTo>
                  <a:cubicBezTo>
                    <a:pt x="178" y="7948"/>
                    <a:pt x="0" y="8408"/>
                    <a:pt x="0" y="8909"/>
                  </a:cubicBezTo>
                  <a:cubicBezTo>
                    <a:pt x="0" y="10058"/>
                    <a:pt x="932" y="10989"/>
                    <a:pt x="2081" y="10989"/>
                  </a:cubicBezTo>
                  <a:cubicBezTo>
                    <a:pt x="3119" y="10989"/>
                    <a:pt x="3979" y="10229"/>
                    <a:pt x="4136" y="9234"/>
                  </a:cubicBezTo>
                  <a:cubicBezTo>
                    <a:pt x="4518" y="10348"/>
                    <a:pt x="5574" y="11148"/>
                    <a:pt x="6817" y="11148"/>
                  </a:cubicBezTo>
                  <a:cubicBezTo>
                    <a:pt x="7682" y="11148"/>
                    <a:pt x="8458" y="10759"/>
                    <a:pt x="8977" y="10147"/>
                  </a:cubicBezTo>
                  <a:cubicBezTo>
                    <a:pt x="9610" y="10708"/>
                    <a:pt x="10442" y="11048"/>
                    <a:pt x="11354" y="11048"/>
                  </a:cubicBezTo>
                  <a:cubicBezTo>
                    <a:pt x="12511" y="11048"/>
                    <a:pt x="13541" y="10500"/>
                    <a:pt x="14196" y="9649"/>
                  </a:cubicBezTo>
                  <a:cubicBezTo>
                    <a:pt x="14838" y="10926"/>
                    <a:pt x="16162" y="11802"/>
                    <a:pt x="17688" y="11802"/>
                  </a:cubicBezTo>
                  <a:cubicBezTo>
                    <a:pt x="18857" y="11802"/>
                    <a:pt x="19907" y="11287"/>
                    <a:pt x="20623" y="10472"/>
                  </a:cubicBezTo>
                  <a:cubicBezTo>
                    <a:pt x="20691" y="10411"/>
                    <a:pt x="20758" y="10347"/>
                    <a:pt x="20817" y="10276"/>
                  </a:cubicBezTo>
                  <a:cubicBezTo>
                    <a:pt x="21026" y="10315"/>
                    <a:pt x="21239" y="10335"/>
                    <a:pt x="21458" y="10335"/>
                  </a:cubicBezTo>
                  <a:cubicBezTo>
                    <a:pt x="21630" y="10335"/>
                    <a:pt x="21799" y="10322"/>
                    <a:pt x="21965" y="10299"/>
                  </a:cubicBezTo>
                  <a:cubicBezTo>
                    <a:pt x="22479" y="10822"/>
                    <a:pt x="23194" y="11148"/>
                    <a:pt x="23986" y="11148"/>
                  </a:cubicBezTo>
                  <a:cubicBezTo>
                    <a:pt x="24704" y="11148"/>
                    <a:pt x="25359" y="10879"/>
                    <a:pt x="25857" y="10439"/>
                  </a:cubicBezTo>
                  <a:cubicBezTo>
                    <a:pt x="25989" y="10375"/>
                    <a:pt x="26115" y="10302"/>
                    <a:pt x="26236" y="10223"/>
                  </a:cubicBezTo>
                  <a:cubicBezTo>
                    <a:pt x="26856" y="10737"/>
                    <a:pt x="27654" y="11047"/>
                    <a:pt x="28523" y="11047"/>
                  </a:cubicBezTo>
                  <a:cubicBezTo>
                    <a:pt x="29681" y="11047"/>
                    <a:pt x="30710" y="10498"/>
                    <a:pt x="31366" y="9647"/>
                  </a:cubicBezTo>
                  <a:cubicBezTo>
                    <a:pt x="32009" y="10924"/>
                    <a:pt x="33331" y="11799"/>
                    <a:pt x="34858" y="11799"/>
                  </a:cubicBezTo>
                  <a:cubicBezTo>
                    <a:pt x="36120" y="11799"/>
                    <a:pt x="37243" y="11201"/>
                    <a:pt x="37958" y="10270"/>
                  </a:cubicBezTo>
                  <a:cubicBezTo>
                    <a:pt x="38176" y="10312"/>
                    <a:pt x="38399" y="10333"/>
                    <a:pt x="38629" y="10333"/>
                  </a:cubicBezTo>
                  <a:cubicBezTo>
                    <a:pt x="39042" y="10333"/>
                    <a:pt x="39440" y="10264"/>
                    <a:pt x="39808" y="10134"/>
                  </a:cubicBezTo>
                  <a:cubicBezTo>
                    <a:pt x="40329" y="10522"/>
                    <a:pt x="40973" y="10751"/>
                    <a:pt x="41670" y="10751"/>
                  </a:cubicBezTo>
                  <a:cubicBezTo>
                    <a:pt x="42593" y="10751"/>
                    <a:pt x="43423" y="10349"/>
                    <a:pt x="43994" y="9712"/>
                  </a:cubicBezTo>
                  <a:cubicBezTo>
                    <a:pt x="44452" y="10239"/>
                    <a:pt x="45128" y="10572"/>
                    <a:pt x="45880" y="10572"/>
                  </a:cubicBezTo>
                  <a:cubicBezTo>
                    <a:pt x="47260" y="10572"/>
                    <a:pt x="48377" y="9455"/>
                    <a:pt x="48377" y="8075"/>
                  </a:cubicBezTo>
                  <a:cubicBezTo>
                    <a:pt x="48379" y="6804"/>
                    <a:pt x="47426" y="5755"/>
                    <a:pt x="46194" y="5602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64" name="Google Shape;8964;p8"/>
          <p:cNvSpPr/>
          <p:nvPr/>
        </p:nvSpPr>
        <p:spPr>
          <a:xfrm>
            <a:off x="1294097" y="-12361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65" name="Google Shape;8965;p8"/>
          <p:cNvSpPr/>
          <p:nvPr/>
        </p:nvSpPr>
        <p:spPr>
          <a:xfrm>
            <a:off x="6444579" y="-865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66" name="Google Shape;8966;p8"/>
          <p:cNvSpPr/>
          <p:nvPr/>
        </p:nvSpPr>
        <p:spPr>
          <a:xfrm>
            <a:off x="-590300" y="-4894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67" name="Google Shape;8967;p8"/>
          <p:cNvSpPr txBox="1">
            <a:spLocks noGrp="1"/>
          </p:cNvSpPr>
          <p:nvPr>
            <p:ph type="title"/>
          </p:nvPr>
        </p:nvSpPr>
        <p:spPr>
          <a:xfrm>
            <a:off x="2724150" y="1307100"/>
            <a:ext cx="36957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9" name="Google Shape;8969;p9"/>
          <p:cNvSpPr/>
          <p:nvPr/>
        </p:nvSpPr>
        <p:spPr>
          <a:xfrm>
            <a:off x="-15250" y="3967525"/>
            <a:ext cx="9183300" cy="1240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970" name="Google Shape;8970;p9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8971" name="Google Shape;8971;p9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9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9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9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9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9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9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9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9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9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9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9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9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9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9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9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9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9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9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9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9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9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9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9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9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9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9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9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9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9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9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9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9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9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9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9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9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9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9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9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9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9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9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9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9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9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9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9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9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9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9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9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9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9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9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9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9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9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9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9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9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9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9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9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9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9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9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9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9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9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9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9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9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9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9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9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9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9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9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9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9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9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9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9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9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9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9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9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9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9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9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9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9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9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9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9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9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9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9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9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9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9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9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9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9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9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9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9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9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9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9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9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9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9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9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9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9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9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9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9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9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9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9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9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9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9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9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9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9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9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9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9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9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9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9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9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9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9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9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9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9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9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9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9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9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9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9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9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9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9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9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9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9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9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9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9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9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9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9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9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9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9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9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9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9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9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9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9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9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9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9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9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9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9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9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9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9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9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9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9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9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9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9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9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9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9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9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9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9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9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9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9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9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9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9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9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9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9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9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9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9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9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9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9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9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9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9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9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9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9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9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9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9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9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9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9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9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9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9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9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9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9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9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9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9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9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9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9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9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9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9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9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9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9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9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9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9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9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9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9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9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9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9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9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9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9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9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9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9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9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9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9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9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9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9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9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9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9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9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9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9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9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9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9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9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9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9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9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9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9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9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9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9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9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9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9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9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9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9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9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9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9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9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9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9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9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9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9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9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9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9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9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9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9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9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9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9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9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9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9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9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9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9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9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9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9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9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9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9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9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9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9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9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9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9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9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9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9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9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9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9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9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9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9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9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9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9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9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9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9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9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9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9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9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9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9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9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9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9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9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9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9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9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9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9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9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9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9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9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9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9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9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9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9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9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9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9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9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9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9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9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9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9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9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9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9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9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9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9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9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9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9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9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9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9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9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9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9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9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9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9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9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9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9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9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9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9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9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9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9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9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9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9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9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9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9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9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9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9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9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9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9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9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9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9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9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9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9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9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9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9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9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9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9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9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9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9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9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9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9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9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9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9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9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9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9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9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9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9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9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9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9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9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9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9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9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9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9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9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9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9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9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9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9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9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9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9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9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9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9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9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9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9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9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9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9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9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9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9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9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9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9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9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9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9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9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9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9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9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9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9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9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9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9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9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9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9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9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9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9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9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9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9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9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9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9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9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9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9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9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9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9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9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9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9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9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9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9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9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9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9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9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9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9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9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9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9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9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9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9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9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9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9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9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9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9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9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9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9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9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9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9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9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9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9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9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9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9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9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9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9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9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9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9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9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9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9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9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9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9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9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9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9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9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9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9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9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9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9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9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9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9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9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9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9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9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9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9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9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9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9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9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9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9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9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9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9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9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9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9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9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9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9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9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9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9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9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9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9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9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9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9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9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9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9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9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9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9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9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9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9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9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9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9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9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9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9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9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9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9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9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9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9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9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9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9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9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9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9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9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9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9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9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9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9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9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9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9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9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9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9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9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9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9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9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9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9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9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9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9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9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9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9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9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9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9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9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9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9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9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9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9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9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9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9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9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9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9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9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9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9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9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9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9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9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9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9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9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9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9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9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9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9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9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9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9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9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9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9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9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9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9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9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9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9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9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9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9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9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9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9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9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9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9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9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9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9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9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9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9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9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9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9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9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9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9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9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9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9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9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9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9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9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9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9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9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9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9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9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9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9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9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9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9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9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9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9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9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9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9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9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9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9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9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9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9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9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9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9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9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9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9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9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9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9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9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9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9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9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9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9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9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9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9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9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9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9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9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9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9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9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9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9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9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9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9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9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9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9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9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9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9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9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9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9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9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9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9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9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9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9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9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9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9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9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9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9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9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9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9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9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9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9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9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9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9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9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9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9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9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9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9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9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9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9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9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9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9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9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9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9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9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9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9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9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9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9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9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9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9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9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9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9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9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9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9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9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9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9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9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9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9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9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9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9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9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9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9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9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9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9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9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9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9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9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9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9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9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9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9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9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9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9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9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9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9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9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9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9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9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9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9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9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9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9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9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9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9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9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9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9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9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9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9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9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9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9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9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9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9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9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9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9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9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9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9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9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9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9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9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9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9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9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9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9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9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9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9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9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9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9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9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9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9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9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9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9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9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9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9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9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9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9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9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9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9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9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9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9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9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9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9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9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9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9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9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9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9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9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9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9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9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9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9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9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9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9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9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9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9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9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9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9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9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9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9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9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9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9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9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9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9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9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9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9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9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9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9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9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9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9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9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9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9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9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9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9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9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9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9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9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9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9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9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9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9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9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9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9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9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9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9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9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9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9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9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9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9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9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9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9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9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9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9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9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9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9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9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9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9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9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9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9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9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9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9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9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9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9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9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9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9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9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9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9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9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9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9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9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9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9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9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9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9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9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9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9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9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9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9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9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9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9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9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9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9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9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9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9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9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9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9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9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9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9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9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9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9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9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9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9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9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9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9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9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9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9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9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9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9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9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9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9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9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9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9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9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9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9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9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9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9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9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9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9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9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9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9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9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9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9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9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9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9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9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9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9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9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9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9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9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9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9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9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9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9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9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9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9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9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9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9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9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9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9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9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9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9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9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9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9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9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9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9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9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9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9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9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9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9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9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9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9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9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9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9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9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9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9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9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9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9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9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9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9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9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9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9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9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9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9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9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9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9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9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9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9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9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9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9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9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9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9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9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9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9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9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9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9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9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9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9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9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9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9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9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9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9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9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9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9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9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9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9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9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9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9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9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9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9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9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9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9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9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9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9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9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9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9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9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9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9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9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9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9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9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9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9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9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9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9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9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9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9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9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9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9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9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9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9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9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9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73" name="Google Shape;10173;p9"/>
          <p:cNvGrpSpPr/>
          <p:nvPr/>
        </p:nvGrpSpPr>
        <p:grpSpPr>
          <a:xfrm>
            <a:off x="-276875" y="4445775"/>
            <a:ext cx="9494167" cy="1302793"/>
            <a:chOff x="-276875" y="4445775"/>
            <a:chExt cx="9494167" cy="1302793"/>
          </a:xfrm>
        </p:grpSpPr>
        <p:sp>
          <p:nvSpPr>
            <p:cNvPr id="10174" name="Google Shape;10174;p9"/>
            <p:cNvSpPr/>
            <p:nvPr/>
          </p:nvSpPr>
          <p:spPr>
            <a:xfrm>
              <a:off x="-276875" y="4445775"/>
              <a:ext cx="4844189" cy="1302793"/>
            </a:xfrm>
            <a:custGeom>
              <a:avLst/>
              <a:gdLst/>
              <a:ahLst/>
              <a:cxnLst/>
              <a:rect l="l" t="t" r="r" b="b"/>
              <a:pathLst>
                <a:path w="48379" h="11802" extrusionOk="0">
                  <a:moveTo>
                    <a:pt x="46194" y="5602"/>
                  </a:moveTo>
                  <a:cubicBezTo>
                    <a:pt x="46060" y="4062"/>
                    <a:pt x="44661" y="2850"/>
                    <a:pt x="42955" y="2850"/>
                  </a:cubicBezTo>
                  <a:cubicBezTo>
                    <a:pt x="42677" y="2850"/>
                    <a:pt x="42409" y="2882"/>
                    <a:pt x="42153" y="2942"/>
                  </a:cubicBezTo>
                  <a:cubicBezTo>
                    <a:pt x="41805" y="1975"/>
                    <a:pt x="40880" y="1285"/>
                    <a:pt x="39795" y="1285"/>
                  </a:cubicBezTo>
                  <a:cubicBezTo>
                    <a:pt x="38850" y="1285"/>
                    <a:pt x="38029" y="1807"/>
                    <a:pt x="37602" y="2576"/>
                  </a:cubicBezTo>
                  <a:cubicBezTo>
                    <a:pt x="37192" y="2263"/>
                    <a:pt x="36687" y="2078"/>
                    <a:pt x="36139" y="2078"/>
                  </a:cubicBezTo>
                  <a:cubicBezTo>
                    <a:pt x="35545" y="2078"/>
                    <a:pt x="35001" y="2295"/>
                    <a:pt x="34575" y="2658"/>
                  </a:cubicBezTo>
                  <a:cubicBezTo>
                    <a:pt x="34203" y="1132"/>
                    <a:pt x="32828" y="0"/>
                    <a:pt x="31188" y="0"/>
                  </a:cubicBezTo>
                  <a:cubicBezTo>
                    <a:pt x="29304" y="0"/>
                    <a:pt x="27768" y="1497"/>
                    <a:pt x="27705" y="3365"/>
                  </a:cubicBezTo>
                  <a:cubicBezTo>
                    <a:pt x="27317" y="3079"/>
                    <a:pt x="26841" y="2907"/>
                    <a:pt x="26326" y="2892"/>
                  </a:cubicBezTo>
                  <a:cubicBezTo>
                    <a:pt x="26148" y="2865"/>
                    <a:pt x="25967" y="2850"/>
                    <a:pt x="25784" y="2850"/>
                  </a:cubicBezTo>
                  <a:cubicBezTo>
                    <a:pt x="25507" y="2850"/>
                    <a:pt x="25239" y="2882"/>
                    <a:pt x="24982" y="2942"/>
                  </a:cubicBezTo>
                  <a:cubicBezTo>
                    <a:pt x="24634" y="1975"/>
                    <a:pt x="23710" y="1285"/>
                    <a:pt x="22624" y="1285"/>
                  </a:cubicBezTo>
                  <a:cubicBezTo>
                    <a:pt x="21680" y="1285"/>
                    <a:pt x="20858" y="1807"/>
                    <a:pt x="20431" y="2576"/>
                  </a:cubicBezTo>
                  <a:cubicBezTo>
                    <a:pt x="20021" y="2263"/>
                    <a:pt x="19515" y="2078"/>
                    <a:pt x="18967" y="2078"/>
                  </a:cubicBezTo>
                  <a:cubicBezTo>
                    <a:pt x="18375" y="2078"/>
                    <a:pt x="17831" y="2295"/>
                    <a:pt x="17405" y="2658"/>
                  </a:cubicBezTo>
                  <a:cubicBezTo>
                    <a:pt x="17033" y="1132"/>
                    <a:pt x="15657" y="0"/>
                    <a:pt x="14018" y="0"/>
                  </a:cubicBezTo>
                  <a:cubicBezTo>
                    <a:pt x="12133" y="0"/>
                    <a:pt x="10598" y="1497"/>
                    <a:pt x="10533" y="3365"/>
                  </a:cubicBezTo>
                  <a:cubicBezTo>
                    <a:pt x="10131" y="3067"/>
                    <a:pt x="9631" y="2889"/>
                    <a:pt x="9091" y="2889"/>
                  </a:cubicBezTo>
                  <a:cubicBezTo>
                    <a:pt x="8428" y="2889"/>
                    <a:pt x="7827" y="3155"/>
                    <a:pt x="7389" y="3585"/>
                  </a:cubicBezTo>
                  <a:cubicBezTo>
                    <a:pt x="6933" y="3177"/>
                    <a:pt x="6331" y="2928"/>
                    <a:pt x="5672" y="2928"/>
                  </a:cubicBezTo>
                  <a:cubicBezTo>
                    <a:pt x="4516" y="2928"/>
                    <a:pt x="3538" y="3690"/>
                    <a:pt x="3212" y="4738"/>
                  </a:cubicBezTo>
                  <a:cubicBezTo>
                    <a:pt x="2903" y="4546"/>
                    <a:pt x="2538" y="4435"/>
                    <a:pt x="2145" y="4435"/>
                  </a:cubicBezTo>
                  <a:cubicBezTo>
                    <a:pt x="1029" y="4435"/>
                    <a:pt x="125" y="5339"/>
                    <a:pt x="125" y="6455"/>
                  </a:cubicBezTo>
                  <a:cubicBezTo>
                    <a:pt x="125" y="6876"/>
                    <a:pt x="253" y="7267"/>
                    <a:pt x="473" y="7590"/>
                  </a:cubicBezTo>
                  <a:cubicBezTo>
                    <a:pt x="178" y="7948"/>
                    <a:pt x="0" y="8408"/>
                    <a:pt x="0" y="8909"/>
                  </a:cubicBezTo>
                  <a:cubicBezTo>
                    <a:pt x="0" y="10058"/>
                    <a:pt x="932" y="10989"/>
                    <a:pt x="2081" y="10989"/>
                  </a:cubicBezTo>
                  <a:cubicBezTo>
                    <a:pt x="3119" y="10989"/>
                    <a:pt x="3979" y="10229"/>
                    <a:pt x="4136" y="9234"/>
                  </a:cubicBezTo>
                  <a:cubicBezTo>
                    <a:pt x="4518" y="10348"/>
                    <a:pt x="5574" y="11148"/>
                    <a:pt x="6817" y="11148"/>
                  </a:cubicBezTo>
                  <a:cubicBezTo>
                    <a:pt x="7682" y="11148"/>
                    <a:pt x="8458" y="10759"/>
                    <a:pt x="8977" y="10147"/>
                  </a:cubicBezTo>
                  <a:cubicBezTo>
                    <a:pt x="9610" y="10708"/>
                    <a:pt x="10442" y="11048"/>
                    <a:pt x="11354" y="11048"/>
                  </a:cubicBezTo>
                  <a:cubicBezTo>
                    <a:pt x="12511" y="11048"/>
                    <a:pt x="13541" y="10500"/>
                    <a:pt x="14196" y="9649"/>
                  </a:cubicBezTo>
                  <a:cubicBezTo>
                    <a:pt x="14838" y="10926"/>
                    <a:pt x="16162" y="11802"/>
                    <a:pt x="17688" y="11802"/>
                  </a:cubicBezTo>
                  <a:cubicBezTo>
                    <a:pt x="18857" y="11802"/>
                    <a:pt x="19907" y="11287"/>
                    <a:pt x="20623" y="10472"/>
                  </a:cubicBezTo>
                  <a:cubicBezTo>
                    <a:pt x="20691" y="10411"/>
                    <a:pt x="20758" y="10347"/>
                    <a:pt x="20817" y="10276"/>
                  </a:cubicBezTo>
                  <a:cubicBezTo>
                    <a:pt x="21026" y="10315"/>
                    <a:pt x="21239" y="10335"/>
                    <a:pt x="21458" y="10335"/>
                  </a:cubicBezTo>
                  <a:cubicBezTo>
                    <a:pt x="21630" y="10335"/>
                    <a:pt x="21799" y="10322"/>
                    <a:pt x="21965" y="10299"/>
                  </a:cubicBezTo>
                  <a:cubicBezTo>
                    <a:pt x="22479" y="10822"/>
                    <a:pt x="23194" y="11148"/>
                    <a:pt x="23986" y="11148"/>
                  </a:cubicBezTo>
                  <a:cubicBezTo>
                    <a:pt x="24704" y="11148"/>
                    <a:pt x="25359" y="10879"/>
                    <a:pt x="25857" y="10439"/>
                  </a:cubicBezTo>
                  <a:cubicBezTo>
                    <a:pt x="25989" y="10375"/>
                    <a:pt x="26115" y="10302"/>
                    <a:pt x="26236" y="10223"/>
                  </a:cubicBezTo>
                  <a:cubicBezTo>
                    <a:pt x="26856" y="10737"/>
                    <a:pt x="27654" y="11047"/>
                    <a:pt x="28523" y="11047"/>
                  </a:cubicBezTo>
                  <a:cubicBezTo>
                    <a:pt x="29681" y="11047"/>
                    <a:pt x="30710" y="10498"/>
                    <a:pt x="31366" y="9647"/>
                  </a:cubicBezTo>
                  <a:cubicBezTo>
                    <a:pt x="32009" y="10924"/>
                    <a:pt x="33331" y="11799"/>
                    <a:pt x="34858" y="11799"/>
                  </a:cubicBezTo>
                  <a:cubicBezTo>
                    <a:pt x="36120" y="11799"/>
                    <a:pt x="37243" y="11201"/>
                    <a:pt x="37958" y="10270"/>
                  </a:cubicBezTo>
                  <a:cubicBezTo>
                    <a:pt x="38176" y="10312"/>
                    <a:pt x="38399" y="10333"/>
                    <a:pt x="38629" y="10333"/>
                  </a:cubicBezTo>
                  <a:cubicBezTo>
                    <a:pt x="39042" y="10333"/>
                    <a:pt x="39440" y="10264"/>
                    <a:pt x="39808" y="10134"/>
                  </a:cubicBezTo>
                  <a:cubicBezTo>
                    <a:pt x="40329" y="10522"/>
                    <a:pt x="40973" y="10751"/>
                    <a:pt x="41670" y="10751"/>
                  </a:cubicBezTo>
                  <a:cubicBezTo>
                    <a:pt x="42593" y="10751"/>
                    <a:pt x="43423" y="10349"/>
                    <a:pt x="43994" y="9712"/>
                  </a:cubicBezTo>
                  <a:cubicBezTo>
                    <a:pt x="44452" y="10239"/>
                    <a:pt x="45128" y="10572"/>
                    <a:pt x="45880" y="10572"/>
                  </a:cubicBezTo>
                  <a:cubicBezTo>
                    <a:pt x="47260" y="10572"/>
                    <a:pt x="48377" y="9455"/>
                    <a:pt x="48377" y="8075"/>
                  </a:cubicBezTo>
                  <a:cubicBezTo>
                    <a:pt x="48379" y="6804"/>
                    <a:pt x="47426" y="5755"/>
                    <a:pt x="46194" y="5602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9"/>
            <p:cNvSpPr/>
            <p:nvPr/>
          </p:nvSpPr>
          <p:spPr>
            <a:xfrm>
              <a:off x="4373103" y="4445775"/>
              <a:ext cx="4844189" cy="1302793"/>
            </a:xfrm>
            <a:custGeom>
              <a:avLst/>
              <a:gdLst/>
              <a:ahLst/>
              <a:cxnLst/>
              <a:rect l="l" t="t" r="r" b="b"/>
              <a:pathLst>
                <a:path w="48379" h="11802" extrusionOk="0">
                  <a:moveTo>
                    <a:pt x="46194" y="5602"/>
                  </a:moveTo>
                  <a:cubicBezTo>
                    <a:pt x="46060" y="4062"/>
                    <a:pt x="44661" y="2850"/>
                    <a:pt x="42955" y="2850"/>
                  </a:cubicBezTo>
                  <a:cubicBezTo>
                    <a:pt x="42677" y="2850"/>
                    <a:pt x="42409" y="2882"/>
                    <a:pt x="42153" y="2942"/>
                  </a:cubicBezTo>
                  <a:cubicBezTo>
                    <a:pt x="41805" y="1975"/>
                    <a:pt x="40880" y="1285"/>
                    <a:pt x="39795" y="1285"/>
                  </a:cubicBezTo>
                  <a:cubicBezTo>
                    <a:pt x="38850" y="1285"/>
                    <a:pt x="38029" y="1807"/>
                    <a:pt x="37602" y="2576"/>
                  </a:cubicBezTo>
                  <a:cubicBezTo>
                    <a:pt x="37192" y="2263"/>
                    <a:pt x="36687" y="2078"/>
                    <a:pt x="36139" y="2078"/>
                  </a:cubicBezTo>
                  <a:cubicBezTo>
                    <a:pt x="35545" y="2078"/>
                    <a:pt x="35001" y="2295"/>
                    <a:pt x="34575" y="2658"/>
                  </a:cubicBezTo>
                  <a:cubicBezTo>
                    <a:pt x="34203" y="1132"/>
                    <a:pt x="32828" y="0"/>
                    <a:pt x="31188" y="0"/>
                  </a:cubicBezTo>
                  <a:cubicBezTo>
                    <a:pt x="29304" y="0"/>
                    <a:pt x="27768" y="1497"/>
                    <a:pt x="27705" y="3365"/>
                  </a:cubicBezTo>
                  <a:cubicBezTo>
                    <a:pt x="27317" y="3079"/>
                    <a:pt x="26841" y="2907"/>
                    <a:pt x="26326" y="2892"/>
                  </a:cubicBezTo>
                  <a:cubicBezTo>
                    <a:pt x="26148" y="2865"/>
                    <a:pt x="25967" y="2850"/>
                    <a:pt x="25784" y="2850"/>
                  </a:cubicBezTo>
                  <a:cubicBezTo>
                    <a:pt x="25507" y="2850"/>
                    <a:pt x="25239" y="2882"/>
                    <a:pt x="24982" y="2942"/>
                  </a:cubicBezTo>
                  <a:cubicBezTo>
                    <a:pt x="24634" y="1975"/>
                    <a:pt x="23710" y="1285"/>
                    <a:pt x="22624" y="1285"/>
                  </a:cubicBezTo>
                  <a:cubicBezTo>
                    <a:pt x="21680" y="1285"/>
                    <a:pt x="20858" y="1807"/>
                    <a:pt x="20431" y="2576"/>
                  </a:cubicBezTo>
                  <a:cubicBezTo>
                    <a:pt x="20021" y="2263"/>
                    <a:pt x="19515" y="2078"/>
                    <a:pt x="18967" y="2078"/>
                  </a:cubicBezTo>
                  <a:cubicBezTo>
                    <a:pt x="18375" y="2078"/>
                    <a:pt x="17831" y="2295"/>
                    <a:pt x="17405" y="2658"/>
                  </a:cubicBezTo>
                  <a:cubicBezTo>
                    <a:pt x="17033" y="1132"/>
                    <a:pt x="15657" y="0"/>
                    <a:pt x="14018" y="0"/>
                  </a:cubicBezTo>
                  <a:cubicBezTo>
                    <a:pt x="12133" y="0"/>
                    <a:pt x="10598" y="1497"/>
                    <a:pt x="10533" y="3365"/>
                  </a:cubicBezTo>
                  <a:cubicBezTo>
                    <a:pt x="10131" y="3067"/>
                    <a:pt x="9631" y="2889"/>
                    <a:pt x="9091" y="2889"/>
                  </a:cubicBezTo>
                  <a:cubicBezTo>
                    <a:pt x="8428" y="2889"/>
                    <a:pt x="7827" y="3155"/>
                    <a:pt x="7389" y="3585"/>
                  </a:cubicBezTo>
                  <a:cubicBezTo>
                    <a:pt x="6933" y="3177"/>
                    <a:pt x="6331" y="2928"/>
                    <a:pt x="5672" y="2928"/>
                  </a:cubicBezTo>
                  <a:cubicBezTo>
                    <a:pt x="4516" y="2928"/>
                    <a:pt x="3538" y="3690"/>
                    <a:pt x="3212" y="4738"/>
                  </a:cubicBezTo>
                  <a:cubicBezTo>
                    <a:pt x="2903" y="4546"/>
                    <a:pt x="2538" y="4435"/>
                    <a:pt x="2145" y="4435"/>
                  </a:cubicBezTo>
                  <a:cubicBezTo>
                    <a:pt x="1029" y="4435"/>
                    <a:pt x="125" y="5339"/>
                    <a:pt x="125" y="6455"/>
                  </a:cubicBezTo>
                  <a:cubicBezTo>
                    <a:pt x="125" y="6876"/>
                    <a:pt x="253" y="7267"/>
                    <a:pt x="473" y="7590"/>
                  </a:cubicBezTo>
                  <a:cubicBezTo>
                    <a:pt x="178" y="7948"/>
                    <a:pt x="0" y="8408"/>
                    <a:pt x="0" y="8909"/>
                  </a:cubicBezTo>
                  <a:cubicBezTo>
                    <a:pt x="0" y="10058"/>
                    <a:pt x="932" y="10989"/>
                    <a:pt x="2081" y="10989"/>
                  </a:cubicBezTo>
                  <a:cubicBezTo>
                    <a:pt x="3119" y="10989"/>
                    <a:pt x="3979" y="10229"/>
                    <a:pt x="4136" y="9234"/>
                  </a:cubicBezTo>
                  <a:cubicBezTo>
                    <a:pt x="4518" y="10348"/>
                    <a:pt x="5574" y="11148"/>
                    <a:pt x="6817" y="11148"/>
                  </a:cubicBezTo>
                  <a:cubicBezTo>
                    <a:pt x="7682" y="11148"/>
                    <a:pt x="8458" y="10759"/>
                    <a:pt x="8977" y="10147"/>
                  </a:cubicBezTo>
                  <a:cubicBezTo>
                    <a:pt x="9610" y="10708"/>
                    <a:pt x="10442" y="11048"/>
                    <a:pt x="11354" y="11048"/>
                  </a:cubicBezTo>
                  <a:cubicBezTo>
                    <a:pt x="12511" y="11048"/>
                    <a:pt x="13541" y="10500"/>
                    <a:pt x="14196" y="9649"/>
                  </a:cubicBezTo>
                  <a:cubicBezTo>
                    <a:pt x="14838" y="10926"/>
                    <a:pt x="16162" y="11802"/>
                    <a:pt x="17688" y="11802"/>
                  </a:cubicBezTo>
                  <a:cubicBezTo>
                    <a:pt x="18857" y="11802"/>
                    <a:pt x="19907" y="11287"/>
                    <a:pt x="20623" y="10472"/>
                  </a:cubicBezTo>
                  <a:cubicBezTo>
                    <a:pt x="20691" y="10411"/>
                    <a:pt x="20758" y="10347"/>
                    <a:pt x="20817" y="10276"/>
                  </a:cubicBezTo>
                  <a:cubicBezTo>
                    <a:pt x="21026" y="10315"/>
                    <a:pt x="21239" y="10335"/>
                    <a:pt x="21458" y="10335"/>
                  </a:cubicBezTo>
                  <a:cubicBezTo>
                    <a:pt x="21630" y="10335"/>
                    <a:pt x="21799" y="10322"/>
                    <a:pt x="21965" y="10299"/>
                  </a:cubicBezTo>
                  <a:cubicBezTo>
                    <a:pt x="22479" y="10822"/>
                    <a:pt x="23194" y="11148"/>
                    <a:pt x="23986" y="11148"/>
                  </a:cubicBezTo>
                  <a:cubicBezTo>
                    <a:pt x="24704" y="11148"/>
                    <a:pt x="25359" y="10879"/>
                    <a:pt x="25857" y="10439"/>
                  </a:cubicBezTo>
                  <a:cubicBezTo>
                    <a:pt x="25989" y="10375"/>
                    <a:pt x="26115" y="10302"/>
                    <a:pt x="26236" y="10223"/>
                  </a:cubicBezTo>
                  <a:cubicBezTo>
                    <a:pt x="26856" y="10737"/>
                    <a:pt x="27654" y="11047"/>
                    <a:pt x="28523" y="11047"/>
                  </a:cubicBezTo>
                  <a:cubicBezTo>
                    <a:pt x="29681" y="11047"/>
                    <a:pt x="30710" y="10498"/>
                    <a:pt x="31366" y="9647"/>
                  </a:cubicBezTo>
                  <a:cubicBezTo>
                    <a:pt x="32009" y="10924"/>
                    <a:pt x="33331" y="11799"/>
                    <a:pt x="34858" y="11799"/>
                  </a:cubicBezTo>
                  <a:cubicBezTo>
                    <a:pt x="36120" y="11799"/>
                    <a:pt x="37243" y="11201"/>
                    <a:pt x="37958" y="10270"/>
                  </a:cubicBezTo>
                  <a:cubicBezTo>
                    <a:pt x="38176" y="10312"/>
                    <a:pt x="38399" y="10333"/>
                    <a:pt x="38629" y="10333"/>
                  </a:cubicBezTo>
                  <a:cubicBezTo>
                    <a:pt x="39042" y="10333"/>
                    <a:pt x="39440" y="10264"/>
                    <a:pt x="39808" y="10134"/>
                  </a:cubicBezTo>
                  <a:cubicBezTo>
                    <a:pt x="40329" y="10522"/>
                    <a:pt x="40973" y="10751"/>
                    <a:pt x="41670" y="10751"/>
                  </a:cubicBezTo>
                  <a:cubicBezTo>
                    <a:pt x="42593" y="10751"/>
                    <a:pt x="43423" y="10349"/>
                    <a:pt x="43994" y="9712"/>
                  </a:cubicBezTo>
                  <a:cubicBezTo>
                    <a:pt x="44452" y="10239"/>
                    <a:pt x="45128" y="10572"/>
                    <a:pt x="45880" y="10572"/>
                  </a:cubicBezTo>
                  <a:cubicBezTo>
                    <a:pt x="47260" y="10572"/>
                    <a:pt x="48377" y="9455"/>
                    <a:pt x="48377" y="8075"/>
                  </a:cubicBezTo>
                  <a:cubicBezTo>
                    <a:pt x="48379" y="6804"/>
                    <a:pt x="47426" y="5755"/>
                    <a:pt x="46194" y="5602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76" name="Google Shape;10176;p9"/>
          <p:cNvSpPr/>
          <p:nvPr/>
        </p:nvSpPr>
        <p:spPr>
          <a:xfrm>
            <a:off x="1294097" y="-12361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77" name="Google Shape;10177;p9"/>
          <p:cNvSpPr/>
          <p:nvPr/>
        </p:nvSpPr>
        <p:spPr>
          <a:xfrm>
            <a:off x="6444579" y="-865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78" name="Google Shape;10178;p9"/>
          <p:cNvSpPr/>
          <p:nvPr/>
        </p:nvSpPr>
        <p:spPr>
          <a:xfrm>
            <a:off x="-590300" y="-4894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79" name="Google Shape;10179;p9"/>
          <p:cNvSpPr txBox="1">
            <a:spLocks noGrp="1"/>
          </p:cNvSpPr>
          <p:nvPr>
            <p:ph type="title"/>
          </p:nvPr>
        </p:nvSpPr>
        <p:spPr>
          <a:xfrm>
            <a:off x="2201850" y="1584874"/>
            <a:ext cx="47403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180" name="Google Shape;10180;p9"/>
          <p:cNvSpPr txBox="1">
            <a:spLocks noGrp="1"/>
          </p:cNvSpPr>
          <p:nvPr>
            <p:ph type="subTitle" idx="1"/>
          </p:nvPr>
        </p:nvSpPr>
        <p:spPr>
          <a:xfrm>
            <a:off x="2201925" y="2427926"/>
            <a:ext cx="4740300" cy="6939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2" name="Google Shape;10182;p10"/>
          <p:cNvSpPr>
            <a:spLocks noGrp="1"/>
          </p:cNvSpPr>
          <p:nvPr>
            <p:ph type="pic" idx="2"/>
          </p:nvPr>
        </p:nvSpPr>
        <p:spPr>
          <a:xfrm>
            <a:off x="-6875" y="0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0183" name="Google Shape;10183;p10"/>
          <p:cNvSpPr txBox="1">
            <a:spLocks noGrp="1"/>
          </p:cNvSpPr>
          <p:nvPr>
            <p:ph type="title"/>
          </p:nvPr>
        </p:nvSpPr>
        <p:spPr>
          <a:xfrm>
            <a:off x="720000" y="4038000"/>
            <a:ext cx="7704000" cy="572700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0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5" name="Google Shape;10185;p11"/>
          <p:cNvSpPr/>
          <p:nvPr/>
        </p:nvSpPr>
        <p:spPr>
          <a:xfrm>
            <a:off x="-15250" y="3967525"/>
            <a:ext cx="9183300" cy="1240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86" name="Google Shape;10186;p11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10187" name="Google Shape;10187;p11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11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11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11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11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11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11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11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11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11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11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11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11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11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11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11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11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11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11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11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11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11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11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11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11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11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11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11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11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11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11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11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11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11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11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11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11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11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11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11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11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11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11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11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11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11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11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11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11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11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11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11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11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11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11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11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11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11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11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11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11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11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11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11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11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11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11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11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11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11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11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11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11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11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11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11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11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11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11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11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11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11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11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11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11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11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11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11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11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11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11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11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11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11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11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11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11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11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11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11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11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11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11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11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11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11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11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11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11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11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11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11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11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11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11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11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11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11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11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11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11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11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11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11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11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11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11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11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11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11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11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11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11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11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11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11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11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11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11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11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11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11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11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11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11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11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11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11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11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11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11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11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11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11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11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11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11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11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11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11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11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11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11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11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11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11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11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11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11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11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11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11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11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11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11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11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11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11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11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11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11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11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11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11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11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11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11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11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11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11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11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11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11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11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11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11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11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11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11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11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11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11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11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11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11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11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11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11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11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11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11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11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11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11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11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11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11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11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11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11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11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11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11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11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11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11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11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11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11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11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11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11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11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11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11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11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11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11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11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11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11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11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11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11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11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11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11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11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11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11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11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11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11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11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11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11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11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11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11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11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11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11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11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11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11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11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11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11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11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11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11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11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11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11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11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11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11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11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11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11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11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11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11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11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11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11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11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11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11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11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11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11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11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11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11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11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11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11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11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11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11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11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11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11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11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11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11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11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11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11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11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11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11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11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11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11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11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11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11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11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11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11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11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11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11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11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11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11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11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11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11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11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11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11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11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11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11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11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11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11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11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11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11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11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11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11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11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11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11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11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11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11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11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11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11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11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11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11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11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11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11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11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11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11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11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11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11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11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11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11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11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11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11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11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11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11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11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11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11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11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11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11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11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11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11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11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11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11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11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11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11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11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11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11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11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11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11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11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11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11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11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11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11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11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11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11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11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11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11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11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11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11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11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11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11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11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11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11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11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11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11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11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11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11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11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11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11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11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11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11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11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11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11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11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11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11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11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11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11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11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11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11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11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11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11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11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11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11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11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11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11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11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11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11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11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11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11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11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11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11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11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11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11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11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11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11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11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11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11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11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11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11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11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11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11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11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11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11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11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11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11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11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11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11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11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11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11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11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11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11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11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11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11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11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11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11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11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11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11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11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11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11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11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11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11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11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11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11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11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11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11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11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11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11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11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11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11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11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11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11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11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11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11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11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11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11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11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11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11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11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11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11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11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11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11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11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11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11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11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11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11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11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11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11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11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11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11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11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11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11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11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11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11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11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11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11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11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11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11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11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11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11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11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11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11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11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11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11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11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11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11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11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11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11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11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11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11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11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11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11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11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11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11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11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11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11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11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11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11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11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11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11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11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11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11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11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11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11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11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11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11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11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11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11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11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11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11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11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11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11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11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11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11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11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11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11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11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11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11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11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11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11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11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11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11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11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11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11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11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11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11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11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11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11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11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11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11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11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11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11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11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11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11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11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11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11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11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11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11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11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11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11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11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11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11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11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11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11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11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11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11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11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11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11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11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11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11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11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11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11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11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11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11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11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11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11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11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11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11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11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11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11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11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11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11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11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11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11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11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11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11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11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11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11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11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11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11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11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11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11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11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11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11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11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11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11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11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11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11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11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11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11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11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11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11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11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11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11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11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11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11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11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11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11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11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11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11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11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11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11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11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11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11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11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11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11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11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11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11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11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11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11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11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11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11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11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11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11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11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11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11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11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11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11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11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11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11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11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11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11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11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11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11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11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11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11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11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11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11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11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11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11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11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11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11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11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11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11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11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11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11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11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11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11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11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11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11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11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11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11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11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11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11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11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11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11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11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11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11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11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11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11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11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11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11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11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11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11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11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11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11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11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11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11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11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11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11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11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11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11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11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11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11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11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11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11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11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11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11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11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11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11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11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11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11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11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11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11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11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11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11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11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11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11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11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11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11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11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11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11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11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11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11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11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11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11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11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11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11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11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11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11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11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11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11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11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11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11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11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11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11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11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11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11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11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11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11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11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11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11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11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11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11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11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11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11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11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11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11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11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11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11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11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11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11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11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11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11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11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11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11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11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11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11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11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11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11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11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11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11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11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11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11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11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11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11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11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11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11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11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11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11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11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11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11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11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11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11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11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11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11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11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11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11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11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11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11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11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11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11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11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11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11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11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11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11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11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11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11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11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11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11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11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11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11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11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11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11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11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11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11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11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11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11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11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11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11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11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11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11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11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11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11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11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11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11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11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11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11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11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11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11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11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11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11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11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11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11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11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11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11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11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11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11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11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11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11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11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11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11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11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11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11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11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11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11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11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11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11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11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11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11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11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11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11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11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11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11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11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11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11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11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11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11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11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11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11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11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11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11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11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11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11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11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11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11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11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11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11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11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11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11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11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11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11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11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11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11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11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11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11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11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11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11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11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11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11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11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11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11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11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11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11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11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11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11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11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11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11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11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11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11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11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11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11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11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11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11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11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11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11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11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11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11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11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11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11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11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11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11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11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11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11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11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11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11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11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11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11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11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11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11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11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11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11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11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11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11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11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11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11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11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11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11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11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11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11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11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11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11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11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11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11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11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11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11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11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11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11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11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11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11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11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11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11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11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11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11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11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11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11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11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11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11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11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11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11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11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11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11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11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11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11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11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11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11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11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11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11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11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11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11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11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11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11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11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11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11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11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11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11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11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11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11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11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11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11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11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11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11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11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11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11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11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11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11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11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11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11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11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11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11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11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11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11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11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11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11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11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11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11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11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89" name="Google Shape;11389;p11"/>
          <p:cNvSpPr/>
          <p:nvPr/>
        </p:nvSpPr>
        <p:spPr>
          <a:xfrm flipH="1">
            <a:off x="-590300" y="-12361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0" name="Google Shape;11390;p11"/>
          <p:cNvSpPr/>
          <p:nvPr/>
        </p:nvSpPr>
        <p:spPr>
          <a:xfrm>
            <a:off x="6444579" y="-865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1" name="Google Shape;11391;p11"/>
          <p:cNvSpPr/>
          <p:nvPr/>
        </p:nvSpPr>
        <p:spPr>
          <a:xfrm flipH="1">
            <a:off x="-2013232" y="18944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2" name="Google Shape;11392;p11"/>
          <p:cNvSpPr txBox="1">
            <a:spLocks noGrp="1"/>
          </p:cNvSpPr>
          <p:nvPr>
            <p:ph type="title" hasCustomPrompt="1"/>
          </p:nvPr>
        </p:nvSpPr>
        <p:spPr>
          <a:xfrm>
            <a:off x="3518700" y="1506975"/>
            <a:ext cx="4248900" cy="116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8000">
                <a:solidFill>
                  <a:schemeClr val="accent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1393" name="Google Shape;11393;p11"/>
          <p:cNvSpPr txBox="1">
            <a:spLocks noGrp="1"/>
          </p:cNvSpPr>
          <p:nvPr>
            <p:ph type="subTitle" idx="1"/>
          </p:nvPr>
        </p:nvSpPr>
        <p:spPr>
          <a:xfrm>
            <a:off x="3518700" y="2667175"/>
            <a:ext cx="4248900" cy="9342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394" name="Google Shape;11394;p11"/>
          <p:cNvSpPr/>
          <p:nvPr/>
        </p:nvSpPr>
        <p:spPr>
          <a:xfrm>
            <a:off x="-958437" y="4028450"/>
            <a:ext cx="11060868" cy="1160107"/>
          </a:xfrm>
          <a:custGeom>
            <a:avLst/>
            <a:gdLst/>
            <a:ahLst/>
            <a:cxnLst/>
            <a:rect l="l" t="t" r="r" b="b"/>
            <a:pathLst>
              <a:path w="76885" h="8064" extrusionOk="0">
                <a:moveTo>
                  <a:pt x="65700" y="0"/>
                </a:moveTo>
                <a:cubicBezTo>
                  <a:pt x="64918" y="0"/>
                  <a:pt x="64286" y="634"/>
                  <a:pt x="64286" y="1414"/>
                </a:cubicBezTo>
                <a:lnTo>
                  <a:pt x="64286" y="1438"/>
                </a:lnTo>
                <a:cubicBezTo>
                  <a:pt x="64122" y="1422"/>
                  <a:pt x="63959" y="1414"/>
                  <a:pt x="63793" y="1414"/>
                </a:cubicBezTo>
                <a:cubicBezTo>
                  <a:pt x="62498" y="1414"/>
                  <a:pt x="61313" y="1888"/>
                  <a:pt x="60403" y="2672"/>
                </a:cubicBezTo>
                <a:cubicBezTo>
                  <a:pt x="60163" y="2496"/>
                  <a:pt x="59865" y="2392"/>
                  <a:pt x="59541" y="2392"/>
                </a:cubicBezTo>
                <a:cubicBezTo>
                  <a:pt x="59435" y="2392"/>
                  <a:pt x="59327" y="2404"/>
                  <a:pt x="59226" y="2424"/>
                </a:cubicBezTo>
                <a:cubicBezTo>
                  <a:pt x="59102" y="1598"/>
                  <a:pt x="58392" y="968"/>
                  <a:pt x="57532" y="968"/>
                </a:cubicBezTo>
                <a:cubicBezTo>
                  <a:pt x="56786" y="968"/>
                  <a:pt x="56147" y="1444"/>
                  <a:pt x="55916" y="2113"/>
                </a:cubicBezTo>
                <a:cubicBezTo>
                  <a:pt x="55517" y="2021"/>
                  <a:pt x="55100" y="1972"/>
                  <a:pt x="54672" y="1972"/>
                </a:cubicBezTo>
                <a:cubicBezTo>
                  <a:pt x="53148" y="1972"/>
                  <a:pt x="51767" y="2590"/>
                  <a:pt x="50768" y="3589"/>
                </a:cubicBezTo>
                <a:cubicBezTo>
                  <a:pt x="50435" y="3494"/>
                  <a:pt x="50087" y="3433"/>
                  <a:pt x="49727" y="3413"/>
                </a:cubicBezTo>
                <a:cubicBezTo>
                  <a:pt x="49674" y="3404"/>
                  <a:pt x="49619" y="3402"/>
                  <a:pt x="49563" y="3402"/>
                </a:cubicBezTo>
                <a:cubicBezTo>
                  <a:pt x="49551" y="3402"/>
                  <a:pt x="49537" y="3404"/>
                  <a:pt x="49525" y="3404"/>
                </a:cubicBezTo>
                <a:cubicBezTo>
                  <a:pt x="49492" y="3402"/>
                  <a:pt x="49459" y="3402"/>
                  <a:pt x="49424" y="3402"/>
                </a:cubicBezTo>
                <a:cubicBezTo>
                  <a:pt x="49377" y="3402"/>
                  <a:pt x="49330" y="3404"/>
                  <a:pt x="49281" y="3404"/>
                </a:cubicBezTo>
                <a:cubicBezTo>
                  <a:pt x="49310" y="3243"/>
                  <a:pt x="49326" y="3077"/>
                  <a:pt x="49326" y="2907"/>
                </a:cubicBezTo>
                <a:cubicBezTo>
                  <a:pt x="49326" y="1301"/>
                  <a:pt x="48023" y="2"/>
                  <a:pt x="46419" y="2"/>
                </a:cubicBezTo>
                <a:cubicBezTo>
                  <a:pt x="45639" y="2"/>
                  <a:pt x="44933" y="309"/>
                  <a:pt x="44412" y="808"/>
                </a:cubicBezTo>
                <a:cubicBezTo>
                  <a:pt x="44185" y="329"/>
                  <a:pt x="43696" y="2"/>
                  <a:pt x="43133" y="2"/>
                </a:cubicBezTo>
                <a:cubicBezTo>
                  <a:pt x="42372" y="2"/>
                  <a:pt x="41752" y="604"/>
                  <a:pt x="41721" y="1359"/>
                </a:cubicBezTo>
                <a:cubicBezTo>
                  <a:pt x="41517" y="1266"/>
                  <a:pt x="41292" y="1209"/>
                  <a:pt x="41056" y="1209"/>
                </a:cubicBezTo>
                <a:cubicBezTo>
                  <a:pt x="40688" y="1209"/>
                  <a:pt x="40355" y="1336"/>
                  <a:pt x="40083" y="1545"/>
                </a:cubicBezTo>
                <a:cubicBezTo>
                  <a:pt x="39324" y="1717"/>
                  <a:pt x="38628" y="2054"/>
                  <a:pt x="38035" y="2514"/>
                </a:cubicBezTo>
                <a:cubicBezTo>
                  <a:pt x="37920" y="2533"/>
                  <a:pt x="37808" y="2555"/>
                  <a:pt x="37697" y="2586"/>
                </a:cubicBezTo>
                <a:cubicBezTo>
                  <a:pt x="37484" y="2463"/>
                  <a:pt x="37239" y="2394"/>
                  <a:pt x="36975" y="2394"/>
                </a:cubicBezTo>
                <a:cubicBezTo>
                  <a:pt x="36868" y="2394"/>
                  <a:pt x="36760" y="2406"/>
                  <a:pt x="36662" y="2426"/>
                </a:cubicBezTo>
                <a:cubicBezTo>
                  <a:pt x="36535" y="1602"/>
                  <a:pt x="35825" y="970"/>
                  <a:pt x="34966" y="970"/>
                </a:cubicBezTo>
                <a:cubicBezTo>
                  <a:pt x="34219" y="970"/>
                  <a:pt x="33583" y="1449"/>
                  <a:pt x="33349" y="2116"/>
                </a:cubicBezTo>
                <a:cubicBezTo>
                  <a:pt x="32950" y="2023"/>
                  <a:pt x="32533" y="1974"/>
                  <a:pt x="32106" y="1974"/>
                </a:cubicBezTo>
                <a:cubicBezTo>
                  <a:pt x="31672" y="1974"/>
                  <a:pt x="31246" y="2025"/>
                  <a:pt x="30843" y="2120"/>
                </a:cubicBezTo>
                <a:cubicBezTo>
                  <a:pt x="30761" y="2107"/>
                  <a:pt x="30680" y="2099"/>
                  <a:pt x="30592" y="2099"/>
                </a:cubicBezTo>
                <a:cubicBezTo>
                  <a:pt x="30025" y="2099"/>
                  <a:pt x="29522" y="2373"/>
                  <a:pt x="29206" y="2795"/>
                </a:cubicBezTo>
                <a:cubicBezTo>
                  <a:pt x="28883" y="2993"/>
                  <a:pt x="28587" y="3222"/>
                  <a:pt x="28314" y="3480"/>
                </a:cubicBezTo>
                <a:cubicBezTo>
                  <a:pt x="28032" y="3429"/>
                  <a:pt x="27744" y="3402"/>
                  <a:pt x="27445" y="3402"/>
                </a:cubicBezTo>
                <a:cubicBezTo>
                  <a:pt x="27347" y="3402"/>
                  <a:pt x="27253" y="3406"/>
                  <a:pt x="27154" y="3413"/>
                </a:cubicBezTo>
                <a:cubicBezTo>
                  <a:pt x="27103" y="3406"/>
                  <a:pt x="27050" y="3402"/>
                  <a:pt x="26999" y="3402"/>
                </a:cubicBezTo>
                <a:cubicBezTo>
                  <a:pt x="26825" y="3402"/>
                  <a:pt x="26659" y="3435"/>
                  <a:pt x="26506" y="3490"/>
                </a:cubicBezTo>
                <a:cubicBezTo>
                  <a:pt x="26152" y="3560"/>
                  <a:pt x="25814" y="3668"/>
                  <a:pt x="25495" y="3807"/>
                </a:cubicBezTo>
                <a:cubicBezTo>
                  <a:pt x="24601" y="3079"/>
                  <a:pt x="23459" y="2641"/>
                  <a:pt x="22218" y="2641"/>
                </a:cubicBezTo>
                <a:cubicBezTo>
                  <a:pt x="21444" y="2641"/>
                  <a:pt x="20714" y="2811"/>
                  <a:pt x="20053" y="3112"/>
                </a:cubicBezTo>
                <a:cubicBezTo>
                  <a:pt x="20073" y="3014"/>
                  <a:pt x="20084" y="2907"/>
                  <a:pt x="20084" y="2803"/>
                </a:cubicBezTo>
                <a:cubicBezTo>
                  <a:pt x="20084" y="1923"/>
                  <a:pt x="19370" y="1209"/>
                  <a:pt x="18490" y="1209"/>
                </a:cubicBezTo>
                <a:cubicBezTo>
                  <a:pt x="17676" y="1209"/>
                  <a:pt x="17003" y="1823"/>
                  <a:pt x="16908" y="2613"/>
                </a:cubicBezTo>
                <a:cubicBezTo>
                  <a:pt x="16612" y="2525"/>
                  <a:pt x="16295" y="2474"/>
                  <a:pt x="15967" y="2474"/>
                </a:cubicBezTo>
                <a:cubicBezTo>
                  <a:pt x="14914" y="2474"/>
                  <a:pt x="13977" y="2981"/>
                  <a:pt x="13391" y="3765"/>
                </a:cubicBezTo>
                <a:cubicBezTo>
                  <a:pt x="12864" y="3427"/>
                  <a:pt x="12244" y="3233"/>
                  <a:pt x="11573" y="3233"/>
                </a:cubicBezTo>
                <a:cubicBezTo>
                  <a:pt x="10904" y="3233"/>
                  <a:pt x="10280" y="3427"/>
                  <a:pt x="9754" y="3765"/>
                </a:cubicBezTo>
                <a:cubicBezTo>
                  <a:pt x="9719" y="2838"/>
                  <a:pt x="8960" y="2101"/>
                  <a:pt x="8023" y="2101"/>
                </a:cubicBezTo>
                <a:cubicBezTo>
                  <a:pt x="7141" y="2101"/>
                  <a:pt x="6413" y="2762"/>
                  <a:pt x="6304" y="3615"/>
                </a:cubicBezTo>
                <a:cubicBezTo>
                  <a:pt x="5852" y="3478"/>
                  <a:pt x="5371" y="3404"/>
                  <a:pt x="4874" y="3404"/>
                </a:cubicBezTo>
                <a:cubicBezTo>
                  <a:pt x="2253" y="3404"/>
                  <a:pt x="115" y="5471"/>
                  <a:pt x="1" y="8063"/>
                </a:cubicBezTo>
                <a:lnTo>
                  <a:pt x="76885" y="8063"/>
                </a:lnTo>
                <a:cubicBezTo>
                  <a:pt x="76748" y="5465"/>
                  <a:pt x="74614" y="3398"/>
                  <a:pt x="71991" y="3398"/>
                </a:cubicBezTo>
                <a:cubicBezTo>
                  <a:pt x="71944" y="3398"/>
                  <a:pt x="71897" y="3402"/>
                  <a:pt x="71848" y="3402"/>
                </a:cubicBezTo>
                <a:cubicBezTo>
                  <a:pt x="71876" y="3241"/>
                  <a:pt x="71893" y="3075"/>
                  <a:pt x="71893" y="2905"/>
                </a:cubicBezTo>
                <a:cubicBezTo>
                  <a:pt x="71893" y="1299"/>
                  <a:pt x="70589" y="0"/>
                  <a:pt x="68987" y="0"/>
                </a:cubicBezTo>
                <a:cubicBezTo>
                  <a:pt x="68206" y="0"/>
                  <a:pt x="67500" y="307"/>
                  <a:pt x="66978" y="806"/>
                </a:cubicBezTo>
                <a:cubicBezTo>
                  <a:pt x="66751" y="327"/>
                  <a:pt x="66262" y="0"/>
                  <a:pt x="65700" y="0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139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spTree>
      <p:nvGrpSpPr>
        <p:cNvPr id="1" name="Shape 16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07" name="Google Shape;16307;p17"/>
          <p:cNvGrpSpPr/>
          <p:nvPr/>
        </p:nvGrpSpPr>
        <p:grpSpPr>
          <a:xfrm>
            <a:off x="4813298" y="3844011"/>
            <a:ext cx="6481700" cy="1249395"/>
            <a:chOff x="3135960" y="3548873"/>
            <a:chExt cx="6152539" cy="1185947"/>
          </a:xfrm>
        </p:grpSpPr>
        <p:sp>
          <p:nvSpPr>
            <p:cNvPr id="16308" name="Google Shape;16308;p17"/>
            <p:cNvSpPr/>
            <p:nvPr/>
          </p:nvSpPr>
          <p:spPr>
            <a:xfrm flipH="1">
              <a:off x="3135960" y="3548873"/>
              <a:ext cx="3135794" cy="1185947"/>
            </a:xfrm>
            <a:custGeom>
              <a:avLst/>
              <a:gdLst/>
              <a:ahLst/>
              <a:cxnLst/>
              <a:rect l="l" t="t" r="r" b="b"/>
              <a:pathLst>
                <a:path w="23657" h="8947" extrusionOk="0">
                  <a:moveTo>
                    <a:pt x="19545" y="2162"/>
                  </a:moveTo>
                  <a:cubicBezTo>
                    <a:pt x="20838" y="2162"/>
                    <a:pt x="21899" y="3080"/>
                    <a:pt x="22001" y="4247"/>
                  </a:cubicBezTo>
                  <a:cubicBezTo>
                    <a:pt x="22934" y="4364"/>
                    <a:pt x="23656" y="5160"/>
                    <a:pt x="23656" y="6126"/>
                  </a:cubicBezTo>
                  <a:cubicBezTo>
                    <a:pt x="23656" y="7170"/>
                    <a:pt x="22810" y="8017"/>
                    <a:pt x="21765" y="8017"/>
                  </a:cubicBezTo>
                  <a:cubicBezTo>
                    <a:pt x="21194" y="8017"/>
                    <a:pt x="20682" y="7765"/>
                    <a:pt x="20335" y="7365"/>
                  </a:cubicBezTo>
                  <a:cubicBezTo>
                    <a:pt x="19903" y="7848"/>
                    <a:pt x="19273" y="8152"/>
                    <a:pt x="18572" y="8152"/>
                  </a:cubicBezTo>
                  <a:cubicBezTo>
                    <a:pt x="18044" y="8152"/>
                    <a:pt x="17556" y="7978"/>
                    <a:pt x="17160" y="7685"/>
                  </a:cubicBezTo>
                  <a:cubicBezTo>
                    <a:pt x="16880" y="7783"/>
                    <a:pt x="16580" y="7836"/>
                    <a:pt x="16267" y="7836"/>
                  </a:cubicBezTo>
                  <a:cubicBezTo>
                    <a:pt x="16093" y="7836"/>
                    <a:pt x="15924" y="7820"/>
                    <a:pt x="15759" y="7788"/>
                  </a:cubicBezTo>
                  <a:cubicBezTo>
                    <a:pt x="15217" y="8493"/>
                    <a:pt x="14367" y="8947"/>
                    <a:pt x="13408" y="8947"/>
                  </a:cubicBezTo>
                  <a:cubicBezTo>
                    <a:pt x="12251" y="8947"/>
                    <a:pt x="11248" y="8283"/>
                    <a:pt x="10761" y="7315"/>
                  </a:cubicBezTo>
                  <a:cubicBezTo>
                    <a:pt x="10264" y="7960"/>
                    <a:pt x="9485" y="8376"/>
                    <a:pt x="8606" y="8376"/>
                  </a:cubicBezTo>
                  <a:cubicBezTo>
                    <a:pt x="7915" y="8376"/>
                    <a:pt x="7284" y="8118"/>
                    <a:pt x="6804" y="7693"/>
                  </a:cubicBezTo>
                  <a:cubicBezTo>
                    <a:pt x="6411" y="8157"/>
                    <a:pt x="5823" y="8452"/>
                    <a:pt x="5167" y="8452"/>
                  </a:cubicBezTo>
                  <a:cubicBezTo>
                    <a:pt x="4227" y="8452"/>
                    <a:pt x="3426" y="7845"/>
                    <a:pt x="3136" y="7001"/>
                  </a:cubicBezTo>
                  <a:cubicBezTo>
                    <a:pt x="3017" y="7754"/>
                    <a:pt x="2365" y="8330"/>
                    <a:pt x="1577" y="8330"/>
                  </a:cubicBezTo>
                  <a:cubicBezTo>
                    <a:pt x="707" y="8330"/>
                    <a:pt x="0" y="7625"/>
                    <a:pt x="0" y="6753"/>
                  </a:cubicBezTo>
                  <a:cubicBezTo>
                    <a:pt x="0" y="6374"/>
                    <a:pt x="135" y="6025"/>
                    <a:pt x="358" y="5754"/>
                  </a:cubicBezTo>
                  <a:cubicBezTo>
                    <a:pt x="191" y="5509"/>
                    <a:pt x="94" y="5212"/>
                    <a:pt x="94" y="4894"/>
                  </a:cubicBezTo>
                  <a:cubicBezTo>
                    <a:pt x="94" y="4048"/>
                    <a:pt x="779" y="3361"/>
                    <a:pt x="1626" y="3361"/>
                  </a:cubicBezTo>
                  <a:cubicBezTo>
                    <a:pt x="1922" y="3361"/>
                    <a:pt x="2199" y="3445"/>
                    <a:pt x="2434" y="3592"/>
                  </a:cubicBezTo>
                  <a:cubicBezTo>
                    <a:pt x="2681" y="2797"/>
                    <a:pt x="3421" y="2220"/>
                    <a:pt x="4299" y="2220"/>
                  </a:cubicBezTo>
                  <a:cubicBezTo>
                    <a:pt x="4798" y="2220"/>
                    <a:pt x="5255" y="2408"/>
                    <a:pt x="5600" y="2718"/>
                  </a:cubicBezTo>
                  <a:cubicBezTo>
                    <a:pt x="5932" y="2391"/>
                    <a:pt x="6388" y="2190"/>
                    <a:pt x="6890" y="2190"/>
                  </a:cubicBezTo>
                  <a:cubicBezTo>
                    <a:pt x="7300" y="2190"/>
                    <a:pt x="7678" y="2324"/>
                    <a:pt x="7983" y="2551"/>
                  </a:cubicBezTo>
                  <a:cubicBezTo>
                    <a:pt x="8031" y="1134"/>
                    <a:pt x="9196" y="0"/>
                    <a:pt x="10624" y="0"/>
                  </a:cubicBezTo>
                  <a:cubicBezTo>
                    <a:pt x="11868" y="0"/>
                    <a:pt x="12910" y="859"/>
                    <a:pt x="13191" y="2015"/>
                  </a:cubicBezTo>
                  <a:cubicBezTo>
                    <a:pt x="13515" y="1741"/>
                    <a:pt x="13926" y="1575"/>
                    <a:pt x="14376" y="1575"/>
                  </a:cubicBezTo>
                  <a:cubicBezTo>
                    <a:pt x="14791" y="1575"/>
                    <a:pt x="15174" y="1717"/>
                    <a:pt x="15485" y="1953"/>
                  </a:cubicBezTo>
                  <a:cubicBezTo>
                    <a:pt x="15808" y="1370"/>
                    <a:pt x="16432" y="974"/>
                    <a:pt x="17147" y="974"/>
                  </a:cubicBezTo>
                  <a:cubicBezTo>
                    <a:pt x="17970" y="974"/>
                    <a:pt x="18671" y="1497"/>
                    <a:pt x="18935" y="2231"/>
                  </a:cubicBezTo>
                  <a:cubicBezTo>
                    <a:pt x="19132" y="2186"/>
                    <a:pt x="19335" y="2162"/>
                    <a:pt x="19545" y="2162"/>
                  </a:cubicBezTo>
                  <a:close/>
                </a:path>
              </a:pathLst>
            </a:custGeom>
            <a:solidFill>
              <a:srgbClr val="8E5999">
                <a:alpha val="13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17"/>
            <p:cNvSpPr/>
            <p:nvPr/>
          </p:nvSpPr>
          <p:spPr>
            <a:xfrm>
              <a:off x="6152705" y="3548873"/>
              <a:ext cx="3135794" cy="1185947"/>
            </a:xfrm>
            <a:custGeom>
              <a:avLst/>
              <a:gdLst/>
              <a:ahLst/>
              <a:cxnLst/>
              <a:rect l="l" t="t" r="r" b="b"/>
              <a:pathLst>
                <a:path w="23657" h="8947" extrusionOk="0">
                  <a:moveTo>
                    <a:pt x="19545" y="2162"/>
                  </a:moveTo>
                  <a:cubicBezTo>
                    <a:pt x="20838" y="2162"/>
                    <a:pt x="21899" y="3080"/>
                    <a:pt x="22001" y="4247"/>
                  </a:cubicBezTo>
                  <a:cubicBezTo>
                    <a:pt x="22934" y="4364"/>
                    <a:pt x="23656" y="5160"/>
                    <a:pt x="23656" y="6126"/>
                  </a:cubicBezTo>
                  <a:cubicBezTo>
                    <a:pt x="23656" y="7170"/>
                    <a:pt x="22810" y="8017"/>
                    <a:pt x="21765" y="8017"/>
                  </a:cubicBezTo>
                  <a:cubicBezTo>
                    <a:pt x="21194" y="8017"/>
                    <a:pt x="20682" y="7765"/>
                    <a:pt x="20335" y="7365"/>
                  </a:cubicBezTo>
                  <a:cubicBezTo>
                    <a:pt x="19903" y="7848"/>
                    <a:pt x="19273" y="8152"/>
                    <a:pt x="18572" y="8152"/>
                  </a:cubicBezTo>
                  <a:cubicBezTo>
                    <a:pt x="18044" y="8152"/>
                    <a:pt x="17556" y="7978"/>
                    <a:pt x="17160" y="7685"/>
                  </a:cubicBezTo>
                  <a:cubicBezTo>
                    <a:pt x="16880" y="7783"/>
                    <a:pt x="16580" y="7836"/>
                    <a:pt x="16267" y="7836"/>
                  </a:cubicBezTo>
                  <a:cubicBezTo>
                    <a:pt x="16093" y="7836"/>
                    <a:pt x="15924" y="7820"/>
                    <a:pt x="15759" y="7788"/>
                  </a:cubicBezTo>
                  <a:cubicBezTo>
                    <a:pt x="15217" y="8493"/>
                    <a:pt x="14367" y="8947"/>
                    <a:pt x="13408" y="8947"/>
                  </a:cubicBezTo>
                  <a:cubicBezTo>
                    <a:pt x="12251" y="8947"/>
                    <a:pt x="11248" y="8283"/>
                    <a:pt x="10761" y="7315"/>
                  </a:cubicBezTo>
                  <a:cubicBezTo>
                    <a:pt x="10264" y="7960"/>
                    <a:pt x="9485" y="8376"/>
                    <a:pt x="8606" y="8376"/>
                  </a:cubicBezTo>
                  <a:cubicBezTo>
                    <a:pt x="7915" y="8376"/>
                    <a:pt x="7284" y="8118"/>
                    <a:pt x="6804" y="7693"/>
                  </a:cubicBezTo>
                  <a:cubicBezTo>
                    <a:pt x="6411" y="8157"/>
                    <a:pt x="5823" y="8452"/>
                    <a:pt x="5167" y="8452"/>
                  </a:cubicBezTo>
                  <a:cubicBezTo>
                    <a:pt x="4227" y="8452"/>
                    <a:pt x="3426" y="7845"/>
                    <a:pt x="3136" y="7001"/>
                  </a:cubicBezTo>
                  <a:cubicBezTo>
                    <a:pt x="3017" y="7754"/>
                    <a:pt x="2365" y="8330"/>
                    <a:pt x="1577" y="8330"/>
                  </a:cubicBezTo>
                  <a:cubicBezTo>
                    <a:pt x="707" y="8330"/>
                    <a:pt x="0" y="7625"/>
                    <a:pt x="0" y="6753"/>
                  </a:cubicBezTo>
                  <a:cubicBezTo>
                    <a:pt x="0" y="6374"/>
                    <a:pt x="135" y="6025"/>
                    <a:pt x="358" y="5754"/>
                  </a:cubicBezTo>
                  <a:cubicBezTo>
                    <a:pt x="191" y="5509"/>
                    <a:pt x="94" y="5212"/>
                    <a:pt x="94" y="4894"/>
                  </a:cubicBezTo>
                  <a:cubicBezTo>
                    <a:pt x="94" y="4048"/>
                    <a:pt x="779" y="3361"/>
                    <a:pt x="1626" y="3361"/>
                  </a:cubicBezTo>
                  <a:cubicBezTo>
                    <a:pt x="1922" y="3361"/>
                    <a:pt x="2199" y="3445"/>
                    <a:pt x="2434" y="3592"/>
                  </a:cubicBezTo>
                  <a:cubicBezTo>
                    <a:pt x="2681" y="2797"/>
                    <a:pt x="3421" y="2220"/>
                    <a:pt x="4299" y="2220"/>
                  </a:cubicBezTo>
                  <a:cubicBezTo>
                    <a:pt x="4798" y="2220"/>
                    <a:pt x="5255" y="2408"/>
                    <a:pt x="5600" y="2718"/>
                  </a:cubicBezTo>
                  <a:cubicBezTo>
                    <a:pt x="5932" y="2391"/>
                    <a:pt x="6388" y="2190"/>
                    <a:pt x="6890" y="2190"/>
                  </a:cubicBezTo>
                  <a:cubicBezTo>
                    <a:pt x="7300" y="2190"/>
                    <a:pt x="7678" y="2324"/>
                    <a:pt x="7983" y="2551"/>
                  </a:cubicBezTo>
                  <a:cubicBezTo>
                    <a:pt x="8031" y="1134"/>
                    <a:pt x="9196" y="0"/>
                    <a:pt x="10624" y="0"/>
                  </a:cubicBezTo>
                  <a:cubicBezTo>
                    <a:pt x="11868" y="0"/>
                    <a:pt x="12910" y="859"/>
                    <a:pt x="13191" y="2015"/>
                  </a:cubicBezTo>
                  <a:cubicBezTo>
                    <a:pt x="13515" y="1741"/>
                    <a:pt x="13926" y="1575"/>
                    <a:pt x="14376" y="1575"/>
                  </a:cubicBezTo>
                  <a:cubicBezTo>
                    <a:pt x="14791" y="1575"/>
                    <a:pt x="15174" y="1717"/>
                    <a:pt x="15485" y="1953"/>
                  </a:cubicBezTo>
                  <a:cubicBezTo>
                    <a:pt x="15808" y="1370"/>
                    <a:pt x="16432" y="974"/>
                    <a:pt x="17147" y="974"/>
                  </a:cubicBezTo>
                  <a:cubicBezTo>
                    <a:pt x="17970" y="974"/>
                    <a:pt x="18671" y="1497"/>
                    <a:pt x="18935" y="2231"/>
                  </a:cubicBezTo>
                  <a:cubicBezTo>
                    <a:pt x="19132" y="2186"/>
                    <a:pt x="19335" y="2162"/>
                    <a:pt x="19545" y="2162"/>
                  </a:cubicBezTo>
                  <a:close/>
                </a:path>
              </a:pathLst>
            </a:custGeom>
            <a:solidFill>
              <a:srgbClr val="8E5999">
                <a:alpha val="13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310" name="Google Shape;16310;p17"/>
          <p:cNvSpPr txBox="1">
            <a:spLocks noGrp="1"/>
          </p:cNvSpPr>
          <p:nvPr>
            <p:ph type="title" hasCustomPrompt="1"/>
          </p:nvPr>
        </p:nvSpPr>
        <p:spPr>
          <a:xfrm>
            <a:off x="715100" y="2123738"/>
            <a:ext cx="37203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311" name="Google Shape;16311;p17"/>
          <p:cNvSpPr txBox="1">
            <a:spLocks noGrp="1"/>
          </p:cNvSpPr>
          <p:nvPr>
            <p:ph type="subTitle" idx="1"/>
          </p:nvPr>
        </p:nvSpPr>
        <p:spPr>
          <a:xfrm>
            <a:off x="715100" y="2806462"/>
            <a:ext cx="3720300" cy="3657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312" name="Google Shape;16312;p17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687400"/>
            <a:ext cx="37203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313" name="Google Shape;16313;p17"/>
          <p:cNvSpPr txBox="1">
            <a:spLocks noGrp="1"/>
          </p:cNvSpPr>
          <p:nvPr>
            <p:ph type="subTitle" idx="3"/>
          </p:nvPr>
        </p:nvSpPr>
        <p:spPr>
          <a:xfrm>
            <a:off x="715100" y="1370102"/>
            <a:ext cx="3720300" cy="3657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314" name="Google Shape;16314;p17"/>
          <p:cNvSpPr txBox="1">
            <a:spLocks noGrp="1"/>
          </p:cNvSpPr>
          <p:nvPr>
            <p:ph type="title" idx="4" hasCustomPrompt="1"/>
          </p:nvPr>
        </p:nvSpPr>
        <p:spPr>
          <a:xfrm>
            <a:off x="715100" y="3560075"/>
            <a:ext cx="37203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315" name="Google Shape;16315;p17"/>
          <p:cNvSpPr txBox="1">
            <a:spLocks noGrp="1"/>
          </p:cNvSpPr>
          <p:nvPr>
            <p:ph type="subTitle" idx="5"/>
          </p:nvPr>
        </p:nvSpPr>
        <p:spPr>
          <a:xfrm>
            <a:off x="715100" y="4242800"/>
            <a:ext cx="3720300" cy="3657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16316" name="Google Shape;16316;p17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16317" name="Google Shape;16317;p17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17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17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17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17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17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17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17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17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17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17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17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17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17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17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17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17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17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17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17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17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17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17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17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17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17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17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17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17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17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17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17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17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17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17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17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17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17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17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17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17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17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17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17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17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17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17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17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17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17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17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17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17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17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17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17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17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17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17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17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17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17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17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17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17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17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17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17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17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17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17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17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17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17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17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17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17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17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17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17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17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17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17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17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17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17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17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17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17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17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17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17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17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17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17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17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17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17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17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17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17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17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17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17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17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17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17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17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17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17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17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17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17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17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17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17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17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17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17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17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17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17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17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17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17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17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17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17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17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17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17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17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17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17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17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17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17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17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17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17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17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17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17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17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17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17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17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17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17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17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17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17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17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17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17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17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17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17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17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17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17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17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17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17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17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17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17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17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17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17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17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17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17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17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17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17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17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17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17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17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17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17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17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17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17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17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17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17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17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17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17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17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17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17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17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17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17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17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17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17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17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17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17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17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17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17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17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17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17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17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17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17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17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17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17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17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17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17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17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17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17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17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17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17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17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17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17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17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17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17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17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17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17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17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17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17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17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17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17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17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17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17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17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17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17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17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17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17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17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17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17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17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17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17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17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17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17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17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17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17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17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17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17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17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17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17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17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17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17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17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17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17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17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17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17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17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17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17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17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17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17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17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17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17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17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17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17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17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17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17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17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17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17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17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17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17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17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17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17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17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17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17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17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17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17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17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17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17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17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17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17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17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17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17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17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17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17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17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17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17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17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17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17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17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17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17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17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17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17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17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17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17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17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17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17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17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17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17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17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17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17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17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17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17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17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17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17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17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17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17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17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17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17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17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17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17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17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17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17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17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17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17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17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17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17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17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17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17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17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17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17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17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17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17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17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17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17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17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17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17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17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17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17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17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17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17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17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17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17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17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17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17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17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17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17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17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17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17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17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17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17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17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17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17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17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17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17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17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17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17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17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17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17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17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17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17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17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17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17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17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17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17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17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17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17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17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17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17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17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17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17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17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17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17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17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17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17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17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17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17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17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17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17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17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17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17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17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17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17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17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17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17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17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17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17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17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17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17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17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17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17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17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17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17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17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17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17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17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17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17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17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17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17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17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17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17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17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17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17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17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17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17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17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17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17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17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17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17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17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17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17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17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17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17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17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17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17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17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17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17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17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17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17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17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17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17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17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17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17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17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17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17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17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17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17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17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17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17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17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17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17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17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17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17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17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17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17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17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17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17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17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17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17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17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17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17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17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17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17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17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17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17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17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17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17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17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17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17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17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17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17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17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17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17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17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17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17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17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17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17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17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17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17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17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17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17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17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17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17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17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17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17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17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17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17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17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17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17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17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17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17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17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17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17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17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17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17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17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17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17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17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17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17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17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17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17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17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17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17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17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17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17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17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17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17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17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17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17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17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17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17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17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17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17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17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17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17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17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17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17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17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17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17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17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17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17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17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17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17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17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17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17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17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17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17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17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17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17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17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17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17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17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17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17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17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17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17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17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17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17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17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17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17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17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17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17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17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17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17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17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17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17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17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17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17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17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17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17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17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17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17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17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17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17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17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17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17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17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17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17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17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17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17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17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17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17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17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17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17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17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17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17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17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17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17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17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17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17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17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17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17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17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17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17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17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17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17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17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17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17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17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17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17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17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17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17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17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17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17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17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17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17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17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17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17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17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17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17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17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17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17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17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17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17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17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17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17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17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17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17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17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17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17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17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17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17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17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17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17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17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17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17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17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17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17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17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17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17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17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17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17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17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17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17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17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17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17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17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17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17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17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17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17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17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17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17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17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17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17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17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17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17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17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17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17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17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17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17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17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17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17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17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17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17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17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17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17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17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17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17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17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17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17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17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17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17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17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17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17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17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17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17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17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17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17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17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17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17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17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17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17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17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17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17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17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17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17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17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17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17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17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17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17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17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17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17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17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17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17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17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17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17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17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17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17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17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17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17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17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17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17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17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17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17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17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17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17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17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17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17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17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17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17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17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17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17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17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17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17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17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17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17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17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17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17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17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17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17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17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17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17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17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17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17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17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17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17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17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17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17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17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17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17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17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17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17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17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17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17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17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17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17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17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17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17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17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17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17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17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17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17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17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17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17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17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17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17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17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17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17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17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17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17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17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17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17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17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17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17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17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17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17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17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17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17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17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17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17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17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17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17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17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17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17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17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17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17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17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17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17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17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17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17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17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17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17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17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17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17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17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17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17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17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17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17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17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17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17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17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17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17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17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17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17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17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17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17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17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17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17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17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17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17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17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17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17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17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17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17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17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17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17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17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17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17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17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17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17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17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17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17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17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17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17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17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17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17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17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17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17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17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17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17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17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17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17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17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17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17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17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17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17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17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17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17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17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17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17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17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17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17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17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17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17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17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17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17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17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17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17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17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17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17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17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17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17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17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17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17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17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17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17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17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17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17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17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17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17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17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17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17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17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17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17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17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17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17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17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17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17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17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17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17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17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17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17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17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17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17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17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17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17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17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17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17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17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17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17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17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17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17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17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17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17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17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17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17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17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17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17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17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17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17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17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17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17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17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17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17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17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17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17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17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17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17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17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17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17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17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17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17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17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17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17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17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17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17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17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17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17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17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17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17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17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17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17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17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17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17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17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17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17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17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17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17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17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17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17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17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17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17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17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17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17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17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17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17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17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17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17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17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17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17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17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17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17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17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17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17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17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17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17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17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17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17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17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17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17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17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17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17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17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17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17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17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17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17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17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17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17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17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17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17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17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17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17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17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17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17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17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17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17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19" name="Google Shape;17519;p17"/>
          <p:cNvSpPr/>
          <p:nvPr/>
        </p:nvSpPr>
        <p:spPr>
          <a:xfrm>
            <a:off x="-15250" y="4842500"/>
            <a:ext cx="9183300" cy="365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20" name="Google Shape;17520;p17"/>
          <p:cNvSpPr/>
          <p:nvPr/>
        </p:nvSpPr>
        <p:spPr>
          <a:xfrm flipH="1">
            <a:off x="1678772" y="-118115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21" name="Google Shape;17521;p17"/>
          <p:cNvSpPr/>
          <p:nvPr/>
        </p:nvSpPr>
        <p:spPr>
          <a:xfrm>
            <a:off x="-590300" y="-4894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22" name="Google Shape;17522;p17"/>
          <p:cNvSpPr/>
          <p:nvPr/>
        </p:nvSpPr>
        <p:spPr>
          <a:xfrm>
            <a:off x="4808200" y="3922349"/>
            <a:ext cx="6179009" cy="919173"/>
          </a:xfrm>
          <a:custGeom>
            <a:avLst/>
            <a:gdLst/>
            <a:ahLst/>
            <a:cxnLst/>
            <a:rect l="l" t="t" r="r" b="b"/>
            <a:pathLst>
              <a:path w="90142" h="14486" extrusionOk="0">
                <a:moveTo>
                  <a:pt x="9905" y="8398"/>
                </a:moveTo>
                <a:lnTo>
                  <a:pt x="9905" y="8398"/>
                </a:lnTo>
                <a:close/>
                <a:moveTo>
                  <a:pt x="1" y="11814"/>
                </a:moveTo>
                <a:lnTo>
                  <a:pt x="1" y="11814"/>
                </a:lnTo>
                <a:lnTo>
                  <a:pt x="1" y="14486"/>
                </a:lnTo>
                <a:lnTo>
                  <a:pt x="90141" y="14486"/>
                </a:lnTo>
                <a:lnTo>
                  <a:pt x="90141" y="9431"/>
                </a:lnTo>
                <a:lnTo>
                  <a:pt x="87475" y="9412"/>
                </a:lnTo>
                <a:lnTo>
                  <a:pt x="87211" y="6299"/>
                </a:lnTo>
                <a:lnTo>
                  <a:pt x="84764" y="6323"/>
                </a:lnTo>
                <a:lnTo>
                  <a:pt x="84696" y="3857"/>
                </a:lnTo>
                <a:lnTo>
                  <a:pt x="83318" y="3876"/>
                </a:lnTo>
                <a:lnTo>
                  <a:pt x="83284" y="2959"/>
                </a:lnTo>
                <a:lnTo>
                  <a:pt x="80142" y="2308"/>
                </a:lnTo>
                <a:lnTo>
                  <a:pt x="77289" y="2627"/>
                </a:lnTo>
                <a:lnTo>
                  <a:pt x="77484" y="6681"/>
                </a:lnTo>
                <a:lnTo>
                  <a:pt x="77127" y="6692"/>
                </a:lnTo>
                <a:lnTo>
                  <a:pt x="77028" y="6020"/>
                </a:lnTo>
                <a:lnTo>
                  <a:pt x="73978" y="5952"/>
                </a:lnTo>
                <a:lnTo>
                  <a:pt x="74012" y="6701"/>
                </a:lnTo>
                <a:lnTo>
                  <a:pt x="73571" y="6731"/>
                </a:lnTo>
                <a:lnTo>
                  <a:pt x="73584" y="7005"/>
                </a:lnTo>
                <a:lnTo>
                  <a:pt x="73256" y="7016"/>
                </a:lnTo>
                <a:lnTo>
                  <a:pt x="73276" y="5505"/>
                </a:lnTo>
                <a:lnTo>
                  <a:pt x="71162" y="5388"/>
                </a:lnTo>
                <a:lnTo>
                  <a:pt x="70211" y="5486"/>
                </a:lnTo>
                <a:lnTo>
                  <a:pt x="70236" y="6761"/>
                </a:lnTo>
                <a:lnTo>
                  <a:pt x="69637" y="6790"/>
                </a:lnTo>
                <a:lnTo>
                  <a:pt x="69579" y="7041"/>
                </a:lnTo>
                <a:lnTo>
                  <a:pt x="69197" y="7064"/>
                </a:lnTo>
                <a:lnTo>
                  <a:pt x="69139" y="6409"/>
                </a:lnTo>
                <a:lnTo>
                  <a:pt x="66133" y="6427"/>
                </a:lnTo>
                <a:lnTo>
                  <a:pt x="66108" y="5790"/>
                </a:lnTo>
                <a:lnTo>
                  <a:pt x="65622" y="5777"/>
                </a:lnTo>
                <a:lnTo>
                  <a:pt x="65559" y="5600"/>
                </a:lnTo>
                <a:lnTo>
                  <a:pt x="65133" y="5575"/>
                </a:lnTo>
                <a:lnTo>
                  <a:pt x="64505" y="5619"/>
                </a:lnTo>
                <a:lnTo>
                  <a:pt x="64519" y="5752"/>
                </a:lnTo>
                <a:lnTo>
                  <a:pt x="63931" y="5741"/>
                </a:lnTo>
                <a:lnTo>
                  <a:pt x="62956" y="5810"/>
                </a:lnTo>
                <a:lnTo>
                  <a:pt x="62956" y="6208"/>
                </a:lnTo>
                <a:lnTo>
                  <a:pt x="62357" y="6232"/>
                </a:lnTo>
                <a:lnTo>
                  <a:pt x="62294" y="4477"/>
                </a:lnTo>
                <a:lnTo>
                  <a:pt x="60377" y="4419"/>
                </a:lnTo>
                <a:lnTo>
                  <a:pt x="59416" y="4737"/>
                </a:lnTo>
                <a:lnTo>
                  <a:pt x="58367" y="4742"/>
                </a:lnTo>
                <a:lnTo>
                  <a:pt x="58059" y="4811"/>
                </a:lnTo>
                <a:lnTo>
                  <a:pt x="56043" y="4792"/>
                </a:lnTo>
                <a:lnTo>
                  <a:pt x="55862" y="4875"/>
                </a:lnTo>
                <a:lnTo>
                  <a:pt x="55872" y="4507"/>
                </a:lnTo>
                <a:cubicBezTo>
                  <a:pt x="55872" y="4507"/>
                  <a:pt x="55559" y="4448"/>
                  <a:pt x="55299" y="4448"/>
                </a:cubicBezTo>
                <a:cubicBezTo>
                  <a:pt x="55035" y="4448"/>
                  <a:pt x="54088" y="4512"/>
                  <a:pt x="54088" y="4512"/>
                </a:cubicBezTo>
                <a:lnTo>
                  <a:pt x="54044" y="4850"/>
                </a:lnTo>
                <a:lnTo>
                  <a:pt x="53882" y="4899"/>
                </a:lnTo>
                <a:lnTo>
                  <a:pt x="53932" y="6556"/>
                </a:lnTo>
                <a:lnTo>
                  <a:pt x="53686" y="6536"/>
                </a:lnTo>
                <a:lnTo>
                  <a:pt x="53588" y="6380"/>
                </a:lnTo>
                <a:lnTo>
                  <a:pt x="53015" y="6369"/>
                </a:lnTo>
                <a:lnTo>
                  <a:pt x="52671" y="6581"/>
                </a:lnTo>
                <a:lnTo>
                  <a:pt x="52660" y="6728"/>
                </a:lnTo>
                <a:lnTo>
                  <a:pt x="52186" y="6722"/>
                </a:lnTo>
                <a:lnTo>
                  <a:pt x="52023" y="5762"/>
                </a:lnTo>
                <a:lnTo>
                  <a:pt x="51950" y="6704"/>
                </a:lnTo>
                <a:lnTo>
                  <a:pt x="51842" y="6709"/>
                </a:lnTo>
                <a:lnTo>
                  <a:pt x="51269" y="7072"/>
                </a:lnTo>
                <a:lnTo>
                  <a:pt x="51194" y="6512"/>
                </a:lnTo>
                <a:lnTo>
                  <a:pt x="50920" y="6502"/>
                </a:lnTo>
                <a:lnTo>
                  <a:pt x="50901" y="6432"/>
                </a:lnTo>
                <a:lnTo>
                  <a:pt x="50533" y="6432"/>
                </a:lnTo>
                <a:lnTo>
                  <a:pt x="50503" y="6100"/>
                </a:lnTo>
                <a:lnTo>
                  <a:pt x="50141" y="6075"/>
                </a:lnTo>
                <a:lnTo>
                  <a:pt x="50091" y="6281"/>
                </a:lnTo>
                <a:lnTo>
                  <a:pt x="49954" y="6296"/>
                </a:lnTo>
                <a:lnTo>
                  <a:pt x="49910" y="6507"/>
                </a:lnTo>
                <a:lnTo>
                  <a:pt x="49665" y="6520"/>
                </a:lnTo>
                <a:lnTo>
                  <a:pt x="49627" y="7152"/>
                </a:lnTo>
                <a:lnTo>
                  <a:pt x="49363" y="7152"/>
                </a:lnTo>
                <a:lnTo>
                  <a:pt x="49357" y="8172"/>
                </a:lnTo>
                <a:lnTo>
                  <a:pt x="49116" y="8172"/>
                </a:lnTo>
                <a:lnTo>
                  <a:pt x="49067" y="5981"/>
                </a:lnTo>
                <a:lnTo>
                  <a:pt x="48405" y="5981"/>
                </a:lnTo>
                <a:lnTo>
                  <a:pt x="48361" y="5814"/>
                </a:lnTo>
                <a:lnTo>
                  <a:pt x="48267" y="5780"/>
                </a:lnTo>
                <a:lnTo>
                  <a:pt x="46841" y="5780"/>
                </a:lnTo>
                <a:lnTo>
                  <a:pt x="46807" y="3852"/>
                </a:lnTo>
                <a:lnTo>
                  <a:pt x="46695" y="3696"/>
                </a:lnTo>
                <a:lnTo>
                  <a:pt x="46121" y="3485"/>
                </a:lnTo>
                <a:lnTo>
                  <a:pt x="44630" y="3519"/>
                </a:lnTo>
                <a:lnTo>
                  <a:pt x="44413" y="3695"/>
                </a:lnTo>
                <a:lnTo>
                  <a:pt x="44408" y="5680"/>
                </a:lnTo>
                <a:lnTo>
                  <a:pt x="43369" y="5680"/>
                </a:lnTo>
                <a:lnTo>
                  <a:pt x="43349" y="6229"/>
                </a:lnTo>
                <a:lnTo>
                  <a:pt x="42745" y="6229"/>
                </a:lnTo>
                <a:lnTo>
                  <a:pt x="42726" y="5730"/>
                </a:lnTo>
                <a:lnTo>
                  <a:pt x="42633" y="5705"/>
                </a:lnTo>
                <a:lnTo>
                  <a:pt x="42594" y="5567"/>
                </a:lnTo>
                <a:lnTo>
                  <a:pt x="42152" y="5562"/>
                </a:lnTo>
                <a:lnTo>
                  <a:pt x="42138" y="5685"/>
                </a:lnTo>
                <a:lnTo>
                  <a:pt x="42045" y="5696"/>
                </a:lnTo>
                <a:cubicBezTo>
                  <a:pt x="42045" y="5696"/>
                  <a:pt x="42039" y="5907"/>
                  <a:pt x="42039" y="5935"/>
                </a:cubicBezTo>
                <a:cubicBezTo>
                  <a:pt x="42039" y="5964"/>
                  <a:pt x="41183" y="5960"/>
                  <a:pt x="41183" y="5960"/>
                </a:cubicBezTo>
                <a:lnTo>
                  <a:pt x="41133" y="6696"/>
                </a:lnTo>
                <a:lnTo>
                  <a:pt x="40722" y="6706"/>
                </a:lnTo>
                <a:lnTo>
                  <a:pt x="40711" y="7113"/>
                </a:lnTo>
                <a:lnTo>
                  <a:pt x="40623" y="7108"/>
                </a:lnTo>
                <a:lnTo>
                  <a:pt x="40589" y="7401"/>
                </a:lnTo>
                <a:lnTo>
                  <a:pt x="40325" y="7406"/>
                </a:lnTo>
                <a:lnTo>
                  <a:pt x="40276" y="7486"/>
                </a:lnTo>
                <a:lnTo>
                  <a:pt x="39996" y="7491"/>
                </a:lnTo>
                <a:lnTo>
                  <a:pt x="39991" y="7411"/>
                </a:lnTo>
                <a:cubicBezTo>
                  <a:pt x="39991" y="7411"/>
                  <a:pt x="39677" y="7417"/>
                  <a:pt x="39657" y="7422"/>
                </a:cubicBezTo>
                <a:cubicBezTo>
                  <a:pt x="39639" y="7427"/>
                  <a:pt x="39614" y="7285"/>
                  <a:pt x="39614" y="7285"/>
                </a:cubicBezTo>
                <a:lnTo>
                  <a:pt x="39403" y="7265"/>
                </a:lnTo>
                <a:lnTo>
                  <a:pt x="39383" y="6638"/>
                </a:lnTo>
                <a:lnTo>
                  <a:pt x="39007" y="6579"/>
                </a:lnTo>
                <a:lnTo>
                  <a:pt x="37526" y="6613"/>
                </a:lnTo>
                <a:lnTo>
                  <a:pt x="37492" y="5696"/>
                </a:lnTo>
                <a:lnTo>
                  <a:pt x="37385" y="5652"/>
                </a:lnTo>
                <a:lnTo>
                  <a:pt x="37380" y="4995"/>
                </a:lnTo>
                <a:lnTo>
                  <a:pt x="37311" y="4937"/>
                </a:lnTo>
                <a:lnTo>
                  <a:pt x="37321" y="4545"/>
                </a:lnTo>
                <a:lnTo>
                  <a:pt x="37017" y="4426"/>
                </a:lnTo>
                <a:cubicBezTo>
                  <a:pt x="37017" y="4426"/>
                  <a:pt x="37056" y="3613"/>
                  <a:pt x="36968" y="3479"/>
                </a:cubicBezTo>
                <a:cubicBezTo>
                  <a:pt x="36880" y="3348"/>
                  <a:pt x="36786" y="3373"/>
                  <a:pt x="36786" y="3373"/>
                </a:cubicBezTo>
                <a:cubicBezTo>
                  <a:pt x="36786" y="3373"/>
                  <a:pt x="36772" y="3339"/>
                  <a:pt x="36772" y="3260"/>
                </a:cubicBezTo>
                <a:cubicBezTo>
                  <a:pt x="36772" y="3177"/>
                  <a:pt x="36684" y="2985"/>
                  <a:pt x="36684" y="2985"/>
                </a:cubicBezTo>
                <a:cubicBezTo>
                  <a:pt x="36684" y="2985"/>
                  <a:pt x="36684" y="2872"/>
                  <a:pt x="36664" y="2769"/>
                </a:cubicBezTo>
                <a:cubicBezTo>
                  <a:pt x="36651" y="2666"/>
                  <a:pt x="36552" y="2587"/>
                  <a:pt x="36552" y="2587"/>
                </a:cubicBezTo>
                <a:cubicBezTo>
                  <a:pt x="36552" y="2587"/>
                  <a:pt x="36527" y="2514"/>
                  <a:pt x="36493" y="2401"/>
                </a:cubicBezTo>
                <a:cubicBezTo>
                  <a:pt x="36460" y="2288"/>
                  <a:pt x="36278" y="2205"/>
                  <a:pt x="36278" y="2205"/>
                </a:cubicBezTo>
                <a:cubicBezTo>
                  <a:pt x="36278" y="2205"/>
                  <a:pt x="36288" y="2142"/>
                  <a:pt x="36263" y="2054"/>
                </a:cubicBezTo>
                <a:cubicBezTo>
                  <a:pt x="36233" y="1966"/>
                  <a:pt x="36126" y="1892"/>
                  <a:pt x="36126" y="1892"/>
                </a:cubicBezTo>
                <a:cubicBezTo>
                  <a:pt x="36126" y="1892"/>
                  <a:pt x="36137" y="1809"/>
                  <a:pt x="36112" y="1731"/>
                </a:cubicBezTo>
                <a:cubicBezTo>
                  <a:pt x="36092" y="1651"/>
                  <a:pt x="35994" y="1535"/>
                  <a:pt x="35994" y="1535"/>
                </a:cubicBezTo>
                <a:lnTo>
                  <a:pt x="35812" y="0"/>
                </a:lnTo>
                <a:cubicBezTo>
                  <a:pt x="35812" y="0"/>
                  <a:pt x="35782" y="1054"/>
                  <a:pt x="35759" y="1205"/>
                </a:cubicBezTo>
                <a:cubicBezTo>
                  <a:pt x="35734" y="1353"/>
                  <a:pt x="35748" y="1530"/>
                  <a:pt x="35748" y="1530"/>
                </a:cubicBezTo>
                <a:cubicBezTo>
                  <a:pt x="35748" y="1530"/>
                  <a:pt x="35718" y="1544"/>
                  <a:pt x="35684" y="1618"/>
                </a:cubicBezTo>
                <a:cubicBezTo>
                  <a:pt x="35646" y="1691"/>
                  <a:pt x="35651" y="1857"/>
                  <a:pt x="35651" y="1857"/>
                </a:cubicBezTo>
                <a:cubicBezTo>
                  <a:pt x="35651" y="1857"/>
                  <a:pt x="35596" y="1887"/>
                  <a:pt x="35572" y="1950"/>
                </a:cubicBezTo>
                <a:cubicBezTo>
                  <a:pt x="35547" y="2013"/>
                  <a:pt x="35538" y="2200"/>
                  <a:pt x="35538" y="2200"/>
                </a:cubicBezTo>
                <a:cubicBezTo>
                  <a:pt x="35538" y="2200"/>
                  <a:pt x="35420" y="2239"/>
                  <a:pt x="35367" y="2323"/>
                </a:cubicBezTo>
                <a:cubicBezTo>
                  <a:pt x="35309" y="2402"/>
                  <a:pt x="35318" y="2583"/>
                  <a:pt x="35318" y="2583"/>
                </a:cubicBezTo>
                <a:cubicBezTo>
                  <a:pt x="35318" y="2583"/>
                  <a:pt x="35269" y="2613"/>
                  <a:pt x="35215" y="2663"/>
                </a:cubicBezTo>
                <a:cubicBezTo>
                  <a:pt x="35165" y="2712"/>
                  <a:pt x="35180" y="2927"/>
                  <a:pt x="35180" y="2927"/>
                </a:cubicBezTo>
                <a:cubicBezTo>
                  <a:pt x="35180" y="2927"/>
                  <a:pt x="35166" y="2938"/>
                  <a:pt x="35117" y="2976"/>
                </a:cubicBezTo>
                <a:cubicBezTo>
                  <a:pt x="35068" y="3020"/>
                  <a:pt x="35103" y="3256"/>
                  <a:pt x="35078" y="3270"/>
                </a:cubicBezTo>
                <a:cubicBezTo>
                  <a:pt x="35054" y="3285"/>
                  <a:pt x="35045" y="3462"/>
                  <a:pt x="35045" y="3462"/>
                </a:cubicBezTo>
                <a:cubicBezTo>
                  <a:pt x="35045" y="3462"/>
                  <a:pt x="34990" y="3500"/>
                  <a:pt x="34971" y="3520"/>
                </a:cubicBezTo>
                <a:cubicBezTo>
                  <a:pt x="34957" y="3540"/>
                  <a:pt x="34990" y="4481"/>
                  <a:pt x="34990" y="4481"/>
                </a:cubicBezTo>
                <a:lnTo>
                  <a:pt x="34544" y="4530"/>
                </a:lnTo>
                <a:lnTo>
                  <a:pt x="34599" y="6457"/>
                </a:lnTo>
                <a:lnTo>
                  <a:pt x="34124" y="6452"/>
                </a:lnTo>
                <a:lnTo>
                  <a:pt x="34104" y="6952"/>
                </a:lnTo>
                <a:lnTo>
                  <a:pt x="33962" y="6952"/>
                </a:lnTo>
                <a:lnTo>
                  <a:pt x="33967" y="7663"/>
                </a:lnTo>
                <a:lnTo>
                  <a:pt x="33888" y="7663"/>
                </a:lnTo>
                <a:lnTo>
                  <a:pt x="33849" y="6026"/>
                </a:lnTo>
                <a:lnTo>
                  <a:pt x="33629" y="5908"/>
                </a:lnTo>
                <a:lnTo>
                  <a:pt x="33629" y="5667"/>
                </a:lnTo>
                <a:lnTo>
                  <a:pt x="33467" y="5597"/>
                </a:lnTo>
                <a:lnTo>
                  <a:pt x="33393" y="5367"/>
                </a:lnTo>
                <a:lnTo>
                  <a:pt x="32869" y="5372"/>
                </a:lnTo>
                <a:lnTo>
                  <a:pt x="32835" y="5617"/>
                </a:lnTo>
                <a:lnTo>
                  <a:pt x="32286" y="5650"/>
                </a:lnTo>
                <a:lnTo>
                  <a:pt x="31698" y="5645"/>
                </a:lnTo>
                <a:lnTo>
                  <a:pt x="31560" y="5700"/>
                </a:lnTo>
                <a:lnTo>
                  <a:pt x="30383" y="5695"/>
                </a:lnTo>
                <a:lnTo>
                  <a:pt x="30369" y="5734"/>
                </a:lnTo>
                <a:lnTo>
                  <a:pt x="29737" y="5704"/>
                </a:lnTo>
                <a:lnTo>
                  <a:pt x="29336" y="5802"/>
                </a:lnTo>
                <a:lnTo>
                  <a:pt x="29341" y="6062"/>
                </a:lnTo>
                <a:lnTo>
                  <a:pt x="29140" y="6057"/>
                </a:lnTo>
                <a:lnTo>
                  <a:pt x="27316" y="6156"/>
                </a:lnTo>
                <a:lnTo>
                  <a:pt x="27316" y="8053"/>
                </a:lnTo>
                <a:lnTo>
                  <a:pt x="27204" y="8039"/>
                </a:lnTo>
                <a:lnTo>
                  <a:pt x="27165" y="6916"/>
                </a:lnTo>
                <a:lnTo>
                  <a:pt x="26616" y="6916"/>
                </a:lnTo>
                <a:lnTo>
                  <a:pt x="26591" y="6607"/>
                </a:lnTo>
                <a:lnTo>
                  <a:pt x="25620" y="6589"/>
                </a:lnTo>
                <a:lnTo>
                  <a:pt x="24875" y="6632"/>
                </a:lnTo>
                <a:lnTo>
                  <a:pt x="24875" y="5957"/>
                </a:lnTo>
                <a:lnTo>
                  <a:pt x="24812" y="5923"/>
                </a:lnTo>
                <a:lnTo>
                  <a:pt x="24807" y="5442"/>
                </a:lnTo>
                <a:lnTo>
                  <a:pt x="24631" y="5412"/>
                </a:lnTo>
                <a:lnTo>
                  <a:pt x="24597" y="5104"/>
                </a:lnTo>
                <a:lnTo>
                  <a:pt x="24401" y="5079"/>
                </a:lnTo>
                <a:lnTo>
                  <a:pt x="24338" y="4948"/>
                </a:lnTo>
                <a:lnTo>
                  <a:pt x="24206" y="4890"/>
                </a:lnTo>
                <a:lnTo>
                  <a:pt x="24192" y="4409"/>
                </a:lnTo>
                <a:lnTo>
                  <a:pt x="24142" y="4359"/>
                </a:lnTo>
                <a:lnTo>
                  <a:pt x="24142" y="4241"/>
                </a:lnTo>
                <a:lnTo>
                  <a:pt x="24079" y="4222"/>
                </a:lnTo>
                <a:lnTo>
                  <a:pt x="24005" y="3404"/>
                </a:lnTo>
                <a:lnTo>
                  <a:pt x="23975" y="4233"/>
                </a:lnTo>
                <a:lnTo>
                  <a:pt x="23892" y="4257"/>
                </a:lnTo>
                <a:lnTo>
                  <a:pt x="23882" y="4355"/>
                </a:lnTo>
                <a:lnTo>
                  <a:pt x="23833" y="4405"/>
                </a:lnTo>
                <a:lnTo>
                  <a:pt x="23808" y="4909"/>
                </a:lnTo>
                <a:lnTo>
                  <a:pt x="23660" y="4964"/>
                </a:lnTo>
                <a:lnTo>
                  <a:pt x="23647" y="5057"/>
                </a:lnTo>
                <a:lnTo>
                  <a:pt x="23430" y="5091"/>
                </a:lnTo>
                <a:lnTo>
                  <a:pt x="23430" y="5424"/>
                </a:lnTo>
                <a:lnTo>
                  <a:pt x="23229" y="5438"/>
                </a:lnTo>
                <a:lnTo>
                  <a:pt x="23254" y="7061"/>
                </a:lnTo>
                <a:lnTo>
                  <a:pt x="22916" y="7051"/>
                </a:lnTo>
                <a:lnTo>
                  <a:pt x="22916" y="7880"/>
                </a:lnTo>
                <a:lnTo>
                  <a:pt x="22559" y="7894"/>
                </a:lnTo>
                <a:lnTo>
                  <a:pt x="21549" y="7963"/>
                </a:lnTo>
                <a:lnTo>
                  <a:pt x="21543" y="6928"/>
                </a:lnTo>
                <a:lnTo>
                  <a:pt x="21098" y="6933"/>
                </a:lnTo>
                <a:lnTo>
                  <a:pt x="21073" y="6202"/>
                </a:lnTo>
                <a:lnTo>
                  <a:pt x="20239" y="6183"/>
                </a:lnTo>
                <a:lnTo>
                  <a:pt x="18287" y="6326"/>
                </a:lnTo>
                <a:lnTo>
                  <a:pt x="18282" y="6983"/>
                </a:lnTo>
                <a:lnTo>
                  <a:pt x="17198" y="7016"/>
                </a:lnTo>
                <a:lnTo>
                  <a:pt x="17173" y="7119"/>
                </a:lnTo>
                <a:lnTo>
                  <a:pt x="16904" y="7130"/>
                </a:lnTo>
                <a:lnTo>
                  <a:pt x="16889" y="6806"/>
                </a:lnTo>
                <a:lnTo>
                  <a:pt x="15620" y="6782"/>
                </a:lnTo>
                <a:lnTo>
                  <a:pt x="15027" y="6801"/>
                </a:lnTo>
                <a:lnTo>
                  <a:pt x="15022" y="7130"/>
                </a:lnTo>
                <a:lnTo>
                  <a:pt x="13934" y="7213"/>
                </a:lnTo>
                <a:lnTo>
                  <a:pt x="13939" y="8296"/>
                </a:lnTo>
                <a:lnTo>
                  <a:pt x="13390" y="8326"/>
                </a:lnTo>
                <a:lnTo>
                  <a:pt x="13385" y="8478"/>
                </a:lnTo>
                <a:lnTo>
                  <a:pt x="13252" y="8497"/>
                </a:lnTo>
                <a:lnTo>
                  <a:pt x="13242" y="8870"/>
                </a:lnTo>
                <a:lnTo>
                  <a:pt x="12962" y="8900"/>
                </a:lnTo>
                <a:lnTo>
                  <a:pt x="12914" y="8999"/>
                </a:lnTo>
                <a:lnTo>
                  <a:pt x="12408" y="8999"/>
                </a:lnTo>
                <a:lnTo>
                  <a:pt x="12032" y="9053"/>
                </a:lnTo>
                <a:lnTo>
                  <a:pt x="11998" y="9185"/>
                </a:lnTo>
                <a:lnTo>
                  <a:pt x="11443" y="9171"/>
                </a:lnTo>
                <a:lnTo>
                  <a:pt x="11413" y="8745"/>
                </a:lnTo>
                <a:lnTo>
                  <a:pt x="11159" y="8735"/>
                </a:lnTo>
                <a:lnTo>
                  <a:pt x="11110" y="7896"/>
                </a:lnTo>
                <a:lnTo>
                  <a:pt x="9929" y="7896"/>
                </a:lnTo>
                <a:cubicBezTo>
                  <a:pt x="9929" y="7896"/>
                  <a:pt x="9909" y="8357"/>
                  <a:pt x="9914" y="8402"/>
                </a:cubicBezTo>
                <a:cubicBezTo>
                  <a:pt x="9904" y="8357"/>
                  <a:pt x="9791" y="7907"/>
                  <a:pt x="9791" y="7907"/>
                </a:cubicBezTo>
                <a:lnTo>
                  <a:pt x="9502" y="7907"/>
                </a:lnTo>
                <a:lnTo>
                  <a:pt x="9375" y="8363"/>
                </a:lnTo>
                <a:lnTo>
                  <a:pt x="8993" y="8377"/>
                </a:lnTo>
                <a:lnTo>
                  <a:pt x="8993" y="8500"/>
                </a:lnTo>
                <a:lnTo>
                  <a:pt x="8801" y="8495"/>
                </a:lnTo>
                <a:lnTo>
                  <a:pt x="8836" y="7916"/>
                </a:lnTo>
                <a:lnTo>
                  <a:pt x="8748" y="7906"/>
                </a:lnTo>
                <a:lnTo>
                  <a:pt x="8737" y="7469"/>
                </a:lnTo>
                <a:lnTo>
                  <a:pt x="8497" y="7480"/>
                </a:lnTo>
                <a:lnTo>
                  <a:pt x="8486" y="7342"/>
                </a:lnTo>
                <a:lnTo>
                  <a:pt x="8360" y="7342"/>
                </a:lnTo>
                <a:lnTo>
                  <a:pt x="8340" y="7073"/>
                </a:lnTo>
                <a:lnTo>
                  <a:pt x="7380" y="7078"/>
                </a:lnTo>
                <a:lnTo>
                  <a:pt x="7360" y="7347"/>
                </a:lnTo>
                <a:lnTo>
                  <a:pt x="7091" y="7372"/>
                </a:lnTo>
                <a:lnTo>
                  <a:pt x="7101" y="7529"/>
                </a:lnTo>
                <a:lnTo>
                  <a:pt x="6945" y="7543"/>
                </a:lnTo>
                <a:lnTo>
                  <a:pt x="6934" y="7768"/>
                </a:lnTo>
                <a:lnTo>
                  <a:pt x="6492" y="7802"/>
                </a:lnTo>
                <a:lnTo>
                  <a:pt x="6492" y="7969"/>
                </a:lnTo>
                <a:lnTo>
                  <a:pt x="6370" y="7983"/>
                </a:lnTo>
                <a:lnTo>
                  <a:pt x="6340" y="10087"/>
                </a:lnTo>
                <a:lnTo>
                  <a:pt x="5962" y="10076"/>
                </a:lnTo>
                <a:lnTo>
                  <a:pt x="5987" y="9145"/>
                </a:lnTo>
                <a:lnTo>
                  <a:pt x="5663" y="9125"/>
                </a:lnTo>
                <a:lnTo>
                  <a:pt x="5639" y="9018"/>
                </a:lnTo>
                <a:lnTo>
                  <a:pt x="5189" y="9018"/>
                </a:lnTo>
                <a:lnTo>
                  <a:pt x="5178" y="9120"/>
                </a:lnTo>
                <a:lnTo>
                  <a:pt x="4667" y="9120"/>
                </a:lnTo>
                <a:lnTo>
                  <a:pt x="4653" y="8969"/>
                </a:lnTo>
                <a:lnTo>
                  <a:pt x="4041" y="8979"/>
                </a:lnTo>
                <a:lnTo>
                  <a:pt x="3983" y="10887"/>
                </a:lnTo>
                <a:lnTo>
                  <a:pt x="3581" y="10876"/>
                </a:lnTo>
                <a:lnTo>
                  <a:pt x="3542" y="10558"/>
                </a:lnTo>
                <a:lnTo>
                  <a:pt x="3003" y="10524"/>
                </a:lnTo>
                <a:lnTo>
                  <a:pt x="2984" y="10289"/>
                </a:lnTo>
                <a:lnTo>
                  <a:pt x="1331" y="10314"/>
                </a:lnTo>
                <a:lnTo>
                  <a:pt x="1331" y="11818"/>
                </a:lnTo>
                <a:lnTo>
                  <a:pt x="1" y="11818"/>
                </a:lnTo>
                <a:close/>
              </a:path>
            </a:pathLst>
          </a:custGeom>
          <a:solidFill>
            <a:srgbClr val="723A3A">
              <a:alpha val="28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">
    <p:spTree>
      <p:nvGrpSpPr>
        <p:cNvPr id="1" name="Shape 18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55" name="Google Shape;18755;p19"/>
          <p:cNvSpPr/>
          <p:nvPr/>
        </p:nvSpPr>
        <p:spPr>
          <a:xfrm>
            <a:off x="-15250" y="4242300"/>
            <a:ext cx="9183300" cy="96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756" name="Google Shape;18756;p19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18757" name="Google Shape;18757;p19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19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19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19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19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19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19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19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19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19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19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19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19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19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19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19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19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19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19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19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19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19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19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19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19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19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19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19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19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19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19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19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19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19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19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19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19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19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19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19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19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19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19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19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19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19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19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19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19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19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19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19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19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19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19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19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19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19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19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19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19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19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19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19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19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19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19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19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19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19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19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19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19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19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19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19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19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19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19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19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19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19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19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19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19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19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19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19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19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19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19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19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19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19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19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19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19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19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19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19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19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19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19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19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19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19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19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19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19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19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19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19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19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19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19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19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19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19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19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19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19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19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19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19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19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19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19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19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19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19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19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19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19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19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19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19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19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19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19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19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19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19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19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19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19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19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19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19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19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19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19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19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19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19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19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19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3" name="Google Shape;18913;p19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4" name="Google Shape;18914;p19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19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19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19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19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19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19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19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19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19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19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19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19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19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19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19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19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19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19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19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19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19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19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19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19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19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19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19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19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19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19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19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19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19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19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19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19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1" name="Google Shape;18951;p19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2" name="Google Shape;18952;p19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3" name="Google Shape;18953;p19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4" name="Google Shape;18954;p19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5" name="Google Shape;18955;p19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6" name="Google Shape;18956;p19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7" name="Google Shape;18957;p19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8" name="Google Shape;18958;p19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9" name="Google Shape;18959;p19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0" name="Google Shape;18960;p19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1" name="Google Shape;18961;p19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2" name="Google Shape;18962;p19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3" name="Google Shape;18963;p19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4" name="Google Shape;18964;p19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5" name="Google Shape;18965;p19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6" name="Google Shape;18966;p19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7" name="Google Shape;18967;p19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8" name="Google Shape;18968;p19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9" name="Google Shape;18969;p19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0" name="Google Shape;18970;p19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1" name="Google Shape;18971;p19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2" name="Google Shape;18972;p19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19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19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19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19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19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19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19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19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19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19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19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19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19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19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19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19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19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19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19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19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19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19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19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19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19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19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19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19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19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19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19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19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19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19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19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19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19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19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19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19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19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19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19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19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19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8" name="Google Shape;19018;p19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9" name="Google Shape;19019;p19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19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19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19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19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19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19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19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19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8" name="Google Shape;19028;p19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9" name="Google Shape;19029;p19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19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19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19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19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19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19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19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19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19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9" name="Google Shape;19039;p19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0" name="Google Shape;19040;p19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1" name="Google Shape;19041;p19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19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19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19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19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19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19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19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19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19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19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19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19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19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19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19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19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19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19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19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19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2" name="Google Shape;19062;p19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3" name="Google Shape;19063;p19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19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19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19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19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19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19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19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19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19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19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19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19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19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19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19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19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19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19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19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19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19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19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19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19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19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9" name="Google Shape;19089;p19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0" name="Google Shape;19090;p19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19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19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19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19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19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19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19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19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19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19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19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19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19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19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19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6" name="Google Shape;19106;p19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7" name="Google Shape;19107;p19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8" name="Google Shape;19108;p19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9" name="Google Shape;19109;p19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0" name="Google Shape;19110;p19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1" name="Google Shape;19111;p19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19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19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19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19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19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19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19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19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19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19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19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19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19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19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19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19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19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19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19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19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19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19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19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19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19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19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19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19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19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19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2" name="Google Shape;19142;p19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3" name="Google Shape;19143;p19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19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19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19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19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19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19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19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19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19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19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19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19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19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19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19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9" name="Google Shape;19159;p19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0" name="Google Shape;19160;p19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1" name="Google Shape;19161;p19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2" name="Google Shape;19162;p19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3" name="Google Shape;19163;p19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4" name="Google Shape;19164;p19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5" name="Google Shape;19165;p19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6" name="Google Shape;19166;p19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7" name="Google Shape;19167;p19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8" name="Google Shape;19168;p19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9" name="Google Shape;19169;p19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0" name="Google Shape;19170;p19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1" name="Google Shape;19171;p19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2" name="Google Shape;19172;p19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3" name="Google Shape;19173;p19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4" name="Google Shape;19174;p19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5" name="Google Shape;19175;p19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6" name="Google Shape;19176;p19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7" name="Google Shape;19177;p19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8" name="Google Shape;19178;p19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9" name="Google Shape;19179;p19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0" name="Google Shape;19180;p19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1" name="Google Shape;19181;p19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2" name="Google Shape;19182;p19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3" name="Google Shape;19183;p19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4" name="Google Shape;19184;p19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5" name="Google Shape;19185;p19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6" name="Google Shape;19186;p19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7" name="Google Shape;19187;p19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8" name="Google Shape;19188;p19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9" name="Google Shape;19189;p19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0" name="Google Shape;19190;p19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1" name="Google Shape;19191;p19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2" name="Google Shape;19192;p19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3" name="Google Shape;19193;p19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4" name="Google Shape;19194;p19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5" name="Google Shape;19195;p19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6" name="Google Shape;19196;p19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7" name="Google Shape;19197;p19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8" name="Google Shape;19198;p19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9" name="Google Shape;19199;p19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0" name="Google Shape;19200;p19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1" name="Google Shape;19201;p19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2" name="Google Shape;19202;p19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3" name="Google Shape;19203;p19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4" name="Google Shape;19204;p19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5" name="Google Shape;19205;p19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6" name="Google Shape;19206;p19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7" name="Google Shape;19207;p19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8" name="Google Shape;19208;p19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9" name="Google Shape;19209;p19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0" name="Google Shape;19210;p19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1" name="Google Shape;19211;p19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2" name="Google Shape;19212;p19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3" name="Google Shape;19213;p19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4" name="Google Shape;19214;p19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5" name="Google Shape;19215;p19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6" name="Google Shape;19216;p19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7" name="Google Shape;19217;p19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8" name="Google Shape;19218;p19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9" name="Google Shape;19219;p19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0" name="Google Shape;19220;p19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1" name="Google Shape;19221;p19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2" name="Google Shape;19222;p19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3" name="Google Shape;19223;p19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4" name="Google Shape;19224;p19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5" name="Google Shape;19225;p19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6" name="Google Shape;19226;p19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7" name="Google Shape;19227;p19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8" name="Google Shape;19228;p19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9" name="Google Shape;19229;p19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0" name="Google Shape;19230;p19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1" name="Google Shape;19231;p19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2" name="Google Shape;19232;p19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3" name="Google Shape;19233;p19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4" name="Google Shape;19234;p19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5" name="Google Shape;19235;p19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6" name="Google Shape;19236;p19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7" name="Google Shape;19237;p19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8" name="Google Shape;19238;p19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9" name="Google Shape;19239;p19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0" name="Google Shape;19240;p19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1" name="Google Shape;19241;p19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2" name="Google Shape;19242;p19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3" name="Google Shape;19243;p19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4" name="Google Shape;19244;p19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5" name="Google Shape;19245;p19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6" name="Google Shape;19246;p19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7" name="Google Shape;19247;p19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8" name="Google Shape;19248;p19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9" name="Google Shape;19249;p19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0" name="Google Shape;19250;p19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1" name="Google Shape;19251;p19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2" name="Google Shape;19252;p19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3" name="Google Shape;19253;p19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4" name="Google Shape;19254;p19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5" name="Google Shape;19255;p19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6" name="Google Shape;19256;p19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7" name="Google Shape;19257;p19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8" name="Google Shape;19258;p19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9" name="Google Shape;19259;p19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0" name="Google Shape;19260;p19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1" name="Google Shape;19261;p19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2" name="Google Shape;19262;p19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3" name="Google Shape;19263;p19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4" name="Google Shape;19264;p19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5" name="Google Shape;19265;p19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6" name="Google Shape;19266;p19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7" name="Google Shape;19267;p19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8" name="Google Shape;19268;p19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9" name="Google Shape;19269;p19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0" name="Google Shape;19270;p19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1" name="Google Shape;19271;p19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2" name="Google Shape;19272;p19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3" name="Google Shape;19273;p19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4" name="Google Shape;19274;p19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5" name="Google Shape;19275;p19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6" name="Google Shape;19276;p19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7" name="Google Shape;19277;p19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8" name="Google Shape;19278;p19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9" name="Google Shape;19279;p19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0" name="Google Shape;19280;p19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1" name="Google Shape;19281;p19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2" name="Google Shape;19282;p19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3" name="Google Shape;19283;p19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4" name="Google Shape;19284;p19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5" name="Google Shape;19285;p19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6" name="Google Shape;19286;p19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7" name="Google Shape;19287;p19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8" name="Google Shape;19288;p19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9" name="Google Shape;19289;p19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0" name="Google Shape;19290;p19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1" name="Google Shape;19291;p19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2" name="Google Shape;19292;p19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3" name="Google Shape;19293;p19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4" name="Google Shape;19294;p19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5" name="Google Shape;19295;p19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6" name="Google Shape;19296;p19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7" name="Google Shape;19297;p19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8" name="Google Shape;19298;p19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9" name="Google Shape;19299;p19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0" name="Google Shape;19300;p19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1" name="Google Shape;19301;p19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2" name="Google Shape;19302;p19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3" name="Google Shape;19303;p19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4" name="Google Shape;19304;p19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5" name="Google Shape;19305;p19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6" name="Google Shape;19306;p19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7" name="Google Shape;19307;p19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8" name="Google Shape;19308;p19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9" name="Google Shape;19309;p19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0" name="Google Shape;19310;p19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1" name="Google Shape;19311;p19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2" name="Google Shape;19312;p19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3" name="Google Shape;19313;p19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4" name="Google Shape;19314;p19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5" name="Google Shape;19315;p19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6" name="Google Shape;19316;p19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7" name="Google Shape;19317;p19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8" name="Google Shape;19318;p19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9" name="Google Shape;19319;p19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0" name="Google Shape;19320;p19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1" name="Google Shape;19321;p19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2" name="Google Shape;19322;p19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3" name="Google Shape;19323;p19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4" name="Google Shape;19324;p19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5" name="Google Shape;19325;p19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6" name="Google Shape;19326;p19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7" name="Google Shape;19327;p19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8" name="Google Shape;19328;p19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9" name="Google Shape;19329;p19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0" name="Google Shape;19330;p19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1" name="Google Shape;19331;p19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2" name="Google Shape;19332;p19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3" name="Google Shape;19333;p19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4" name="Google Shape;19334;p19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5" name="Google Shape;19335;p19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6" name="Google Shape;19336;p19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7" name="Google Shape;19337;p19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8" name="Google Shape;19338;p19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9" name="Google Shape;19339;p19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0" name="Google Shape;19340;p19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1" name="Google Shape;19341;p19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2" name="Google Shape;19342;p19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3" name="Google Shape;19343;p19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4" name="Google Shape;19344;p19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5" name="Google Shape;19345;p19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6" name="Google Shape;19346;p19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7" name="Google Shape;19347;p19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8" name="Google Shape;19348;p19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9" name="Google Shape;19349;p19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0" name="Google Shape;19350;p19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1" name="Google Shape;19351;p19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2" name="Google Shape;19352;p19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3" name="Google Shape;19353;p19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4" name="Google Shape;19354;p19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5" name="Google Shape;19355;p19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6" name="Google Shape;19356;p19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7" name="Google Shape;19357;p19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8" name="Google Shape;19358;p19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9" name="Google Shape;19359;p19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0" name="Google Shape;19360;p19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1" name="Google Shape;19361;p19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2" name="Google Shape;19362;p19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3" name="Google Shape;19363;p19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4" name="Google Shape;19364;p19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5" name="Google Shape;19365;p19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6" name="Google Shape;19366;p19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7" name="Google Shape;19367;p19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8" name="Google Shape;19368;p19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9" name="Google Shape;19369;p19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0" name="Google Shape;19370;p19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1" name="Google Shape;19371;p19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2" name="Google Shape;19372;p19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3" name="Google Shape;19373;p19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4" name="Google Shape;19374;p19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5" name="Google Shape;19375;p19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6" name="Google Shape;19376;p19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7" name="Google Shape;19377;p19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8" name="Google Shape;19378;p19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9" name="Google Shape;19379;p19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0" name="Google Shape;19380;p19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1" name="Google Shape;19381;p19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2" name="Google Shape;19382;p19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3" name="Google Shape;19383;p19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4" name="Google Shape;19384;p19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5" name="Google Shape;19385;p19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6" name="Google Shape;19386;p19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7" name="Google Shape;19387;p19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8" name="Google Shape;19388;p19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9" name="Google Shape;19389;p19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0" name="Google Shape;19390;p19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1" name="Google Shape;19391;p19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2" name="Google Shape;19392;p19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3" name="Google Shape;19393;p19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4" name="Google Shape;19394;p19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5" name="Google Shape;19395;p19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6" name="Google Shape;19396;p19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7" name="Google Shape;19397;p19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8" name="Google Shape;19398;p19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9" name="Google Shape;19399;p19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0" name="Google Shape;19400;p19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1" name="Google Shape;19401;p19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2" name="Google Shape;19402;p19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3" name="Google Shape;19403;p19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4" name="Google Shape;19404;p19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5" name="Google Shape;19405;p19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6" name="Google Shape;19406;p19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7" name="Google Shape;19407;p19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8" name="Google Shape;19408;p19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9" name="Google Shape;19409;p19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0" name="Google Shape;19410;p19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1" name="Google Shape;19411;p19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2" name="Google Shape;19412;p19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3" name="Google Shape;19413;p19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4" name="Google Shape;19414;p19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5" name="Google Shape;19415;p19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6" name="Google Shape;19416;p19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7" name="Google Shape;19417;p19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8" name="Google Shape;19418;p19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9" name="Google Shape;19419;p19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0" name="Google Shape;19420;p19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1" name="Google Shape;19421;p19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2" name="Google Shape;19422;p19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3" name="Google Shape;19423;p19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4" name="Google Shape;19424;p19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5" name="Google Shape;19425;p19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6" name="Google Shape;19426;p19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7" name="Google Shape;19427;p19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8" name="Google Shape;19428;p19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9" name="Google Shape;19429;p19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0" name="Google Shape;19430;p19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1" name="Google Shape;19431;p19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2" name="Google Shape;19432;p19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3" name="Google Shape;19433;p19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4" name="Google Shape;19434;p19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5" name="Google Shape;19435;p19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6" name="Google Shape;19436;p19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7" name="Google Shape;19437;p19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8" name="Google Shape;19438;p19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9" name="Google Shape;19439;p19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0" name="Google Shape;19440;p19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1" name="Google Shape;19441;p19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19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19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19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19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19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19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19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19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19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1" name="Google Shape;19451;p19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2" name="Google Shape;19452;p19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19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19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19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19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19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19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19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19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19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19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19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19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19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19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19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19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19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19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19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19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19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19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19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19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19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19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19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19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19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19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19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19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19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19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19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19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19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0" name="Google Shape;19490;p19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1" name="Google Shape;19491;p19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19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9493;p19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9494;p19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19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19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19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19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19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9500;p19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9501;p19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19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19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19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19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19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19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19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19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19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19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19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19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9514;p19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9515;p19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19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19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19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19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19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19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19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19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19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19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19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9527;p19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8" name="Google Shape;19528;p19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9" name="Google Shape;19529;p19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19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19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19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19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19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19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19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19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19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19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19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19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19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19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19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19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9546;p19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9547;p19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19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19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19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9551;p19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9552;p19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19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19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19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19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19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19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19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19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1" name="Google Shape;19561;p19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2" name="Google Shape;19562;p19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19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19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19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6" name="Google Shape;19566;p19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7" name="Google Shape;19567;p19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19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19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19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19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9572;p19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9573;p19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19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19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9576;p19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9577;p19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19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19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19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19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19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19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19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19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19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19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8" name="Google Shape;19588;p19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9589;p19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19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19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19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19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19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19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19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19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19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19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19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19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19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19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19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19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19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19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19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19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19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19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19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19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19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615;p19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616;p19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19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19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19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19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621;p19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622;p19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623;p19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624;p19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625;p19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626;p19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627;p19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628;p19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9" name="Google Shape;19629;p19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0" name="Google Shape;19630;p19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1" name="Google Shape;19631;p19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2" name="Google Shape;19632;p19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3" name="Google Shape;19633;p19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4" name="Google Shape;19634;p19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5" name="Google Shape;19635;p19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6" name="Google Shape;19636;p19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7" name="Google Shape;19637;p19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8" name="Google Shape;19638;p19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9" name="Google Shape;19639;p19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19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19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2" name="Google Shape;19642;p19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3" name="Google Shape;19643;p19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19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19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19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19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19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19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0" name="Google Shape;19650;p19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1" name="Google Shape;19651;p19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19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19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19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19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19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19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19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9" name="Google Shape;19659;p19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0" name="Google Shape;19660;p19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1" name="Google Shape;19661;p19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2" name="Google Shape;19662;p19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19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19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19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19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19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19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19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19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19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19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19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19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19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19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19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19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9" name="Google Shape;19679;p19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0" name="Google Shape;19680;p19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19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19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19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19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19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19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19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8" name="Google Shape;19688;p19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9" name="Google Shape;19689;p19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19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19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19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19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19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19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6" name="Google Shape;19696;p19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7" name="Google Shape;19697;p19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19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19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19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19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19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19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19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19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19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7" name="Google Shape;19707;p19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8" name="Google Shape;19708;p19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19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19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19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19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19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19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19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19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19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19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19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19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19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2" name="Google Shape;19722;p19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3" name="Google Shape;19723;p19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19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19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19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19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19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19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19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19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19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19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19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19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19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19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19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19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19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19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19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3" name="Google Shape;19743;p19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4" name="Google Shape;19744;p19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19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19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19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19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19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19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19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19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19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19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5" name="Google Shape;19755;p19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6" name="Google Shape;19756;p19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19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19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19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19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19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19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19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19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5" name="Google Shape;19765;p19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6" name="Google Shape;19766;p19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19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19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19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19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19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19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19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19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19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19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19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8" name="Google Shape;19778;p19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9" name="Google Shape;19779;p19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19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19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19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3" name="Google Shape;19783;p19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4" name="Google Shape;19784;p19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5" name="Google Shape;19785;p19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6" name="Google Shape;19786;p19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7" name="Google Shape;19787;p19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8" name="Google Shape;19788;p19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9" name="Google Shape;19789;p19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19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19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19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19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19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19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19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19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19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19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19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19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19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3" name="Google Shape;19803;p19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4" name="Google Shape;19804;p19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19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19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7" name="Google Shape;19807;p19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8" name="Google Shape;19808;p19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9" name="Google Shape;19809;p19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0" name="Google Shape;19810;p19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19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19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19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19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19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6" name="Google Shape;19816;p19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7" name="Google Shape;19817;p19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19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19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19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19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19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19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19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19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19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19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19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19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0" name="Google Shape;19830;p19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1" name="Google Shape;19831;p19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2" name="Google Shape;19832;p19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3" name="Google Shape;19833;p19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4" name="Google Shape;19834;p19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5" name="Google Shape;19835;p19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6" name="Google Shape;19836;p19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19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8" name="Google Shape;19838;p19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9" name="Google Shape;19839;p19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19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1" name="Google Shape;19841;p19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2" name="Google Shape;19842;p19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19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19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19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19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19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19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19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19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19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19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19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19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5" name="Google Shape;19855;p19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6" name="Google Shape;19856;p19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19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19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19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19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19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19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19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19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19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19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19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19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19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0" name="Google Shape;19870;p19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1" name="Google Shape;19871;p19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19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3" name="Google Shape;19873;p19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4" name="Google Shape;19874;p19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19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6" name="Google Shape;19876;p19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7" name="Google Shape;19877;p19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19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19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19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19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19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19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4" name="Google Shape;19884;p19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5" name="Google Shape;19885;p19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19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19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19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19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19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19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19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3" name="Google Shape;19893;p19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4" name="Google Shape;19894;p19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19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19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19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19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19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19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19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19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19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19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19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19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19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19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19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19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1" name="Google Shape;19911;p19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2" name="Google Shape;19912;p19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19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19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19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19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19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19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19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19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19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19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19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19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19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19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19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19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19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19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19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19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19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19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19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19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19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19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19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19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1" name="Google Shape;19941;p19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19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19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19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19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19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19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19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19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19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19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19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19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19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19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19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19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19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59" name="Google Shape;19959;p19"/>
          <p:cNvSpPr/>
          <p:nvPr/>
        </p:nvSpPr>
        <p:spPr>
          <a:xfrm>
            <a:off x="-2003028" y="-13489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60" name="Google Shape;19960;p19"/>
          <p:cNvSpPr/>
          <p:nvPr/>
        </p:nvSpPr>
        <p:spPr>
          <a:xfrm>
            <a:off x="3403904" y="-780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61" name="Google Shape;19961;p19"/>
          <p:cNvSpPr/>
          <p:nvPr/>
        </p:nvSpPr>
        <p:spPr>
          <a:xfrm>
            <a:off x="6885350" y="-4971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62" name="Google Shape;19962;p19"/>
          <p:cNvSpPr/>
          <p:nvPr/>
        </p:nvSpPr>
        <p:spPr>
          <a:xfrm>
            <a:off x="7313000" y="4001224"/>
            <a:ext cx="4702802" cy="1540397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63" name="Google Shape;19963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964" name="Google Shape;19964;p19"/>
          <p:cNvSpPr txBox="1">
            <a:spLocks noGrp="1"/>
          </p:cNvSpPr>
          <p:nvPr>
            <p:ph type="subTitle" idx="1"/>
          </p:nvPr>
        </p:nvSpPr>
        <p:spPr>
          <a:xfrm>
            <a:off x="937625" y="2431940"/>
            <a:ext cx="2175300" cy="126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9965" name="Google Shape;19965;p19"/>
          <p:cNvSpPr txBox="1">
            <a:spLocks noGrp="1"/>
          </p:cNvSpPr>
          <p:nvPr>
            <p:ph type="subTitle" idx="2"/>
          </p:nvPr>
        </p:nvSpPr>
        <p:spPr>
          <a:xfrm>
            <a:off x="3484350" y="2431940"/>
            <a:ext cx="2175300" cy="126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9966" name="Google Shape;19966;p19"/>
          <p:cNvSpPr txBox="1">
            <a:spLocks noGrp="1"/>
          </p:cNvSpPr>
          <p:nvPr>
            <p:ph type="subTitle" idx="3"/>
          </p:nvPr>
        </p:nvSpPr>
        <p:spPr>
          <a:xfrm>
            <a:off x="6031075" y="2431940"/>
            <a:ext cx="2175300" cy="126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9967" name="Google Shape;19967;p19"/>
          <p:cNvSpPr txBox="1">
            <a:spLocks noGrp="1"/>
          </p:cNvSpPr>
          <p:nvPr>
            <p:ph type="subTitle" idx="4"/>
          </p:nvPr>
        </p:nvSpPr>
        <p:spPr>
          <a:xfrm>
            <a:off x="937625" y="1797644"/>
            <a:ext cx="21753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968" name="Google Shape;19968;p19"/>
          <p:cNvSpPr txBox="1">
            <a:spLocks noGrp="1"/>
          </p:cNvSpPr>
          <p:nvPr>
            <p:ph type="subTitle" idx="5"/>
          </p:nvPr>
        </p:nvSpPr>
        <p:spPr>
          <a:xfrm>
            <a:off x="3484350" y="1797644"/>
            <a:ext cx="21753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969" name="Google Shape;19969;p19"/>
          <p:cNvSpPr txBox="1">
            <a:spLocks noGrp="1"/>
          </p:cNvSpPr>
          <p:nvPr>
            <p:ph type="subTitle" idx="6"/>
          </p:nvPr>
        </p:nvSpPr>
        <p:spPr>
          <a:xfrm>
            <a:off x="6031075" y="1797644"/>
            <a:ext cx="21753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970" name="Google Shape;19970;p19"/>
          <p:cNvSpPr/>
          <p:nvPr/>
        </p:nvSpPr>
        <p:spPr>
          <a:xfrm>
            <a:off x="-2386700" y="3405675"/>
            <a:ext cx="3160047" cy="838121"/>
          </a:xfrm>
          <a:custGeom>
            <a:avLst/>
            <a:gdLst/>
            <a:ahLst/>
            <a:cxnLst/>
            <a:rect l="l" t="t" r="r" b="b"/>
            <a:pathLst>
              <a:path w="49132" h="13031" extrusionOk="0">
                <a:moveTo>
                  <a:pt x="49113" y="6717"/>
                </a:moveTo>
                <a:lnTo>
                  <a:pt x="49064" y="4526"/>
                </a:lnTo>
                <a:lnTo>
                  <a:pt x="48403" y="4526"/>
                </a:lnTo>
                <a:lnTo>
                  <a:pt x="48358" y="4360"/>
                </a:lnTo>
                <a:lnTo>
                  <a:pt x="48266" y="4325"/>
                </a:lnTo>
                <a:lnTo>
                  <a:pt x="46840" y="4325"/>
                </a:lnTo>
                <a:lnTo>
                  <a:pt x="46807" y="2398"/>
                </a:lnTo>
                <a:lnTo>
                  <a:pt x="46695" y="2240"/>
                </a:lnTo>
                <a:lnTo>
                  <a:pt x="46122" y="2030"/>
                </a:lnTo>
                <a:lnTo>
                  <a:pt x="44630" y="2062"/>
                </a:lnTo>
                <a:lnTo>
                  <a:pt x="44413" y="2238"/>
                </a:lnTo>
                <a:lnTo>
                  <a:pt x="44407" y="4223"/>
                </a:lnTo>
                <a:lnTo>
                  <a:pt x="43366" y="4223"/>
                </a:lnTo>
                <a:lnTo>
                  <a:pt x="43346" y="4773"/>
                </a:lnTo>
                <a:lnTo>
                  <a:pt x="42742" y="4773"/>
                </a:lnTo>
                <a:lnTo>
                  <a:pt x="42722" y="4274"/>
                </a:lnTo>
                <a:lnTo>
                  <a:pt x="42629" y="4249"/>
                </a:lnTo>
                <a:lnTo>
                  <a:pt x="42593" y="4110"/>
                </a:lnTo>
                <a:lnTo>
                  <a:pt x="42149" y="4106"/>
                </a:lnTo>
                <a:lnTo>
                  <a:pt x="42134" y="4229"/>
                </a:lnTo>
                <a:lnTo>
                  <a:pt x="42042" y="4239"/>
                </a:lnTo>
                <a:cubicBezTo>
                  <a:pt x="42042" y="4239"/>
                  <a:pt x="42036" y="4452"/>
                  <a:pt x="42036" y="4479"/>
                </a:cubicBezTo>
                <a:cubicBezTo>
                  <a:pt x="42036" y="4507"/>
                  <a:pt x="41181" y="4505"/>
                  <a:pt x="41181" y="4505"/>
                </a:cubicBezTo>
                <a:lnTo>
                  <a:pt x="41132" y="5242"/>
                </a:lnTo>
                <a:lnTo>
                  <a:pt x="40721" y="5252"/>
                </a:lnTo>
                <a:lnTo>
                  <a:pt x="40710" y="5657"/>
                </a:lnTo>
                <a:lnTo>
                  <a:pt x="40622" y="5653"/>
                </a:lnTo>
                <a:lnTo>
                  <a:pt x="40590" y="5948"/>
                </a:lnTo>
                <a:lnTo>
                  <a:pt x="40326" y="5952"/>
                </a:lnTo>
                <a:lnTo>
                  <a:pt x="40277" y="6031"/>
                </a:lnTo>
                <a:lnTo>
                  <a:pt x="39998" y="6036"/>
                </a:lnTo>
                <a:lnTo>
                  <a:pt x="39994" y="5958"/>
                </a:lnTo>
                <a:cubicBezTo>
                  <a:pt x="39994" y="5958"/>
                  <a:pt x="39679" y="5962"/>
                  <a:pt x="39661" y="5968"/>
                </a:cubicBezTo>
                <a:cubicBezTo>
                  <a:pt x="39642" y="5972"/>
                  <a:pt x="39618" y="5829"/>
                  <a:pt x="39618" y="5829"/>
                </a:cubicBezTo>
                <a:lnTo>
                  <a:pt x="39405" y="5808"/>
                </a:lnTo>
                <a:lnTo>
                  <a:pt x="39385" y="5180"/>
                </a:lnTo>
                <a:lnTo>
                  <a:pt x="39008" y="5121"/>
                </a:lnTo>
                <a:lnTo>
                  <a:pt x="37529" y="5154"/>
                </a:lnTo>
                <a:lnTo>
                  <a:pt x="37494" y="4235"/>
                </a:lnTo>
                <a:lnTo>
                  <a:pt x="37388" y="4192"/>
                </a:lnTo>
                <a:lnTo>
                  <a:pt x="37382" y="3535"/>
                </a:lnTo>
                <a:lnTo>
                  <a:pt x="37314" y="3476"/>
                </a:lnTo>
                <a:lnTo>
                  <a:pt x="37324" y="3085"/>
                </a:lnTo>
                <a:lnTo>
                  <a:pt x="37020" y="2967"/>
                </a:lnTo>
                <a:cubicBezTo>
                  <a:pt x="37020" y="2967"/>
                  <a:pt x="37058" y="2154"/>
                  <a:pt x="36970" y="2021"/>
                </a:cubicBezTo>
                <a:cubicBezTo>
                  <a:pt x="36884" y="1888"/>
                  <a:pt x="36788" y="1913"/>
                  <a:pt x="36788" y="1913"/>
                </a:cubicBezTo>
                <a:cubicBezTo>
                  <a:pt x="36788" y="1913"/>
                  <a:pt x="36774" y="1880"/>
                  <a:pt x="36774" y="1801"/>
                </a:cubicBezTo>
                <a:cubicBezTo>
                  <a:pt x="36774" y="1719"/>
                  <a:pt x="36686" y="1528"/>
                  <a:pt x="36686" y="1528"/>
                </a:cubicBezTo>
                <a:cubicBezTo>
                  <a:pt x="36686" y="1528"/>
                  <a:pt x="36686" y="1473"/>
                  <a:pt x="36682" y="1408"/>
                </a:cubicBezTo>
                <a:lnTo>
                  <a:pt x="36209" y="1408"/>
                </a:lnTo>
                <a:lnTo>
                  <a:pt x="36183" y="1408"/>
                </a:lnTo>
                <a:lnTo>
                  <a:pt x="35182" y="1408"/>
                </a:lnTo>
                <a:cubicBezTo>
                  <a:pt x="35182" y="1442"/>
                  <a:pt x="35186" y="1469"/>
                  <a:pt x="35186" y="1469"/>
                </a:cubicBezTo>
                <a:cubicBezTo>
                  <a:pt x="35186" y="1469"/>
                  <a:pt x="35170" y="1479"/>
                  <a:pt x="35121" y="1518"/>
                </a:cubicBezTo>
                <a:cubicBezTo>
                  <a:pt x="35074" y="1561"/>
                  <a:pt x="35107" y="1796"/>
                  <a:pt x="35084" y="1811"/>
                </a:cubicBezTo>
                <a:cubicBezTo>
                  <a:pt x="35057" y="1827"/>
                  <a:pt x="35049" y="2003"/>
                  <a:pt x="35049" y="2003"/>
                </a:cubicBezTo>
                <a:cubicBezTo>
                  <a:pt x="35049" y="2003"/>
                  <a:pt x="34996" y="2042"/>
                  <a:pt x="34976" y="2062"/>
                </a:cubicBezTo>
                <a:cubicBezTo>
                  <a:pt x="34961" y="2083"/>
                  <a:pt x="34996" y="3024"/>
                  <a:pt x="34996" y="3024"/>
                </a:cubicBezTo>
                <a:lnTo>
                  <a:pt x="34552" y="3073"/>
                </a:lnTo>
                <a:lnTo>
                  <a:pt x="34605" y="5000"/>
                </a:lnTo>
                <a:lnTo>
                  <a:pt x="34129" y="4996"/>
                </a:lnTo>
                <a:lnTo>
                  <a:pt x="34108" y="5495"/>
                </a:lnTo>
                <a:lnTo>
                  <a:pt x="33965" y="5495"/>
                </a:lnTo>
                <a:lnTo>
                  <a:pt x="33971" y="6205"/>
                </a:lnTo>
                <a:lnTo>
                  <a:pt x="33891" y="6205"/>
                </a:lnTo>
                <a:lnTo>
                  <a:pt x="33852" y="4569"/>
                </a:lnTo>
                <a:lnTo>
                  <a:pt x="33634" y="4450"/>
                </a:lnTo>
                <a:lnTo>
                  <a:pt x="33634" y="4209"/>
                </a:lnTo>
                <a:lnTo>
                  <a:pt x="33472" y="4139"/>
                </a:lnTo>
                <a:lnTo>
                  <a:pt x="33398" y="3910"/>
                </a:lnTo>
                <a:lnTo>
                  <a:pt x="32874" y="3914"/>
                </a:lnTo>
                <a:lnTo>
                  <a:pt x="32840" y="4159"/>
                </a:lnTo>
                <a:lnTo>
                  <a:pt x="32291" y="4192"/>
                </a:lnTo>
                <a:lnTo>
                  <a:pt x="32122" y="4190"/>
                </a:lnTo>
                <a:lnTo>
                  <a:pt x="32122" y="3421"/>
                </a:lnTo>
                <a:lnTo>
                  <a:pt x="31428" y="3421"/>
                </a:lnTo>
                <a:lnTo>
                  <a:pt x="31428" y="2807"/>
                </a:lnTo>
                <a:lnTo>
                  <a:pt x="30344" y="2807"/>
                </a:lnTo>
                <a:lnTo>
                  <a:pt x="30344" y="3421"/>
                </a:lnTo>
                <a:lnTo>
                  <a:pt x="29652" y="3421"/>
                </a:lnTo>
                <a:lnTo>
                  <a:pt x="29652" y="2011"/>
                </a:lnTo>
                <a:lnTo>
                  <a:pt x="28026" y="2011"/>
                </a:lnTo>
                <a:lnTo>
                  <a:pt x="28026" y="915"/>
                </a:lnTo>
                <a:lnTo>
                  <a:pt x="26855" y="915"/>
                </a:lnTo>
                <a:lnTo>
                  <a:pt x="26855" y="497"/>
                </a:lnTo>
                <a:lnTo>
                  <a:pt x="25706" y="497"/>
                </a:lnTo>
                <a:lnTo>
                  <a:pt x="25706" y="0"/>
                </a:lnTo>
                <a:lnTo>
                  <a:pt x="24623" y="0"/>
                </a:lnTo>
                <a:lnTo>
                  <a:pt x="24623" y="497"/>
                </a:lnTo>
                <a:lnTo>
                  <a:pt x="24388" y="497"/>
                </a:lnTo>
                <a:lnTo>
                  <a:pt x="24388" y="915"/>
                </a:lnTo>
                <a:lnTo>
                  <a:pt x="24001" y="915"/>
                </a:lnTo>
                <a:lnTo>
                  <a:pt x="24001" y="1541"/>
                </a:lnTo>
                <a:lnTo>
                  <a:pt x="23064" y="1541"/>
                </a:lnTo>
                <a:lnTo>
                  <a:pt x="23064" y="3421"/>
                </a:lnTo>
                <a:lnTo>
                  <a:pt x="21829" y="3421"/>
                </a:lnTo>
                <a:lnTo>
                  <a:pt x="21829" y="6484"/>
                </a:lnTo>
                <a:lnTo>
                  <a:pt x="21544" y="6504"/>
                </a:lnTo>
                <a:lnTo>
                  <a:pt x="21540" y="5469"/>
                </a:lnTo>
                <a:lnTo>
                  <a:pt x="21094" y="5479"/>
                </a:lnTo>
                <a:lnTo>
                  <a:pt x="21069" y="4749"/>
                </a:lnTo>
                <a:lnTo>
                  <a:pt x="20235" y="4728"/>
                </a:lnTo>
                <a:lnTo>
                  <a:pt x="18283" y="4871"/>
                </a:lnTo>
                <a:lnTo>
                  <a:pt x="18279" y="5528"/>
                </a:lnTo>
                <a:lnTo>
                  <a:pt x="17195" y="5561"/>
                </a:lnTo>
                <a:lnTo>
                  <a:pt x="17168" y="5665"/>
                </a:lnTo>
                <a:lnTo>
                  <a:pt x="16900" y="5675"/>
                </a:lnTo>
                <a:lnTo>
                  <a:pt x="16886" y="5352"/>
                </a:lnTo>
                <a:lnTo>
                  <a:pt x="15615" y="5326"/>
                </a:lnTo>
                <a:lnTo>
                  <a:pt x="15024" y="5346"/>
                </a:lnTo>
                <a:lnTo>
                  <a:pt x="15018" y="5675"/>
                </a:lnTo>
                <a:lnTo>
                  <a:pt x="13931" y="5757"/>
                </a:lnTo>
                <a:lnTo>
                  <a:pt x="13935" y="6842"/>
                </a:lnTo>
                <a:lnTo>
                  <a:pt x="13387" y="6872"/>
                </a:lnTo>
                <a:lnTo>
                  <a:pt x="13381" y="7024"/>
                </a:lnTo>
                <a:lnTo>
                  <a:pt x="13248" y="7044"/>
                </a:lnTo>
                <a:lnTo>
                  <a:pt x="13238" y="7417"/>
                </a:lnTo>
                <a:lnTo>
                  <a:pt x="12959" y="7447"/>
                </a:lnTo>
                <a:lnTo>
                  <a:pt x="12910" y="7545"/>
                </a:lnTo>
                <a:lnTo>
                  <a:pt x="12407" y="7545"/>
                </a:lnTo>
                <a:lnTo>
                  <a:pt x="12031" y="7599"/>
                </a:lnTo>
                <a:lnTo>
                  <a:pt x="11998" y="7732"/>
                </a:lnTo>
                <a:lnTo>
                  <a:pt x="11443" y="7717"/>
                </a:lnTo>
                <a:lnTo>
                  <a:pt x="11413" y="7290"/>
                </a:lnTo>
                <a:lnTo>
                  <a:pt x="11157" y="7279"/>
                </a:lnTo>
                <a:lnTo>
                  <a:pt x="11108" y="6441"/>
                </a:lnTo>
                <a:lnTo>
                  <a:pt x="10637" y="6441"/>
                </a:lnTo>
                <a:lnTo>
                  <a:pt x="10637" y="5788"/>
                </a:lnTo>
                <a:lnTo>
                  <a:pt x="8350" y="5788"/>
                </a:lnTo>
                <a:lnTo>
                  <a:pt x="8338" y="5618"/>
                </a:lnTo>
                <a:lnTo>
                  <a:pt x="7376" y="5622"/>
                </a:lnTo>
                <a:lnTo>
                  <a:pt x="7356" y="5890"/>
                </a:lnTo>
                <a:lnTo>
                  <a:pt x="7088" y="5917"/>
                </a:lnTo>
                <a:lnTo>
                  <a:pt x="7098" y="6072"/>
                </a:lnTo>
                <a:lnTo>
                  <a:pt x="6942" y="6089"/>
                </a:lnTo>
                <a:lnTo>
                  <a:pt x="6932" y="6314"/>
                </a:lnTo>
                <a:lnTo>
                  <a:pt x="6488" y="6347"/>
                </a:lnTo>
                <a:lnTo>
                  <a:pt x="6488" y="6512"/>
                </a:lnTo>
                <a:lnTo>
                  <a:pt x="6365" y="6529"/>
                </a:lnTo>
                <a:lnTo>
                  <a:pt x="6335" y="8630"/>
                </a:lnTo>
                <a:lnTo>
                  <a:pt x="5960" y="8620"/>
                </a:lnTo>
                <a:lnTo>
                  <a:pt x="5985" y="7689"/>
                </a:lnTo>
                <a:lnTo>
                  <a:pt x="5660" y="7668"/>
                </a:lnTo>
                <a:lnTo>
                  <a:pt x="5635" y="7562"/>
                </a:lnTo>
                <a:lnTo>
                  <a:pt x="5187" y="7562"/>
                </a:lnTo>
                <a:lnTo>
                  <a:pt x="5177" y="7664"/>
                </a:lnTo>
                <a:lnTo>
                  <a:pt x="4665" y="7664"/>
                </a:lnTo>
                <a:lnTo>
                  <a:pt x="4651" y="7513"/>
                </a:lnTo>
                <a:lnTo>
                  <a:pt x="4037" y="7523"/>
                </a:lnTo>
                <a:lnTo>
                  <a:pt x="3978" y="9430"/>
                </a:lnTo>
                <a:lnTo>
                  <a:pt x="3740" y="9426"/>
                </a:lnTo>
                <a:lnTo>
                  <a:pt x="3740" y="5788"/>
                </a:lnTo>
                <a:lnTo>
                  <a:pt x="1275" y="5788"/>
                </a:lnTo>
                <a:lnTo>
                  <a:pt x="1275" y="10365"/>
                </a:lnTo>
                <a:lnTo>
                  <a:pt x="1" y="10365"/>
                </a:lnTo>
                <a:lnTo>
                  <a:pt x="1" y="13031"/>
                </a:lnTo>
                <a:lnTo>
                  <a:pt x="49131" y="13031"/>
                </a:lnTo>
                <a:lnTo>
                  <a:pt x="49131" y="6717"/>
                </a:lnTo>
                <a:close/>
              </a:path>
            </a:pathLst>
          </a:custGeom>
          <a:solidFill>
            <a:srgbClr val="723A3A">
              <a:alpha val="28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71" name="Google Shape;19971;p19"/>
          <p:cNvSpPr/>
          <p:nvPr/>
        </p:nvSpPr>
        <p:spPr>
          <a:xfrm>
            <a:off x="8370650" y="3405675"/>
            <a:ext cx="3160047" cy="838121"/>
          </a:xfrm>
          <a:custGeom>
            <a:avLst/>
            <a:gdLst/>
            <a:ahLst/>
            <a:cxnLst/>
            <a:rect l="l" t="t" r="r" b="b"/>
            <a:pathLst>
              <a:path w="49132" h="13031" extrusionOk="0">
                <a:moveTo>
                  <a:pt x="49113" y="6717"/>
                </a:moveTo>
                <a:lnTo>
                  <a:pt x="49064" y="4526"/>
                </a:lnTo>
                <a:lnTo>
                  <a:pt x="48403" y="4526"/>
                </a:lnTo>
                <a:lnTo>
                  <a:pt x="48358" y="4360"/>
                </a:lnTo>
                <a:lnTo>
                  <a:pt x="48266" y="4325"/>
                </a:lnTo>
                <a:lnTo>
                  <a:pt x="46840" y="4325"/>
                </a:lnTo>
                <a:lnTo>
                  <a:pt x="46807" y="2398"/>
                </a:lnTo>
                <a:lnTo>
                  <a:pt x="46695" y="2240"/>
                </a:lnTo>
                <a:lnTo>
                  <a:pt x="46122" y="2030"/>
                </a:lnTo>
                <a:lnTo>
                  <a:pt x="44630" y="2062"/>
                </a:lnTo>
                <a:lnTo>
                  <a:pt x="44413" y="2238"/>
                </a:lnTo>
                <a:lnTo>
                  <a:pt x="44407" y="4223"/>
                </a:lnTo>
                <a:lnTo>
                  <a:pt x="43366" y="4223"/>
                </a:lnTo>
                <a:lnTo>
                  <a:pt x="43346" y="4773"/>
                </a:lnTo>
                <a:lnTo>
                  <a:pt x="42742" y="4773"/>
                </a:lnTo>
                <a:lnTo>
                  <a:pt x="42722" y="4274"/>
                </a:lnTo>
                <a:lnTo>
                  <a:pt x="42629" y="4249"/>
                </a:lnTo>
                <a:lnTo>
                  <a:pt x="42593" y="4110"/>
                </a:lnTo>
                <a:lnTo>
                  <a:pt x="42149" y="4106"/>
                </a:lnTo>
                <a:lnTo>
                  <a:pt x="42134" y="4229"/>
                </a:lnTo>
                <a:lnTo>
                  <a:pt x="42042" y="4239"/>
                </a:lnTo>
                <a:cubicBezTo>
                  <a:pt x="42042" y="4239"/>
                  <a:pt x="42036" y="4452"/>
                  <a:pt x="42036" y="4479"/>
                </a:cubicBezTo>
                <a:cubicBezTo>
                  <a:pt x="42036" y="4507"/>
                  <a:pt x="41181" y="4505"/>
                  <a:pt x="41181" y="4505"/>
                </a:cubicBezTo>
                <a:lnTo>
                  <a:pt x="41132" y="5242"/>
                </a:lnTo>
                <a:lnTo>
                  <a:pt x="40721" y="5252"/>
                </a:lnTo>
                <a:lnTo>
                  <a:pt x="40710" y="5657"/>
                </a:lnTo>
                <a:lnTo>
                  <a:pt x="40622" y="5653"/>
                </a:lnTo>
                <a:lnTo>
                  <a:pt x="40590" y="5948"/>
                </a:lnTo>
                <a:lnTo>
                  <a:pt x="40326" y="5952"/>
                </a:lnTo>
                <a:lnTo>
                  <a:pt x="40277" y="6031"/>
                </a:lnTo>
                <a:lnTo>
                  <a:pt x="39998" y="6036"/>
                </a:lnTo>
                <a:lnTo>
                  <a:pt x="39994" y="5958"/>
                </a:lnTo>
                <a:cubicBezTo>
                  <a:pt x="39994" y="5958"/>
                  <a:pt x="39679" y="5962"/>
                  <a:pt x="39661" y="5968"/>
                </a:cubicBezTo>
                <a:cubicBezTo>
                  <a:pt x="39642" y="5972"/>
                  <a:pt x="39618" y="5829"/>
                  <a:pt x="39618" y="5829"/>
                </a:cubicBezTo>
                <a:lnTo>
                  <a:pt x="39405" y="5808"/>
                </a:lnTo>
                <a:lnTo>
                  <a:pt x="39385" y="5180"/>
                </a:lnTo>
                <a:lnTo>
                  <a:pt x="39008" y="5121"/>
                </a:lnTo>
                <a:lnTo>
                  <a:pt x="37529" y="5154"/>
                </a:lnTo>
                <a:lnTo>
                  <a:pt x="37494" y="4235"/>
                </a:lnTo>
                <a:lnTo>
                  <a:pt x="37388" y="4192"/>
                </a:lnTo>
                <a:lnTo>
                  <a:pt x="37382" y="3535"/>
                </a:lnTo>
                <a:lnTo>
                  <a:pt x="37314" y="3476"/>
                </a:lnTo>
                <a:lnTo>
                  <a:pt x="37324" y="3085"/>
                </a:lnTo>
                <a:lnTo>
                  <a:pt x="37020" y="2967"/>
                </a:lnTo>
                <a:cubicBezTo>
                  <a:pt x="37020" y="2967"/>
                  <a:pt x="37058" y="2154"/>
                  <a:pt x="36970" y="2021"/>
                </a:cubicBezTo>
                <a:cubicBezTo>
                  <a:pt x="36884" y="1888"/>
                  <a:pt x="36788" y="1913"/>
                  <a:pt x="36788" y="1913"/>
                </a:cubicBezTo>
                <a:cubicBezTo>
                  <a:pt x="36788" y="1913"/>
                  <a:pt x="36774" y="1880"/>
                  <a:pt x="36774" y="1801"/>
                </a:cubicBezTo>
                <a:cubicBezTo>
                  <a:pt x="36774" y="1719"/>
                  <a:pt x="36686" y="1528"/>
                  <a:pt x="36686" y="1528"/>
                </a:cubicBezTo>
                <a:cubicBezTo>
                  <a:pt x="36686" y="1528"/>
                  <a:pt x="36686" y="1473"/>
                  <a:pt x="36682" y="1408"/>
                </a:cubicBezTo>
                <a:lnTo>
                  <a:pt x="36209" y="1408"/>
                </a:lnTo>
                <a:lnTo>
                  <a:pt x="36183" y="1408"/>
                </a:lnTo>
                <a:lnTo>
                  <a:pt x="35182" y="1408"/>
                </a:lnTo>
                <a:cubicBezTo>
                  <a:pt x="35182" y="1442"/>
                  <a:pt x="35186" y="1469"/>
                  <a:pt x="35186" y="1469"/>
                </a:cubicBezTo>
                <a:cubicBezTo>
                  <a:pt x="35186" y="1469"/>
                  <a:pt x="35170" y="1479"/>
                  <a:pt x="35121" y="1518"/>
                </a:cubicBezTo>
                <a:cubicBezTo>
                  <a:pt x="35074" y="1561"/>
                  <a:pt x="35107" y="1796"/>
                  <a:pt x="35084" y="1811"/>
                </a:cubicBezTo>
                <a:cubicBezTo>
                  <a:pt x="35057" y="1827"/>
                  <a:pt x="35049" y="2003"/>
                  <a:pt x="35049" y="2003"/>
                </a:cubicBezTo>
                <a:cubicBezTo>
                  <a:pt x="35049" y="2003"/>
                  <a:pt x="34996" y="2042"/>
                  <a:pt x="34976" y="2062"/>
                </a:cubicBezTo>
                <a:cubicBezTo>
                  <a:pt x="34961" y="2083"/>
                  <a:pt x="34996" y="3024"/>
                  <a:pt x="34996" y="3024"/>
                </a:cubicBezTo>
                <a:lnTo>
                  <a:pt x="34552" y="3073"/>
                </a:lnTo>
                <a:lnTo>
                  <a:pt x="34605" y="5000"/>
                </a:lnTo>
                <a:lnTo>
                  <a:pt x="34129" y="4996"/>
                </a:lnTo>
                <a:lnTo>
                  <a:pt x="34108" y="5495"/>
                </a:lnTo>
                <a:lnTo>
                  <a:pt x="33965" y="5495"/>
                </a:lnTo>
                <a:lnTo>
                  <a:pt x="33971" y="6205"/>
                </a:lnTo>
                <a:lnTo>
                  <a:pt x="33891" y="6205"/>
                </a:lnTo>
                <a:lnTo>
                  <a:pt x="33852" y="4569"/>
                </a:lnTo>
                <a:lnTo>
                  <a:pt x="33634" y="4450"/>
                </a:lnTo>
                <a:lnTo>
                  <a:pt x="33634" y="4209"/>
                </a:lnTo>
                <a:lnTo>
                  <a:pt x="33472" y="4139"/>
                </a:lnTo>
                <a:lnTo>
                  <a:pt x="33398" y="3910"/>
                </a:lnTo>
                <a:lnTo>
                  <a:pt x="32874" y="3914"/>
                </a:lnTo>
                <a:lnTo>
                  <a:pt x="32840" y="4159"/>
                </a:lnTo>
                <a:lnTo>
                  <a:pt x="32291" y="4192"/>
                </a:lnTo>
                <a:lnTo>
                  <a:pt x="32122" y="4190"/>
                </a:lnTo>
                <a:lnTo>
                  <a:pt x="32122" y="3421"/>
                </a:lnTo>
                <a:lnTo>
                  <a:pt x="31428" y="3421"/>
                </a:lnTo>
                <a:lnTo>
                  <a:pt x="31428" y="2807"/>
                </a:lnTo>
                <a:lnTo>
                  <a:pt x="30344" y="2807"/>
                </a:lnTo>
                <a:lnTo>
                  <a:pt x="30344" y="3421"/>
                </a:lnTo>
                <a:lnTo>
                  <a:pt x="29652" y="3421"/>
                </a:lnTo>
                <a:lnTo>
                  <a:pt x="29652" y="2011"/>
                </a:lnTo>
                <a:lnTo>
                  <a:pt x="28026" y="2011"/>
                </a:lnTo>
                <a:lnTo>
                  <a:pt x="28026" y="915"/>
                </a:lnTo>
                <a:lnTo>
                  <a:pt x="26855" y="915"/>
                </a:lnTo>
                <a:lnTo>
                  <a:pt x="26855" y="497"/>
                </a:lnTo>
                <a:lnTo>
                  <a:pt x="25706" y="497"/>
                </a:lnTo>
                <a:lnTo>
                  <a:pt x="25706" y="0"/>
                </a:lnTo>
                <a:lnTo>
                  <a:pt x="24623" y="0"/>
                </a:lnTo>
                <a:lnTo>
                  <a:pt x="24623" y="497"/>
                </a:lnTo>
                <a:lnTo>
                  <a:pt x="24388" y="497"/>
                </a:lnTo>
                <a:lnTo>
                  <a:pt x="24388" y="915"/>
                </a:lnTo>
                <a:lnTo>
                  <a:pt x="24001" y="915"/>
                </a:lnTo>
                <a:lnTo>
                  <a:pt x="24001" y="1541"/>
                </a:lnTo>
                <a:lnTo>
                  <a:pt x="23064" y="1541"/>
                </a:lnTo>
                <a:lnTo>
                  <a:pt x="23064" y="3421"/>
                </a:lnTo>
                <a:lnTo>
                  <a:pt x="21829" y="3421"/>
                </a:lnTo>
                <a:lnTo>
                  <a:pt x="21829" y="6484"/>
                </a:lnTo>
                <a:lnTo>
                  <a:pt x="21544" y="6504"/>
                </a:lnTo>
                <a:lnTo>
                  <a:pt x="21540" y="5469"/>
                </a:lnTo>
                <a:lnTo>
                  <a:pt x="21094" y="5479"/>
                </a:lnTo>
                <a:lnTo>
                  <a:pt x="21069" y="4749"/>
                </a:lnTo>
                <a:lnTo>
                  <a:pt x="20235" y="4728"/>
                </a:lnTo>
                <a:lnTo>
                  <a:pt x="18283" y="4871"/>
                </a:lnTo>
                <a:lnTo>
                  <a:pt x="18279" y="5528"/>
                </a:lnTo>
                <a:lnTo>
                  <a:pt x="17195" y="5561"/>
                </a:lnTo>
                <a:lnTo>
                  <a:pt x="17168" y="5665"/>
                </a:lnTo>
                <a:lnTo>
                  <a:pt x="16900" y="5675"/>
                </a:lnTo>
                <a:lnTo>
                  <a:pt x="16886" y="5352"/>
                </a:lnTo>
                <a:lnTo>
                  <a:pt x="15615" y="5326"/>
                </a:lnTo>
                <a:lnTo>
                  <a:pt x="15024" y="5346"/>
                </a:lnTo>
                <a:lnTo>
                  <a:pt x="15018" y="5675"/>
                </a:lnTo>
                <a:lnTo>
                  <a:pt x="13931" y="5757"/>
                </a:lnTo>
                <a:lnTo>
                  <a:pt x="13935" y="6842"/>
                </a:lnTo>
                <a:lnTo>
                  <a:pt x="13387" y="6872"/>
                </a:lnTo>
                <a:lnTo>
                  <a:pt x="13381" y="7024"/>
                </a:lnTo>
                <a:lnTo>
                  <a:pt x="13248" y="7044"/>
                </a:lnTo>
                <a:lnTo>
                  <a:pt x="13238" y="7417"/>
                </a:lnTo>
                <a:lnTo>
                  <a:pt x="12959" y="7447"/>
                </a:lnTo>
                <a:lnTo>
                  <a:pt x="12910" y="7545"/>
                </a:lnTo>
                <a:lnTo>
                  <a:pt x="12407" y="7545"/>
                </a:lnTo>
                <a:lnTo>
                  <a:pt x="12031" y="7599"/>
                </a:lnTo>
                <a:lnTo>
                  <a:pt x="11998" y="7732"/>
                </a:lnTo>
                <a:lnTo>
                  <a:pt x="11443" y="7717"/>
                </a:lnTo>
                <a:lnTo>
                  <a:pt x="11413" y="7290"/>
                </a:lnTo>
                <a:lnTo>
                  <a:pt x="11157" y="7279"/>
                </a:lnTo>
                <a:lnTo>
                  <a:pt x="11108" y="6441"/>
                </a:lnTo>
                <a:lnTo>
                  <a:pt x="10637" y="6441"/>
                </a:lnTo>
                <a:lnTo>
                  <a:pt x="10637" y="5788"/>
                </a:lnTo>
                <a:lnTo>
                  <a:pt x="8350" y="5788"/>
                </a:lnTo>
                <a:lnTo>
                  <a:pt x="8338" y="5618"/>
                </a:lnTo>
                <a:lnTo>
                  <a:pt x="7376" y="5622"/>
                </a:lnTo>
                <a:lnTo>
                  <a:pt x="7356" y="5890"/>
                </a:lnTo>
                <a:lnTo>
                  <a:pt x="7088" y="5917"/>
                </a:lnTo>
                <a:lnTo>
                  <a:pt x="7098" y="6072"/>
                </a:lnTo>
                <a:lnTo>
                  <a:pt x="6942" y="6089"/>
                </a:lnTo>
                <a:lnTo>
                  <a:pt x="6932" y="6314"/>
                </a:lnTo>
                <a:lnTo>
                  <a:pt x="6488" y="6347"/>
                </a:lnTo>
                <a:lnTo>
                  <a:pt x="6488" y="6512"/>
                </a:lnTo>
                <a:lnTo>
                  <a:pt x="6365" y="6529"/>
                </a:lnTo>
                <a:lnTo>
                  <a:pt x="6335" y="8630"/>
                </a:lnTo>
                <a:lnTo>
                  <a:pt x="5960" y="8620"/>
                </a:lnTo>
                <a:lnTo>
                  <a:pt x="5985" y="7689"/>
                </a:lnTo>
                <a:lnTo>
                  <a:pt x="5660" y="7668"/>
                </a:lnTo>
                <a:lnTo>
                  <a:pt x="5635" y="7562"/>
                </a:lnTo>
                <a:lnTo>
                  <a:pt x="5187" y="7562"/>
                </a:lnTo>
                <a:lnTo>
                  <a:pt x="5177" y="7664"/>
                </a:lnTo>
                <a:lnTo>
                  <a:pt x="4665" y="7664"/>
                </a:lnTo>
                <a:lnTo>
                  <a:pt x="4651" y="7513"/>
                </a:lnTo>
                <a:lnTo>
                  <a:pt x="4037" y="7523"/>
                </a:lnTo>
                <a:lnTo>
                  <a:pt x="3978" y="9430"/>
                </a:lnTo>
                <a:lnTo>
                  <a:pt x="3740" y="9426"/>
                </a:lnTo>
                <a:lnTo>
                  <a:pt x="3740" y="5788"/>
                </a:lnTo>
                <a:lnTo>
                  <a:pt x="1275" y="5788"/>
                </a:lnTo>
                <a:lnTo>
                  <a:pt x="1275" y="10365"/>
                </a:lnTo>
                <a:lnTo>
                  <a:pt x="1" y="10365"/>
                </a:lnTo>
                <a:lnTo>
                  <a:pt x="1" y="13031"/>
                </a:lnTo>
                <a:lnTo>
                  <a:pt x="49131" y="13031"/>
                </a:lnTo>
                <a:lnTo>
                  <a:pt x="49131" y="6717"/>
                </a:lnTo>
                <a:close/>
              </a:path>
            </a:pathLst>
          </a:custGeom>
          <a:solidFill>
            <a:srgbClr val="723A3A">
              <a:alpha val="28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2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2" name="Google Shape;21192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1193" name="Google Shape;21193;p21"/>
          <p:cNvSpPr txBox="1">
            <a:spLocks noGrp="1"/>
          </p:cNvSpPr>
          <p:nvPr>
            <p:ph type="subTitle" idx="1"/>
          </p:nvPr>
        </p:nvSpPr>
        <p:spPr>
          <a:xfrm>
            <a:off x="720000" y="1710151"/>
            <a:ext cx="1986000" cy="10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1194" name="Google Shape;21194;p21"/>
          <p:cNvSpPr txBox="1">
            <a:spLocks noGrp="1"/>
          </p:cNvSpPr>
          <p:nvPr>
            <p:ph type="subTitle" idx="2"/>
          </p:nvPr>
        </p:nvSpPr>
        <p:spPr>
          <a:xfrm>
            <a:off x="3350401" y="1710151"/>
            <a:ext cx="1986000" cy="10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1195" name="Google Shape;21195;p21"/>
          <p:cNvSpPr txBox="1">
            <a:spLocks noGrp="1"/>
          </p:cNvSpPr>
          <p:nvPr>
            <p:ph type="subTitle" idx="3"/>
          </p:nvPr>
        </p:nvSpPr>
        <p:spPr>
          <a:xfrm>
            <a:off x="720000" y="3516650"/>
            <a:ext cx="1986000" cy="10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1196" name="Google Shape;21196;p21"/>
          <p:cNvSpPr txBox="1">
            <a:spLocks noGrp="1"/>
          </p:cNvSpPr>
          <p:nvPr>
            <p:ph type="subTitle" idx="4"/>
          </p:nvPr>
        </p:nvSpPr>
        <p:spPr>
          <a:xfrm>
            <a:off x="3350401" y="3516650"/>
            <a:ext cx="1986000" cy="10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1197" name="Google Shape;21197;p21"/>
          <p:cNvSpPr txBox="1">
            <a:spLocks noGrp="1"/>
          </p:cNvSpPr>
          <p:nvPr>
            <p:ph type="subTitle" idx="5"/>
          </p:nvPr>
        </p:nvSpPr>
        <p:spPr>
          <a:xfrm>
            <a:off x="5980799" y="1710151"/>
            <a:ext cx="1986000" cy="10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1198" name="Google Shape;21198;p21"/>
          <p:cNvSpPr txBox="1">
            <a:spLocks noGrp="1"/>
          </p:cNvSpPr>
          <p:nvPr>
            <p:ph type="subTitle" idx="6"/>
          </p:nvPr>
        </p:nvSpPr>
        <p:spPr>
          <a:xfrm>
            <a:off x="5980799" y="3516650"/>
            <a:ext cx="1986000" cy="10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21199" name="Google Shape;21199;p21"/>
          <p:cNvSpPr txBox="1">
            <a:spLocks noGrp="1"/>
          </p:cNvSpPr>
          <p:nvPr>
            <p:ph type="subTitle" idx="7"/>
          </p:nvPr>
        </p:nvSpPr>
        <p:spPr>
          <a:xfrm>
            <a:off x="723905" y="1336263"/>
            <a:ext cx="197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200" name="Google Shape;21200;p21"/>
          <p:cNvSpPr txBox="1">
            <a:spLocks noGrp="1"/>
          </p:cNvSpPr>
          <p:nvPr>
            <p:ph type="subTitle" idx="8"/>
          </p:nvPr>
        </p:nvSpPr>
        <p:spPr>
          <a:xfrm>
            <a:off x="3354302" y="1336263"/>
            <a:ext cx="197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201" name="Google Shape;21201;p21"/>
          <p:cNvSpPr txBox="1">
            <a:spLocks noGrp="1"/>
          </p:cNvSpPr>
          <p:nvPr>
            <p:ph type="subTitle" idx="9"/>
          </p:nvPr>
        </p:nvSpPr>
        <p:spPr>
          <a:xfrm>
            <a:off x="5984695" y="1336263"/>
            <a:ext cx="197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202" name="Google Shape;21202;p21"/>
          <p:cNvSpPr txBox="1">
            <a:spLocks noGrp="1"/>
          </p:cNvSpPr>
          <p:nvPr>
            <p:ph type="subTitle" idx="13"/>
          </p:nvPr>
        </p:nvSpPr>
        <p:spPr>
          <a:xfrm>
            <a:off x="723905" y="3139550"/>
            <a:ext cx="197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203" name="Google Shape;21203;p21"/>
          <p:cNvSpPr txBox="1">
            <a:spLocks noGrp="1"/>
          </p:cNvSpPr>
          <p:nvPr>
            <p:ph type="subTitle" idx="14"/>
          </p:nvPr>
        </p:nvSpPr>
        <p:spPr>
          <a:xfrm>
            <a:off x="3354302" y="3139550"/>
            <a:ext cx="197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204" name="Google Shape;21204;p21"/>
          <p:cNvSpPr txBox="1">
            <a:spLocks noGrp="1"/>
          </p:cNvSpPr>
          <p:nvPr>
            <p:ph type="subTitle" idx="15"/>
          </p:nvPr>
        </p:nvSpPr>
        <p:spPr>
          <a:xfrm>
            <a:off x="5984695" y="3139550"/>
            <a:ext cx="1978200" cy="3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8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205" name="Google Shape;21205;p21"/>
          <p:cNvSpPr/>
          <p:nvPr/>
        </p:nvSpPr>
        <p:spPr>
          <a:xfrm>
            <a:off x="-15250" y="4831200"/>
            <a:ext cx="9183300" cy="377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206" name="Google Shape;21206;p21"/>
          <p:cNvGrpSpPr/>
          <p:nvPr/>
        </p:nvGrpSpPr>
        <p:grpSpPr>
          <a:xfrm>
            <a:off x="159" y="78992"/>
            <a:ext cx="9183344" cy="5139336"/>
            <a:chOff x="4872350" y="903875"/>
            <a:chExt cx="1317175" cy="737150"/>
          </a:xfrm>
        </p:grpSpPr>
        <p:sp>
          <p:nvSpPr>
            <p:cNvPr id="21207" name="Google Shape;21207;p21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8" name="Google Shape;21208;p21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9" name="Google Shape;21209;p21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0" name="Google Shape;21210;p21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1" name="Google Shape;21211;p21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2" name="Google Shape;21212;p21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3" name="Google Shape;21213;p21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4" name="Google Shape;21214;p21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5" name="Google Shape;21215;p21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6" name="Google Shape;21216;p21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7" name="Google Shape;21217;p21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8" name="Google Shape;21218;p21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9" name="Google Shape;21219;p21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0" name="Google Shape;21220;p21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1" name="Google Shape;21221;p21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2" name="Google Shape;21222;p21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3" name="Google Shape;21223;p21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4" name="Google Shape;21224;p21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5" name="Google Shape;21225;p21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6" name="Google Shape;21226;p21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7" name="Google Shape;21227;p21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8" name="Google Shape;21228;p21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9" name="Google Shape;21229;p21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0" name="Google Shape;21230;p21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1" name="Google Shape;21231;p21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2" name="Google Shape;21232;p21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3" name="Google Shape;21233;p21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4" name="Google Shape;21234;p21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5" name="Google Shape;21235;p21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6" name="Google Shape;21236;p21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7" name="Google Shape;21237;p21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8" name="Google Shape;21238;p21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9" name="Google Shape;21239;p21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0" name="Google Shape;21240;p21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1" name="Google Shape;21241;p21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2" name="Google Shape;21242;p21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3" name="Google Shape;21243;p21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4" name="Google Shape;21244;p21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5" name="Google Shape;21245;p21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6" name="Google Shape;21246;p21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7" name="Google Shape;21247;p21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8" name="Google Shape;21248;p21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9" name="Google Shape;21249;p21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0" name="Google Shape;21250;p21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1" name="Google Shape;21251;p21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2" name="Google Shape;21252;p21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3" name="Google Shape;21253;p21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4" name="Google Shape;21254;p21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5" name="Google Shape;21255;p21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6" name="Google Shape;21256;p21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7" name="Google Shape;21257;p21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8" name="Google Shape;21258;p21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9" name="Google Shape;21259;p21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0" name="Google Shape;21260;p21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1" name="Google Shape;21261;p21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2" name="Google Shape;21262;p21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3" name="Google Shape;21263;p21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4" name="Google Shape;21264;p21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5" name="Google Shape;21265;p21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6" name="Google Shape;21266;p21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7" name="Google Shape;21267;p21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8" name="Google Shape;21268;p21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9" name="Google Shape;21269;p21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0" name="Google Shape;21270;p21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1" name="Google Shape;21271;p21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2" name="Google Shape;21272;p21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3" name="Google Shape;21273;p21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4" name="Google Shape;21274;p21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5" name="Google Shape;21275;p21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6" name="Google Shape;21276;p21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7" name="Google Shape;21277;p21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8" name="Google Shape;21278;p21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9" name="Google Shape;21279;p21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0" name="Google Shape;21280;p21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1" name="Google Shape;21281;p21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2" name="Google Shape;21282;p21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3" name="Google Shape;21283;p21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4" name="Google Shape;21284;p21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5" name="Google Shape;21285;p21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6" name="Google Shape;21286;p21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7" name="Google Shape;21287;p21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8" name="Google Shape;21288;p21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9" name="Google Shape;21289;p21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0" name="Google Shape;21290;p21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1" name="Google Shape;21291;p21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2" name="Google Shape;21292;p21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3" name="Google Shape;21293;p21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4" name="Google Shape;21294;p21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5" name="Google Shape;21295;p21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6" name="Google Shape;21296;p21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7" name="Google Shape;21297;p21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8" name="Google Shape;21298;p21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9" name="Google Shape;21299;p21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0" name="Google Shape;21300;p21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1" name="Google Shape;21301;p21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2" name="Google Shape;21302;p21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3" name="Google Shape;21303;p21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4" name="Google Shape;21304;p21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5" name="Google Shape;21305;p21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6" name="Google Shape;21306;p21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7" name="Google Shape;21307;p21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8" name="Google Shape;21308;p21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9" name="Google Shape;21309;p21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0" name="Google Shape;21310;p21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1" name="Google Shape;21311;p21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2" name="Google Shape;21312;p21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3" name="Google Shape;21313;p21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4" name="Google Shape;21314;p21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5" name="Google Shape;21315;p21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6" name="Google Shape;21316;p21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7" name="Google Shape;21317;p21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8" name="Google Shape;21318;p21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9" name="Google Shape;21319;p21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0" name="Google Shape;21320;p21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1" name="Google Shape;21321;p21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2" name="Google Shape;21322;p21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3" name="Google Shape;21323;p21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4" name="Google Shape;21324;p21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5" name="Google Shape;21325;p21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6" name="Google Shape;21326;p21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7" name="Google Shape;21327;p21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8" name="Google Shape;21328;p21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9" name="Google Shape;21329;p21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0" name="Google Shape;21330;p21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1" name="Google Shape;21331;p21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2" name="Google Shape;21332;p21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3" name="Google Shape;21333;p21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4" name="Google Shape;21334;p21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5" name="Google Shape;21335;p21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6" name="Google Shape;21336;p21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7" name="Google Shape;21337;p21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8" name="Google Shape;21338;p21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9" name="Google Shape;21339;p21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0" name="Google Shape;21340;p21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1" name="Google Shape;21341;p21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2" name="Google Shape;21342;p21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3" name="Google Shape;21343;p21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4" name="Google Shape;21344;p21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5" name="Google Shape;21345;p21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6" name="Google Shape;21346;p21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7" name="Google Shape;21347;p21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8" name="Google Shape;21348;p21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9" name="Google Shape;21349;p21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0" name="Google Shape;21350;p21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1" name="Google Shape;21351;p21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2" name="Google Shape;21352;p21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3" name="Google Shape;21353;p21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4" name="Google Shape;21354;p21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5" name="Google Shape;21355;p21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6" name="Google Shape;21356;p21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7" name="Google Shape;21357;p21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8" name="Google Shape;21358;p21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9" name="Google Shape;21359;p21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0" name="Google Shape;21360;p21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1" name="Google Shape;21361;p21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2" name="Google Shape;21362;p21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3" name="Google Shape;21363;p21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4" name="Google Shape;21364;p21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5" name="Google Shape;21365;p21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6" name="Google Shape;21366;p21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7" name="Google Shape;21367;p21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8" name="Google Shape;21368;p21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9" name="Google Shape;21369;p21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0" name="Google Shape;21370;p21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1" name="Google Shape;21371;p21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2" name="Google Shape;21372;p21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3" name="Google Shape;21373;p21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4" name="Google Shape;21374;p21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5" name="Google Shape;21375;p21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6" name="Google Shape;21376;p21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7" name="Google Shape;21377;p21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8" name="Google Shape;21378;p21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9" name="Google Shape;21379;p21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0" name="Google Shape;21380;p21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1" name="Google Shape;21381;p21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2" name="Google Shape;21382;p21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3" name="Google Shape;21383;p21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4" name="Google Shape;21384;p21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5" name="Google Shape;21385;p21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6" name="Google Shape;21386;p21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7" name="Google Shape;21387;p21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8" name="Google Shape;21388;p21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9" name="Google Shape;21389;p21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0" name="Google Shape;21390;p21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1" name="Google Shape;21391;p21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2" name="Google Shape;21392;p21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3" name="Google Shape;21393;p21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4" name="Google Shape;21394;p21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5" name="Google Shape;21395;p21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6" name="Google Shape;21396;p21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7" name="Google Shape;21397;p21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8" name="Google Shape;21398;p21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9" name="Google Shape;21399;p21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0" name="Google Shape;21400;p21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1" name="Google Shape;21401;p21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2" name="Google Shape;21402;p21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3" name="Google Shape;21403;p21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4" name="Google Shape;21404;p21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5" name="Google Shape;21405;p21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6" name="Google Shape;21406;p21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7" name="Google Shape;21407;p21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8" name="Google Shape;21408;p21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9" name="Google Shape;21409;p21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0" name="Google Shape;21410;p21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1" name="Google Shape;21411;p21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2" name="Google Shape;21412;p21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3" name="Google Shape;21413;p21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4" name="Google Shape;21414;p21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5" name="Google Shape;21415;p21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6" name="Google Shape;21416;p21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7" name="Google Shape;21417;p21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8" name="Google Shape;21418;p21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9" name="Google Shape;21419;p21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0" name="Google Shape;21420;p21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1" name="Google Shape;21421;p21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2" name="Google Shape;21422;p21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3" name="Google Shape;21423;p21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4" name="Google Shape;21424;p21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5" name="Google Shape;21425;p21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6" name="Google Shape;21426;p21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7" name="Google Shape;21427;p21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8" name="Google Shape;21428;p21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9" name="Google Shape;21429;p21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0" name="Google Shape;21430;p21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1" name="Google Shape;21431;p21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2" name="Google Shape;21432;p21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3" name="Google Shape;21433;p21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4" name="Google Shape;21434;p21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5" name="Google Shape;21435;p21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6" name="Google Shape;21436;p21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7" name="Google Shape;21437;p21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8" name="Google Shape;21438;p21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9" name="Google Shape;21439;p21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0" name="Google Shape;21440;p21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1" name="Google Shape;21441;p21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2" name="Google Shape;21442;p21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3" name="Google Shape;21443;p21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4" name="Google Shape;21444;p21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5" name="Google Shape;21445;p21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6" name="Google Shape;21446;p21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7" name="Google Shape;21447;p21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8" name="Google Shape;21448;p21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9" name="Google Shape;21449;p21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0" name="Google Shape;21450;p21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1" name="Google Shape;21451;p21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2" name="Google Shape;21452;p21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3" name="Google Shape;21453;p21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4" name="Google Shape;21454;p21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5" name="Google Shape;21455;p21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6" name="Google Shape;21456;p21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7" name="Google Shape;21457;p21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8" name="Google Shape;21458;p21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9" name="Google Shape;21459;p21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0" name="Google Shape;21460;p21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1" name="Google Shape;21461;p21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2" name="Google Shape;21462;p21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3" name="Google Shape;21463;p21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4" name="Google Shape;21464;p21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5" name="Google Shape;21465;p21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6" name="Google Shape;21466;p21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7" name="Google Shape;21467;p21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8" name="Google Shape;21468;p21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9" name="Google Shape;21469;p21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0" name="Google Shape;21470;p21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1" name="Google Shape;21471;p21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2" name="Google Shape;21472;p21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3" name="Google Shape;21473;p21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4" name="Google Shape;21474;p21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5" name="Google Shape;21475;p21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6" name="Google Shape;21476;p21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7" name="Google Shape;21477;p21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8" name="Google Shape;21478;p21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9" name="Google Shape;21479;p21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0" name="Google Shape;21480;p21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1" name="Google Shape;21481;p21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2" name="Google Shape;21482;p21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3" name="Google Shape;21483;p21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4" name="Google Shape;21484;p21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5" name="Google Shape;21485;p21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6" name="Google Shape;21486;p21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7" name="Google Shape;21487;p21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8" name="Google Shape;21488;p21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9" name="Google Shape;21489;p21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0" name="Google Shape;21490;p21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1" name="Google Shape;21491;p21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2" name="Google Shape;21492;p21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3" name="Google Shape;21493;p21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4" name="Google Shape;21494;p21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5" name="Google Shape;21495;p21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6" name="Google Shape;21496;p21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7" name="Google Shape;21497;p21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8" name="Google Shape;21498;p21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9" name="Google Shape;21499;p21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0" name="Google Shape;21500;p21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1" name="Google Shape;21501;p21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2" name="Google Shape;21502;p21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3" name="Google Shape;21503;p21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21504;p21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21505;p21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6" name="Google Shape;21506;p21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7" name="Google Shape;21507;p21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8" name="Google Shape;21508;p21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9" name="Google Shape;21509;p21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0" name="Google Shape;21510;p21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1" name="Google Shape;21511;p21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2" name="Google Shape;21512;p21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3" name="Google Shape;21513;p21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4" name="Google Shape;21514;p21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5" name="Google Shape;21515;p21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6" name="Google Shape;21516;p21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7" name="Google Shape;21517;p21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8" name="Google Shape;21518;p21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9" name="Google Shape;21519;p21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0" name="Google Shape;21520;p21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1" name="Google Shape;21521;p21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21522;p21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21523;p21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21524;p21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21525;p21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21526;p21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21527;p21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21528;p21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21529;p21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21530;p21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21531;p21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21532;p21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21533;p21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21534;p21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21535;p21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21536;p21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21537;p21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21538;p21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21539;p21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21540;p21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21541;p21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21542;p21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21543;p21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21544;p21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21545;p21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21546;p21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21547;p21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21548;p21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21549;p21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21550;p21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21551;p21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21552;p21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21553;p21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21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21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21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21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21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21559;p21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21560;p21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21561;p21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21562;p21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21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21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21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21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21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21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21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21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21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21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21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21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21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21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21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21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21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21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21581;p21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21582;p21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21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21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21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21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21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21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21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21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21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21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21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21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21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21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21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21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21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21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21601;p21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21602;p21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21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21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21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21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21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21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21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21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21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21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21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21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21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21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21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21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21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21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21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21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21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21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21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21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21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21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21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21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21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21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21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21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21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21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21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21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21639;p21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21640;p21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21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21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21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21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21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21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21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21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21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21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21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21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21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21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21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21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21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21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21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21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21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21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21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21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21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21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21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21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21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21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21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21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21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21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21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21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7" name="Google Shape;21677;p21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8" name="Google Shape;21678;p21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9" name="Google Shape;21679;p21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0" name="Google Shape;21680;p21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1" name="Google Shape;21681;p21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2" name="Google Shape;21682;p21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3" name="Google Shape;21683;p21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4" name="Google Shape;21684;p21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5" name="Google Shape;21685;p21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6" name="Google Shape;21686;p21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7" name="Google Shape;21687;p21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8" name="Google Shape;21688;p21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9" name="Google Shape;21689;p21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0" name="Google Shape;21690;p21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1" name="Google Shape;21691;p21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2" name="Google Shape;21692;p21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3" name="Google Shape;21693;p21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4" name="Google Shape;21694;p21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5" name="Google Shape;21695;p21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6" name="Google Shape;21696;p21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7" name="Google Shape;21697;p21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8" name="Google Shape;21698;p21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9" name="Google Shape;21699;p21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0" name="Google Shape;21700;p21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1" name="Google Shape;21701;p21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2" name="Google Shape;21702;p21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3" name="Google Shape;21703;p21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4" name="Google Shape;21704;p21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5" name="Google Shape;21705;p21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6" name="Google Shape;21706;p21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7" name="Google Shape;21707;p21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8" name="Google Shape;21708;p21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9" name="Google Shape;21709;p21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0" name="Google Shape;21710;p21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1" name="Google Shape;21711;p21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2" name="Google Shape;21712;p21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3" name="Google Shape;21713;p21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4" name="Google Shape;21714;p21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5" name="Google Shape;21715;p21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6" name="Google Shape;21716;p21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7" name="Google Shape;21717;p21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8" name="Google Shape;21718;p21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9" name="Google Shape;21719;p21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0" name="Google Shape;21720;p21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1" name="Google Shape;21721;p21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2" name="Google Shape;21722;p21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3" name="Google Shape;21723;p21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4" name="Google Shape;21724;p21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5" name="Google Shape;21725;p21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6" name="Google Shape;21726;p21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7" name="Google Shape;21727;p21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8" name="Google Shape;21728;p21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9" name="Google Shape;21729;p21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0" name="Google Shape;21730;p21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1" name="Google Shape;21731;p21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2" name="Google Shape;21732;p21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3" name="Google Shape;21733;p21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4" name="Google Shape;21734;p21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5" name="Google Shape;21735;p21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6" name="Google Shape;21736;p21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7" name="Google Shape;21737;p21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8" name="Google Shape;21738;p21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9" name="Google Shape;21739;p21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0" name="Google Shape;21740;p21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1" name="Google Shape;21741;p21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2" name="Google Shape;21742;p21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3" name="Google Shape;21743;p21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4" name="Google Shape;21744;p21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5" name="Google Shape;21745;p21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6" name="Google Shape;21746;p21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7" name="Google Shape;21747;p21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8" name="Google Shape;21748;p21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9" name="Google Shape;21749;p21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0" name="Google Shape;21750;p21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1" name="Google Shape;21751;p21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2" name="Google Shape;21752;p21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3" name="Google Shape;21753;p21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4" name="Google Shape;21754;p21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5" name="Google Shape;21755;p21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6" name="Google Shape;21756;p21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7" name="Google Shape;21757;p21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8" name="Google Shape;21758;p21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9" name="Google Shape;21759;p21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0" name="Google Shape;21760;p21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1" name="Google Shape;21761;p21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2" name="Google Shape;21762;p21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3" name="Google Shape;21763;p21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4" name="Google Shape;21764;p21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5" name="Google Shape;21765;p21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6" name="Google Shape;21766;p21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7" name="Google Shape;21767;p21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8" name="Google Shape;21768;p21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9" name="Google Shape;21769;p21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0" name="Google Shape;21770;p21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1" name="Google Shape;21771;p21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2" name="Google Shape;21772;p21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3" name="Google Shape;21773;p21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4" name="Google Shape;21774;p21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5" name="Google Shape;21775;p21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6" name="Google Shape;21776;p21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7" name="Google Shape;21777;p21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8" name="Google Shape;21778;p21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9" name="Google Shape;21779;p21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0" name="Google Shape;21780;p21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1" name="Google Shape;21781;p21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2" name="Google Shape;21782;p21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3" name="Google Shape;21783;p21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4" name="Google Shape;21784;p21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5" name="Google Shape;21785;p21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6" name="Google Shape;21786;p21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7" name="Google Shape;21787;p21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8" name="Google Shape;21788;p21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9" name="Google Shape;21789;p21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0" name="Google Shape;21790;p21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1" name="Google Shape;21791;p21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2" name="Google Shape;21792;p21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3" name="Google Shape;21793;p21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4" name="Google Shape;21794;p21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5" name="Google Shape;21795;p21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6" name="Google Shape;21796;p21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7" name="Google Shape;21797;p21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8" name="Google Shape;21798;p21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9" name="Google Shape;21799;p21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0" name="Google Shape;21800;p21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1" name="Google Shape;21801;p21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2" name="Google Shape;21802;p21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3" name="Google Shape;21803;p21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4" name="Google Shape;21804;p21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5" name="Google Shape;21805;p21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6" name="Google Shape;21806;p21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7" name="Google Shape;21807;p21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8" name="Google Shape;21808;p21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9" name="Google Shape;21809;p21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0" name="Google Shape;21810;p21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1" name="Google Shape;21811;p21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2" name="Google Shape;21812;p21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3" name="Google Shape;21813;p21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4" name="Google Shape;21814;p21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5" name="Google Shape;21815;p21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6" name="Google Shape;21816;p21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7" name="Google Shape;21817;p21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8" name="Google Shape;21818;p21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9" name="Google Shape;21819;p21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0" name="Google Shape;21820;p21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1" name="Google Shape;21821;p21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2" name="Google Shape;21822;p21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3" name="Google Shape;21823;p21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4" name="Google Shape;21824;p21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5" name="Google Shape;21825;p21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6" name="Google Shape;21826;p21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7" name="Google Shape;21827;p21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8" name="Google Shape;21828;p21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9" name="Google Shape;21829;p21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0" name="Google Shape;21830;p21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1" name="Google Shape;21831;p21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2" name="Google Shape;21832;p21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3" name="Google Shape;21833;p21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4" name="Google Shape;21834;p21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5" name="Google Shape;21835;p21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6" name="Google Shape;21836;p21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7" name="Google Shape;21837;p21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8" name="Google Shape;21838;p21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9" name="Google Shape;21839;p21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0" name="Google Shape;21840;p21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1" name="Google Shape;21841;p21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2" name="Google Shape;21842;p21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3" name="Google Shape;21843;p21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4" name="Google Shape;21844;p21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5" name="Google Shape;21845;p21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6" name="Google Shape;21846;p21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7" name="Google Shape;21847;p21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8" name="Google Shape;21848;p21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9" name="Google Shape;21849;p21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0" name="Google Shape;21850;p21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1" name="Google Shape;21851;p21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2" name="Google Shape;21852;p21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3" name="Google Shape;21853;p21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4" name="Google Shape;21854;p21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5" name="Google Shape;21855;p21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6" name="Google Shape;21856;p21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7" name="Google Shape;21857;p21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8" name="Google Shape;21858;p21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9" name="Google Shape;21859;p21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0" name="Google Shape;21860;p21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1" name="Google Shape;21861;p21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2" name="Google Shape;21862;p21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3" name="Google Shape;21863;p21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4" name="Google Shape;21864;p21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5" name="Google Shape;21865;p21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6" name="Google Shape;21866;p21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7" name="Google Shape;21867;p21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8" name="Google Shape;21868;p21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9" name="Google Shape;21869;p21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0" name="Google Shape;21870;p21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1" name="Google Shape;21871;p21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2" name="Google Shape;21872;p21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3" name="Google Shape;21873;p21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4" name="Google Shape;21874;p21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5" name="Google Shape;21875;p21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6" name="Google Shape;21876;p21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7" name="Google Shape;21877;p21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8" name="Google Shape;21878;p21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9" name="Google Shape;21879;p21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0" name="Google Shape;21880;p21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1" name="Google Shape;21881;p21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2" name="Google Shape;21882;p21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3" name="Google Shape;21883;p21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4" name="Google Shape;21884;p21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5" name="Google Shape;21885;p21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6" name="Google Shape;21886;p21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7" name="Google Shape;21887;p21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8" name="Google Shape;21888;p21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9" name="Google Shape;21889;p21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0" name="Google Shape;21890;p21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1" name="Google Shape;21891;p21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2" name="Google Shape;21892;p21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3" name="Google Shape;21893;p21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4" name="Google Shape;21894;p21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5" name="Google Shape;21895;p21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6" name="Google Shape;21896;p21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7" name="Google Shape;21897;p21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8" name="Google Shape;21898;p21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9" name="Google Shape;21899;p21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0" name="Google Shape;21900;p21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1" name="Google Shape;21901;p21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2" name="Google Shape;21902;p21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3" name="Google Shape;21903;p21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4" name="Google Shape;21904;p21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5" name="Google Shape;21905;p21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6" name="Google Shape;21906;p21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7" name="Google Shape;21907;p21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8" name="Google Shape;21908;p21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9" name="Google Shape;21909;p21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0" name="Google Shape;21910;p21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1" name="Google Shape;21911;p21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2" name="Google Shape;21912;p21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3" name="Google Shape;21913;p21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4" name="Google Shape;21914;p21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5" name="Google Shape;21915;p21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6" name="Google Shape;21916;p21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7" name="Google Shape;21917;p21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8" name="Google Shape;21918;p21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9" name="Google Shape;21919;p21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0" name="Google Shape;21920;p21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1" name="Google Shape;21921;p21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2" name="Google Shape;21922;p21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3" name="Google Shape;21923;p21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4" name="Google Shape;21924;p21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5" name="Google Shape;21925;p21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6" name="Google Shape;21926;p21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7" name="Google Shape;21927;p21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8" name="Google Shape;21928;p21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9" name="Google Shape;21929;p21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0" name="Google Shape;21930;p21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1" name="Google Shape;21931;p21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2" name="Google Shape;21932;p21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3" name="Google Shape;21933;p21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4" name="Google Shape;21934;p21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5" name="Google Shape;21935;p21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6" name="Google Shape;21936;p21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7" name="Google Shape;21937;p21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8" name="Google Shape;21938;p21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9" name="Google Shape;21939;p21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0" name="Google Shape;21940;p21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1" name="Google Shape;21941;p21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2" name="Google Shape;21942;p21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3" name="Google Shape;21943;p21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4" name="Google Shape;21944;p21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5" name="Google Shape;21945;p21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6" name="Google Shape;21946;p21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7" name="Google Shape;21947;p21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8" name="Google Shape;21948;p21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9" name="Google Shape;21949;p21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0" name="Google Shape;21950;p21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1" name="Google Shape;21951;p21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2" name="Google Shape;21952;p21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3" name="Google Shape;21953;p21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4" name="Google Shape;21954;p21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5" name="Google Shape;21955;p21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6" name="Google Shape;21956;p21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7" name="Google Shape;21957;p21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8" name="Google Shape;21958;p21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9" name="Google Shape;21959;p21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0" name="Google Shape;21960;p21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1" name="Google Shape;21961;p21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2" name="Google Shape;21962;p21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3" name="Google Shape;21963;p21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4" name="Google Shape;21964;p21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5" name="Google Shape;21965;p21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6" name="Google Shape;21966;p21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7" name="Google Shape;21967;p21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8" name="Google Shape;21968;p21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9" name="Google Shape;21969;p21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0" name="Google Shape;21970;p21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1" name="Google Shape;21971;p21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2" name="Google Shape;21972;p21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3" name="Google Shape;21973;p21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4" name="Google Shape;21974;p21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5" name="Google Shape;21975;p21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6" name="Google Shape;21976;p21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7" name="Google Shape;21977;p21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8" name="Google Shape;21978;p21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9" name="Google Shape;21979;p21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0" name="Google Shape;21980;p21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1" name="Google Shape;21981;p21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2" name="Google Shape;21982;p21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3" name="Google Shape;21983;p21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4" name="Google Shape;21984;p21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5" name="Google Shape;21985;p21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6" name="Google Shape;21986;p21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7" name="Google Shape;21987;p21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8" name="Google Shape;21988;p21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9" name="Google Shape;21989;p21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0" name="Google Shape;21990;p21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1" name="Google Shape;21991;p21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2" name="Google Shape;21992;p21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3" name="Google Shape;21993;p21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4" name="Google Shape;21994;p21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5" name="Google Shape;21995;p21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6" name="Google Shape;21996;p21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7" name="Google Shape;21997;p21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8" name="Google Shape;21998;p21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9" name="Google Shape;21999;p21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0" name="Google Shape;22000;p21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1" name="Google Shape;22001;p21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2" name="Google Shape;22002;p21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3" name="Google Shape;22003;p21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4" name="Google Shape;22004;p21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5" name="Google Shape;22005;p21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6" name="Google Shape;22006;p21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7" name="Google Shape;22007;p21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8" name="Google Shape;22008;p21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9" name="Google Shape;22009;p21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0" name="Google Shape;22010;p21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1" name="Google Shape;22011;p21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2" name="Google Shape;22012;p21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3" name="Google Shape;22013;p21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4" name="Google Shape;22014;p21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5" name="Google Shape;22015;p21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6" name="Google Shape;22016;p21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7" name="Google Shape;22017;p21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8" name="Google Shape;22018;p21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9" name="Google Shape;22019;p21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0" name="Google Shape;22020;p21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1" name="Google Shape;22021;p21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2" name="Google Shape;22022;p21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3" name="Google Shape;22023;p21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4" name="Google Shape;22024;p21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5" name="Google Shape;22025;p21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6" name="Google Shape;22026;p21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7" name="Google Shape;22027;p21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8" name="Google Shape;22028;p21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9" name="Google Shape;22029;p21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0" name="Google Shape;22030;p21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1" name="Google Shape;22031;p21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2" name="Google Shape;22032;p21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3" name="Google Shape;22033;p21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4" name="Google Shape;22034;p21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5" name="Google Shape;22035;p21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6" name="Google Shape;22036;p21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7" name="Google Shape;22037;p21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8" name="Google Shape;22038;p21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9" name="Google Shape;22039;p21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0" name="Google Shape;22040;p21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1" name="Google Shape;22041;p21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2" name="Google Shape;22042;p21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3" name="Google Shape;22043;p21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4" name="Google Shape;22044;p21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5" name="Google Shape;22045;p21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6" name="Google Shape;22046;p21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7" name="Google Shape;22047;p21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8" name="Google Shape;22048;p21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9" name="Google Shape;22049;p21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0" name="Google Shape;22050;p21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1" name="Google Shape;22051;p21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2" name="Google Shape;22052;p21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3" name="Google Shape;22053;p21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4" name="Google Shape;22054;p21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5" name="Google Shape;22055;p21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6" name="Google Shape;22056;p21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7" name="Google Shape;22057;p21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8" name="Google Shape;22058;p21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9" name="Google Shape;22059;p21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0" name="Google Shape;22060;p21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1" name="Google Shape;22061;p21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2" name="Google Shape;22062;p21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3" name="Google Shape;22063;p21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4" name="Google Shape;22064;p21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5" name="Google Shape;22065;p21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6" name="Google Shape;22066;p21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7" name="Google Shape;22067;p21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8" name="Google Shape;22068;p21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9" name="Google Shape;22069;p21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0" name="Google Shape;22070;p21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1" name="Google Shape;22071;p21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2" name="Google Shape;22072;p21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3" name="Google Shape;22073;p21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4" name="Google Shape;22074;p21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5" name="Google Shape;22075;p21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6" name="Google Shape;22076;p21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7" name="Google Shape;22077;p21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8" name="Google Shape;22078;p21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9" name="Google Shape;22079;p21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0" name="Google Shape;22080;p21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1" name="Google Shape;22081;p21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2" name="Google Shape;22082;p21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3" name="Google Shape;22083;p21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4" name="Google Shape;22084;p21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5" name="Google Shape;22085;p21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6" name="Google Shape;22086;p21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7" name="Google Shape;22087;p21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8" name="Google Shape;22088;p21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9" name="Google Shape;22089;p21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0" name="Google Shape;22090;p21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1" name="Google Shape;22091;p21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2" name="Google Shape;22092;p21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3" name="Google Shape;22093;p21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4" name="Google Shape;22094;p21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5" name="Google Shape;22095;p21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6" name="Google Shape;22096;p21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7" name="Google Shape;22097;p21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8" name="Google Shape;22098;p21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9" name="Google Shape;22099;p21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0" name="Google Shape;22100;p21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1" name="Google Shape;22101;p21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2" name="Google Shape;22102;p21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3" name="Google Shape;22103;p21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4" name="Google Shape;22104;p21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5" name="Google Shape;22105;p21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6" name="Google Shape;22106;p21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7" name="Google Shape;22107;p21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8" name="Google Shape;22108;p21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9" name="Google Shape;22109;p21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0" name="Google Shape;22110;p21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1" name="Google Shape;22111;p21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2" name="Google Shape;22112;p21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3" name="Google Shape;22113;p21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4" name="Google Shape;22114;p21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5" name="Google Shape;22115;p21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6" name="Google Shape;22116;p21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7" name="Google Shape;22117;p21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8" name="Google Shape;22118;p21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9" name="Google Shape;22119;p21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0" name="Google Shape;22120;p21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1" name="Google Shape;22121;p21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2" name="Google Shape;22122;p21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3" name="Google Shape;22123;p21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4" name="Google Shape;22124;p21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5" name="Google Shape;22125;p21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6" name="Google Shape;22126;p21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7" name="Google Shape;22127;p21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8" name="Google Shape;22128;p21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9" name="Google Shape;22129;p21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0" name="Google Shape;22130;p21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1" name="Google Shape;22131;p21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2" name="Google Shape;22132;p21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3" name="Google Shape;22133;p21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4" name="Google Shape;22134;p21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5" name="Google Shape;22135;p21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6" name="Google Shape;22136;p21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7" name="Google Shape;22137;p21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8" name="Google Shape;22138;p21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9" name="Google Shape;22139;p21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0" name="Google Shape;22140;p21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1" name="Google Shape;22141;p21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2" name="Google Shape;22142;p21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3" name="Google Shape;22143;p21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4" name="Google Shape;22144;p21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5" name="Google Shape;22145;p21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6" name="Google Shape;22146;p21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7" name="Google Shape;22147;p21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8" name="Google Shape;22148;p21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9" name="Google Shape;22149;p21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0" name="Google Shape;22150;p21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1" name="Google Shape;22151;p21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2" name="Google Shape;22152;p21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3" name="Google Shape;22153;p21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4" name="Google Shape;22154;p21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5" name="Google Shape;22155;p21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6" name="Google Shape;22156;p21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7" name="Google Shape;22157;p21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8" name="Google Shape;22158;p21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9" name="Google Shape;22159;p21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0" name="Google Shape;22160;p21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1" name="Google Shape;22161;p21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2" name="Google Shape;22162;p21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3" name="Google Shape;22163;p21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4" name="Google Shape;22164;p21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5" name="Google Shape;22165;p21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6" name="Google Shape;22166;p21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7" name="Google Shape;22167;p21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8" name="Google Shape;22168;p21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9" name="Google Shape;22169;p21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0" name="Google Shape;22170;p21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1" name="Google Shape;22171;p21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2" name="Google Shape;22172;p21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3" name="Google Shape;22173;p21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4" name="Google Shape;22174;p21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5" name="Google Shape;22175;p21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6" name="Google Shape;22176;p21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7" name="Google Shape;22177;p21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8" name="Google Shape;22178;p21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9" name="Google Shape;22179;p21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0" name="Google Shape;22180;p21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1" name="Google Shape;22181;p21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2" name="Google Shape;22182;p21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3" name="Google Shape;22183;p21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4" name="Google Shape;22184;p21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5" name="Google Shape;22185;p21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6" name="Google Shape;22186;p21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7" name="Google Shape;22187;p21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8" name="Google Shape;22188;p21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9" name="Google Shape;22189;p21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0" name="Google Shape;22190;p21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21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2" name="Google Shape;22192;p21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3" name="Google Shape;22193;p21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4" name="Google Shape;22194;p21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5" name="Google Shape;22195;p21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6" name="Google Shape;22196;p21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7" name="Google Shape;22197;p21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8" name="Google Shape;22198;p21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9" name="Google Shape;22199;p21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0" name="Google Shape;22200;p21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1" name="Google Shape;22201;p21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2" name="Google Shape;22202;p21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3" name="Google Shape;22203;p21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4" name="Google Shape;22204;p21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5" name="Google Shape;22205;p21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6" name="Google Shape;22206;p21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7" name="Google Shape;22207;p21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8" name="Google Shape;22208;p21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9" name="Google Shape;22209;p21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0" name="Google Shape;22210;p21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1" name="Google Shape;22211;p21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2" name="Google Shape;22212;p21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3" name="Google Shape;22213;p21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4" name="Google Shape;22214;p21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5" name="Google Shape;22215;p21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6" name="Google Shape;22216;p21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7" name="Google Shape;22217;p21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8" name="Google Shape;22218;p21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9" name="Google Shape;22219;p21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0" name="Google Shape;22220;p21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1" name="Google Shape;22221;p21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2" name="Google Shape;22222;p21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3" name="Google Shape;22223;p21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4" name="Google Shape;22224;p21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5" name="Google Shape;22225;p21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6" name="Google Shape;22226;p21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7" name="Google Shape;22227;p21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8" name="Google Shape;22228;p21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9" name="Google Shape;22229;p21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0" name="Google Shape;22230;p21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1" name="Google Shape;22231;p21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2" name="Google Shape;22232;p21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3" name="Google Shape;22233;p21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4" name="Google Shape;22234;p21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5" name="Google Shape;22235;p21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6" name="Google Shape;22236;p21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7" name="Google Shape;22237;p21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8" name="Google Shape;22238;p21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9" name="Google Shape;22239;p21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0" name="Google Shape;22240;p21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1" name="Google Shape;22241;p21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2" name="Google Shape;22242;p21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3" name="Google Shape;22243;p21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4" name="Google Shape;22244;p21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5" name="Google Shape;22245;p21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6" name="Google Shape;22246;p21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7" name="Google Shape;22247;p21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8" name="Google Shape;22248;p21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9" name="Google Shape;22249;p21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0" name="Google Shape;22250;p21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1" name="Google Shape;22251;p21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2" name="Google Shape;22252;p21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3" name="Google Shape;22253;p21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4" name="Google Shape;22254;p21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5" name="Google Shape;22255;p21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6" name="Google Shape;22256;p21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7" name="Google Shape;22257;p21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8" name="Google Shape;22258;p21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9" name="Google Shape;22259;p21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0" name="Google Shape;22260;p21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1" name="Google Shape;22261;p21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2" name="Google Shape;22262;p21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3" name="Google Shape;22263;p21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4" name="Google Shape;22264;p21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5" name="Google Shape;22265;p21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6" name="Google Shape;22266;p21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7" name="Google Shape;22267;p21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8" name="Google Shape;22268;p21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9" name="Google Shape;22269;p21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0" name="Google Shape;22270;p21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1" name="Google Shape;22271;p21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2" name="Google Shape;22272;p21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3" name="Google Shape;22273;p21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4" name="Google Shape;22274;p21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5" name="Google Shape;22275;p21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6" name="Google Shape;22276;p21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7" name="Google Shape;22277;p21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8" name="Google Shape;22278;p21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9" name="Google Shape;22279;p21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0" name="Google Shape;22280;p21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1" name="Google Shape;22281;p21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2" name="Google Shape;22282;p21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3" name="Google Shape;22283;p21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4" name="Google Shape;22284;p21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5" name="Google Shape;22285;p21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6" name="Google Shape;22286;p21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7" name="Google Shape;22287;p21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8" name="Google Shape;22288;p21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9" name="Google Shape;22289;p21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0" name="Google Shape;22290;p21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1" name="Google Shape;22291;p21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2" name="Google Shape;22292;p21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3" name="Google Shape;22293;p21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4" name="Google Shape;22294;p21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5" name="Google Shape;22295;p21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6" name="Google Shape;22296;p21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7" name="Google Shape;22297;p21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8" name="Google Shape;22298;p21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9" name="Google Shape;22299;p21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0" name="Google Shape;22300;p21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1" name="Google Shape;22301;p21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2" name="Google Shape;22302;p21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3" name="Google Shape;22303;p21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4" name="Google Shape;22304;p21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5" name="Google Shape;22305;p21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6" name="Google Shape;22306;p21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7" name="Google Shape;22307;p21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8" name="Google Shape;22308;p21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9" name="Google Shape;22309;p21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0" name="Google Shape;22310;p21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1" name="Google Shape;22311;p21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2" name="Google Shape;22312;p21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3" name="Google Shape;22313;p21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4" name="Google Shape;22314;p21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5" name="Google Shape;22315;p21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6" name="Google Shape;22316;p21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7" name="Google Shape;22317;p21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8" name="Google Shape;22318;p21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9" name="Google Shape;22319;p21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0" name="Google Shape;22320;p21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1" name="Google Shape;22321;p21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2" name="Google Shape;22322;p21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3" name="Google Shape;22323;p21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4" name="Google Shape;22324;p21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5" name="Google Shape;22325;p21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6" name="Google Shape;22326;p21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7" name="Google Shape;22327;p21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8" name="Google Shape;22328;p21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9" name="Google Shape;22329;p21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0" name="Google Shape;22330;p21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1" name="Google Shape;22331;p21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2" name="Google Shape;22332;p21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3" name="Google Shape;22333;p21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4" name="Google Shape;22334;p21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5" name="Google Shape;22335;p21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6" name="Google Shape;22336;p21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7" name="Google Shape;22337;p21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8" name="Google Shape;22338;p21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9" name="Google Shape;22339;p21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0" name="Google Shape;22340;p21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1" name="Google Shape;22341;p21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2" name="Google Shape;22342;p21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3" name="Google Shape;22343;p21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4" name="Google Shape;22344;p21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5" name="Google Shape;22345;p21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6" name="Google Shape;22346;p21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7" name="Google Shape;22347;p21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8" name="Google Shape;22348;p21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9" name="Google Shape;22349;p21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0" name="Google Shape;22350;p21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1" name="Google Shape;22351;p21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2" name="Google Shape;22352;p21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3" name="Google Shape;22353;p21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4" name="Google Shape;22354;p21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5" name="Google Shape;22355;p21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6" name="Google Shape;22356;p21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7" name="Google Shape;22357;p21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8" name="Google Shape;22358;p21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9" name="Google Shape;22359;p21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0" name="Google Shape;22360;p21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1" name="Google Shape;22361;p21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2" name="Google Shape;22362;p21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3" name="Google Shape;22363;p21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4" name="Google Shape;22364;p21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5" name="Google Shape;22365;p21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6" name="Google Shape;22366;p21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7" name="Google Shape;22367;p21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8" name="Google Shape;22368;p21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9" name="Google Shape;22369;p21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0" name="Google Shape;22370;p21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1" name="Google Shape;22371;p21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2" name="Google Shape;22372;p21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3" name="Google Shape;22373;p21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4" name="Google Shape;22374;p21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5" name="Google Shape;22375;p21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6" name="Google Shape;22376;p21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7" name="Google Shape;22377;p21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8" name="Google Shape;22378;p21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9" name="Google Shape;22379;p21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0" name="Google Shape;22380;p21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1" name="Google Shape;22381;p21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2" name="Google Shape;22382;p21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3" name="Google Shape;22383;p21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4" name="Google Shape;22384;p21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5" name="Google Shape;22385;p21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6" name="Google Shape;22386;p21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7" name="Google Shape;22387;p21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8" name="Google Shape;22388;p21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9" name="Google Shape;22389;p21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0" name="Google Shape;22390;p21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1" name="Google Shape;22391;p21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2" name="Google Shape;22392;p21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3" name="Google Shape;22393;p21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4" name="Google Shape;22394;p21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5" name="Google Shape;22395;p21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6" name="Google Shape;22396;p21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7" name="Google Shape;22397;p21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8" name="Google Shape;22398;p21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9" name="Google Shape;22399;p21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0" name="Google Shape;22400;p21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1" name="Google Shape;22401;p21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2" name="Google Shape;22402;p21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3" name="Google Shape;22403;p21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4" name="Google Shape;22404;p21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5" name="Google Shape;22405;p21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6" name="Google Shape;22406;p21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7" name="Google Shape;22407;p21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8" name="Google Shape;22408;p21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09" name="Google Shape;22409;p21"/>
          <p:cNvSpPr/>
          <p:nvPr/>
        </p:nvSpPr>
        <p:spPr>
          <a:xfrm>
            <a:off x="-2003028" y="-13489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10" name="Google Shape;22410;p21"/>
          <p:cNvSpPr/>
          <p:nvPr/>
        </p:nvSpPr>
        <p:spPr>
          <a:xfrm flipH="1">
            <a:off x="5838752" y="-780282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11" name="Google Shape;22411;p21"/>
          <p:cNvSpPr/>
          <p:nvPr/>
        </p:nvSpPr>
        <p:spPr>
          <a:xfrm flipH="1">
            <a:off x="3403904" y="-4971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12" name="Google Shape;22412;p21"/>
          <p:cNvSpPr/>
          <p:nvPr/>
        </p:nvSpPr>
        <p:spPr>
          <a:xfrm>
            <a:off x="-938612" y="4563050"/>
            <a:ext cx="11060868" cy="1160107"/>
          </a:xfrm>
          <a:custGeom>
            <a:avLst/>
            <a:gdLst/>
            <a:ahLst/>
            <a:cxnLst/>
            <a:rect l="l" t="t" r="r" b="b"/>
            <a:pathLst>
              <a:path w="76885" h="8064" extrusionOk="0">
                <a:moveTo>
                  <a:pt x="65700" y="0"/>
                </a:moveTo>
                <a:cubicBezTo>
                  <a:pt x="64918" y="0"/>
                  <a:pt x="64286" y="634"/>
                  <a:pt x="64286" y="1414"/>
                </a:cubicBezTo>
                <a:lnTo>
                  <a:pt x="64286" y="1438"/>
                </a:lnTo>
                <a:cubicBezTo>
                  <a:pt x="64122" y="1422"/>
                  <a:pt x="63959" y="1414"/>
                  <a:pt x="63793" y="1414"/>
                </a:cubicBezTo>
                <a:cubicBezTo>
                  <a:pt x="62498" y="1414"/>
                  <a:pt x="61313" y="1888"/>
                  <a:pt x="60403" y="2672"/>
                </a:cubicBezTo>
                <a:cubicBezTo>
                  <a:pt x="60163" y="2496"/>
                  <a:pt x="59865" y="2392"/>
                  <a:pt x="59541" y="2392"/>
                </a:cubicBezTo>
                <a:cubicBezTo>
                  <a:pt x="59435" y="2392"/>
                  <a:pt x="59327" y="2404"/>
                  <a:pt x="59226" y="2424"/>
                </a:cubicBezTo>
                <a:cubicBezTo>
                  <a:pt x="59102" y="1598"/>
                  <a:pt x="58392" y="968"/>
                  <a:pt x="57532" y="968"/>
                </a:cubicBezTo>
                <a:cubicBezTo>
                  <a:pt x="56786" y="968"/>
                  <a:pt x="56147" y="1444"/>
                  <a:pt x="55916" y="2113"/>
                </a:cubicBezTo>
                <a:cubicBezTo>
                  <a:pt x="55517" y="2021"/>
                  <a:pt x="55100" y="1972"/>
                  <a:pt x="54672" y="1972"/>
                </a:cubicBezTo>
                <a:cubicBezTo>
                  <a:pt x="53148" y="1972"/>
                  <a:pt x="51767" y="2590"/>
                  <a:pt x="50768" y="3589"/>
                </a:cubicBezTo>
                <a:cubicBezTo>
                  <a:pt x="50435" y="3494"/>
                  <a:pt x="50087" y="3433"/>
                  <a:pt x="49727" y="3413"/>
                </a:cubicBezTo>
                <a:cubicBezTo>
                  <a:pt x="49674" y="3404"/>
                  <a:pt x="49619" y="3402"/>
                  <a:pt x="49563" y="3402"/>
                </a:cubicBezTo>
                <a:cubicBezTo>
                  <a:pt x="49551" y="3402"/>
                  <a:pt x="49537" y="3404"/>
                  <a:pt x="49525" y="3404"/>
                </a:cubicBezTo>
                <a:cubicBezTo>
                  <a:pt x="49492" y="3402"/>
                  <a:pt x="49459" y="3402"/>
                  <a:pt x="49424" y="3402"/>
                </a:cubicBezTo>
                <a:cubicBezTo>
                  <a:pt x="49377" y="3402"/>
                  <a:pt x="49330" y="3404"/>
                  <a:pt x="49281" y="3404"/>
                </a:cubicBezTo>
                <a:cubicBezTo>
                  <a:pt x="49310" y="3243"/>
                  <a:pt x="49326" y="3077"/>
                  <a:pt x="49326" y="2907"/>
                </a:cubicBezTo>
                <a:cubicBezTo>
                  <a:pt x="49326" y="1301"/>
                  <a:pt x="48023" y="2"/>
                  <a:pt x="46419" y="2"/>
                </a:cubicBezTo>
                <a:cubicBezTo>
                  <a:pt x="45639" y="2"/>
                  <a:pt x="44933" y="309"/>
                  <a:pt x="44412" y="808"/>
                </a:cubicBezTo>
                <a:cubicBezTo>
                  <a:pt x="44185" y="329"/>
                  <a:pt x="43696" y="2"/>
                  <a:pt x="43133" y="2"/>
                </a:cubicBezTo>
                <a:cubicBezTo>
                  <a:pt x="42372" y="2"/>
                  <a:pt x="41752" y="604"/>
                  <a:pt x="41721" y="1359"/>
                </a:cubicBezTo>
                <a:cubicBezTo>
                  <a:pt x="41517" y="1266"/>
                  <a:pt x="41292" y="1209"/>
                  <a:pt x="41056" y="1209"/>
                </a:cubicBezTo>
                <a:cubicBezTo>
                  <a:pt x="40688" y="1209"/>
                  <a:pt x="40355" y="1336"/>
                  <a:pt x="40083" y="1545"/>
                </a:cubicBezTo>
                <a:cubicBezTo>
                  <a:pt x="39324" y="1717"/>
                  <a:pt x="38628" y="2054"/>
                  <a:pt x="38035" y="2514"/>
                </a:cubicBezTo>
                <a:cubicBezTo>
                  <a:pt x="37920" y="2533"/>
                  <a:pt x="37808" y="2555"/>
                  <a:pt x="37697" y="2586"/>
                </a:cubicBezTo>
                <a:cubicBezTo>
                  <a:pt x="37484" y="2463"/>
                  <a:pt x="37239" y="2394"/>
                  <a:pt x="36975" y="2394"/>
                </a:cubicBezTo>
                <a:cubicBezTo>
                  <a:pt x="36868" y="2394"/>
                  <a:pt x="36760" y="2406"/>
                  <a:pt x="36662" y="2426"/>
                </a:cubicBezTo>
                <a:cubicBezTo>
                  <a:pt x="36535" y="1602"/>
                  <a:pt x="35825" y="970"/>
                  <a:pt x="34966" y="970"/>
                </a:cubicBezTo>
                <a:cubicBezTo>
                  <a:pt x="34219" y="970"/>
                  <a:pt x="33583" y="1449"/>
                  <a:pt x="33349" y="2116"/>
                </a:cubicBezTo>
                <a:cubicBezTo>
                  <a:pt x="32950" y="2023"/>
                  <a:pt x="32533" y="1974"/>
                  <a:pt x="32106" y="1974"/>
                </a:cubicBezTo>
                <a:cubicBezTo>
                  <a:pt x="31672" y="1974"/>
                  <a:pt x="31246" y="2025"/>
                  <a:pt x="30843" y="2120"/>
                </a:cubicBezTo>
                <a:cubicBezTo>
                  <a:pt x="30761" y="2107"/>
                  <a:pt x="30680" y="2099"/>
                  <a:pt x="30592" y="2099"/>
                </a:cubicBezTo>
                <a:cubicBezTo>
                  <a:pt x="30025" y="2099"/>
                  <a:pt x="29522" y="2373"/>
                  <a:pt x="29206" y="2795"/>
                </a:cubicBezTo>
                <a:cubicBezTo>
                  <a:pt x="28883" y="2993"/>
                  <a:pt x="28587" y="3222"/>
                  <a:pt x="28314" y="3480"/>
                </a:cubicBezTo>
                <a:cubicBezTo>
                  <a:pt x="28032" y="3429"/>
                  <a:pt x="27744" y="3402"/>
                  <a:pt x="27445" y="3402"/>
                </a:cubicBezTo>
                <a:cubicBezTo>
                  <a:pt x="27347" y="3402"/>
                  <a:pt x="27253" y="3406"/>
                  <a:pt x="27154" y="3413"/>
                </a:cubicBezTo>
                <a:cubicBezTo>
                  <a:pt x="27103" y="3406"/>
                  <a:pt x="27050" y="3402"/>
                  <a:pt x="26999" y="3402"/>
                </a:cubicBezTo>
                <a:cubicBezTo>
                  <a:pt x="26825" y="3402"/>
                  <a:pt x="26659" y="3435"/>
                  <a:pt x="26506" y="3490"/>
                </a:cubicBezTo>
                <a:cubicBezTo>
                  <a:pt x="26152" y="3560"/>
                  <a:pt x="25814" y="3668"/>
                  <a:pt x="25495" y="3807"/>
                </a:cubicBezTo>
                <a:cubicBezTo>
                  <a:pt x="24601" y="3079"/>
                  <a:pt x="23459" y="2641"/>
                  <a:pt x="22218" y="2641"/>
                </a:cubicBezTo>
                <a:cubicBezTo>
                  <a:pt x="21444" y="2641"/>
                  <a:pt x="20714" y="2811"/>
                  <a:pt x="20053" y="3112"/>
                </a:cubicBezTo>
                <a:cubicBezTo>
                  <a:pt x="20073" y="3014"/>
                  <a:pt x="20084" y="2907"/>
                  <a:pt x="20084" y="2803"/>
                </a:cubicBezTo>
                <a:cubicBezTo>
                  <a:pt x="20084" y="1923"/>
                  <a:pt x="19370" y="1209"/>
                  <a:pt x="18490" y="1209"/>
                </a:cubicBezTo>
                <a:cubicBezTo>
                  <a:pt x="17676" y="1209"/>
                  <a:pt x="17003" y="1823"/>
                  <a:pt x="16908" y="2613"/>
                </a:cubicBezTo>
                <a:cubicBezTo>
                  <a:pt x="16612" y="2525"/>
                  <a:pt x="16295" y="2474"/>
                  <a:pt x="15967" y="2474"/>
                </a:cubicBezTo>
                <a:cubicBezTo>
                  <a:pt x="14914" y="2474"/>
                  <a:pt x="13977" y="2981"/>
                  <a:pt x="13391" y="3765"/>
                </a:cubicBezTo>
                <a:cubicBezTo>
                  <a:pt x="12864" y="3427"/>
                  <a:pt x="12244" y="3233"/>
                  <a:pt x="11573" y="3233"/>
                </a:cubicBezTo>
                <a:cubicBezTo>
                  <a:pt x="10904" y="3233"/>
                  <a:pt x="10280" y="3427"/>
                  <a:pt x="9754" y="3765"/>
                </a:cubicBezTo>
                <a:cubicBezTo>
                  <a:pt x="9719" y="2838"/>
                  <a:pt x="8960" y="2101"/>
                  <a:pt x="8023" y="2101"/>
                </a:cubicBezTo>
                <a:cubicBezTo>
                  <a:pt x="7141" y="2101"/>
                  <a:pt x="6413" y="2762"/>
                  <a:pt x="6304" y="3615"/>
                </a:cubicBezTo>
                <a:cubicBezTo>
                  <a:pt x="5852" y="3478"/>
                  <a:pt x="5371" y="3404"/>
                  <a:pt x="4874" y="3404"/>
                </a:cubicBezTo>
                <a:cubicBezTo>
                  <a:pt x="2253" y="3404"/>
                  <a:pt x="115" y="5471"/>
                  <a:pt x="1" y="8063"/>
                </a:cubicBezTo>
                <a:lnTo>
                  <a:pt x="76885" y="8063"/>
                </a:lnTo>
                <a:cubicBezTo>
                  <a:pt x="76748" y="5465"/>
                  <a:pt x="74614" y="3398"/>
                  <a:pt x="71991" y="3398"/>
                </a:cubicBezTo>
                <a:cubicBezTo>
                  <a:pt x="71944" y="3398"/>
                  <a:pt x="71897" y="3402"/>
                  <a:pt x="71848" y="3402"/>
                </a:cubicBezTo>
                <a:cubicBezTo>
                  <a:pt x="71876" y="3241"/>
                  <a:pt x="71893" y="3075"/>
                  <a:pt x="71893" y="2905"/>
                </a:cubicBezTo>
                <a:cubicBezTo>
                  <a:pt x="71893" y="1299"/>
                  <a:pt x="70589" y="0"/>
                  <a:pt x="68987" y="0"/>
                </a:cubicBezTo>
                <a:cubicBezTo>
                  <a:pt x="68206" y="0"/>
                  <a:pt x="67500" y="307"/>
                  <a:pt x="66978" y="806"/>
                </a:cubicBezTo>
                <a:cubicBezTo>
                  <a:pt x="66751" y="327"/>
                  <a:pt x="66262" y="0"/>
                  <a:pt x="65700" y="0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413" name="Google Shape;22413;p21"/>
          <p:cNvGrpSpPr/>
          <p:nvPr/>
        </p:nvGrpSpPr>
        <p:grpSpPr>
          <a:xfrm>
            <a:off x="8222527" y="2481684"/>
            <a:ext cx="2652539" cy="2343812"/>
            <a:chOff x="-2738548" y="1833984"/>
            <a:chExt cx="2652539" cy="2343812"/>
          </a:xfrm>
        </p:grpSpPr>
        <p:sp>
          <p:nvSpPr>
            <p:cNvPr id="22414" name="Google Shape;22414;p21"/>
            <p:cNvSpPr/>
            <p:nvPr/>
          </p:nvSpPr>
          <p:spPr>
            <a:xfrm>
              <a:off x="-1338529" y="1833984"/>
              <a:ext cx="1055509" cy="1132679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5" name="Google Shape;22415;p21"/>
            <p:cNvSpPr/>
            <p:nvPr/>
          </p:nvSpPr>
          <p:spPr>
            <a:xfrm>
              <a:off x="-1440147" y="2612103"/>
              <a:ext cx="598073" cy="641794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6" name="Google Shape;22416;p21"/>
            <p:cNvSpPr/>
            <p:nvPr/>
          </p:nvSpPr>
          <p:spPr>
            <a:xfrm>
              <a:off x="-2738548" y="2545502"/>
              <a:ext cx="741170" cy="71312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7" name="Google Shape;22417;p21"/>
            <p:cNvSpPr/>
            <p:nvPr/>
          </p:nvSpPr>
          <p:spPr>
            <a:xfrm>
              <a:off x="-2482925" y="2015145"/>
              <a:ext cx="1138357" cy="123876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418" name="Google Shape;22418;p21"/>
            <p:cNvGrpSpPr/>
            <p:nvPr/>
          </p:nvGrpSpPr>
          <p:grpSpPr>
            <a:xfrm>
              <a:off x="-2412024" y="2940570"/>
              <a:ext cx="2326015" cy="1237226"/>
              <a:chOff x="1" y="2940570"/>
              <a:chExt cx="2326015" cy="1237226"/>
            </a:xfrm>
          </p:grpSpPr>
          <p:sp>
            <p:nvSpPr>
              <p:cNvPr id="22419" name="Google Shape;22419;p21"/>
              <p:cNvSpPr/>
              <p:nvPr/>
            </p:nvSpPr>
            <p:spPr>
              <a:xfrm>
                <a:off x="276452" y="3300457"/>
                <a:ext cx="140756" cy="290182"/>
              </a:xfrm>
              <a:custGeom>
                <a:avLst/>
                <a:gdLst/>
                <a:ahLst/>
                <a:cxnLst/>
                <a:rect l="l" t="t" r="r" b="b"/>
                <a:pathLst>
                  <a:path w="1865" h="3845" extrusionOk="0">
                    <a:moveTo>
                      <a:pt x="0" y="1"/>
                    </a:moveTo>
                    <a:lnTo>
                      <a:pt x="0" y="3844"/>
                    </a:lnTo>
                    <a:lnTo>
                      <a:pt x="1864" y="3844"/>
                    </a:lnTo>
                    <a:lnTo>
                      <a:pt x="1864" y="1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0" name="Google Shape;22420;p21"/>
              <p:cNvSpPr/>
              <p:nvPr/>
            </p:nvSpPr>
            <p:spPr>
              <a:xfrm>
                <a:off x="874560" y="3300457"/>
                <a:ext cx="140681" cy="290182"/>
              </a:xfrm>
              <a:custGeom>
                <a:avLst/>
                <a:gdLst/>
                <a:ahLst/>
                <a:cxnLst/>
                <a:rect l="l" t="t" r="r" b="b"/>
                <a:pathLst>
                  <a:path w="1864" h="3845" extrusionOk="0">
                    <a:moveTo>
                      <a:pt x="1" y="1"/>
                    </a:moveTo>
                    <a:lnTo>
                      <a:pt x="1" y="3844"/>
                    </a:lnTo>
                    <a:lnTo>
                      <a:pt x="1864" y="3844"/>
                    </a:lnTo>
                    <a:lnTo>
                      <a:pt x="1864" y="1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1" name="Google Shape;22421;p21"/>
              <p:cNvSpPr/>
              <p:nvPr/>
            </p:nvSpPr>
            <p:spPr>
              <a:xfrm>
                <a:off x="1441499" y="3300457"/>
                <a:ext cx="140681" cy="290182"/>
              </a:xfrm>
              <a:custGeom>
                <a:avLst/>
                <a:gdLst/>
                <a:ahLst/>
                <a:cxnLst/>
                <a:rect l="l" t="t" r="r" b="b"/>
                <a:pathLst>
                  <a:path w="1864" h="3845" extrusionOk="0">
                    <a:moveTo>
                      <a:pt x="0" y="1"/>
                    </a:moveTo>
                    <a:lnTo>
                      <a:pt x="0" y="3844"/>
                    </a:lnTo>
                    <a:lnTo>
                      <a:pt x="1863" y="3844"/>
                    </a:lnTo>
                    <a:lnTo>
                      <a:pt x="1863" y="1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2" name="Google Shape;22422;p21"/>
              <p:cNvSpPr/>
              <p:nvPr/>
            </p:nvSpPr>
            <p:spPr>
              <a:xfrm>
                <a:off x="1885127" y="2940570"/>
                <a:ext cx="246644" cy="130639"/>
              </a:xfrm>
              <a:custGeom>
                <a:avLst/>
                <a:gdLst/>
                <a:ahLst/>
                <a:cxnLst/>
                <a:rect l="l" t="t" r="r" b="b"/>
                <a:pathLst>
                  <a:path w="3268" h="1731" extrusionOk="0">
                    <a:moveTo>
                      <a:pt x="0" y="1"/>
                    </a:moveTo>
                    <a:lnTo>
                      <a:pt x="0" y="1730"/>
                    </a:lnTo>
                    <a:lnTo>
                      <a:pt x="3268" y="1730"/>
                    </a:lnTo>
                    <a:lnTo>
                      <a:pt x="326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3" name="Google Shape;22423;p21"/>
              <p:cNvSpPr/>
              <p:nvPr/>
            </p:nvSpPr>
            <p:spPr>
              <a:xfrm>
                <a:off x="1919775" y="3070561"/>
                <a:ext cx="176977" cy="69512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6090" extrusionOk="0">
                    <a:moveTo>
                      <a:pt x="0" y="0"/>
                    </a:moveTo>
                    <a:lnTo>
                      <a:pt x="0" y="1379"/>
                    </a:lnTo>
                    <a:lnTo>
                      <a:pt x="0" y="6624"/>
                    </a:lnTo>
                    <a:lnTo>
                      <a:pt x="0" y="8045"/>
                    </a:lnTo>
                    <a:lnTo>
                      <a:pt x="0" y="9475"/>
                    </a:lnTo>
                    <a:lnTo>
                      <a:pt x="0" y="10857"/>
                    </a:lnTo>
                    <a:lnTo>
                      <a:pt x="0" y="16090"/>
                    </a:lnTo>
                    <a:lnTo>
                      <a:pt x="2345" y="16090"/>
                    </a:lnTo>
                    <a:lnTo>
                      <a:pt x="2345" y="10857"/>
                    </a:lnTo>
                    <a:lnTo>
                      <a:pt x="2345" y="9475"/>
                    </a:lnTo>
                    <a:lnTo>
                      <a:pt x="2345" y="8045"/>
                    </a:lnTo>
                    <a:lnTo>
                      <a:pt x="2345" y="6624"/>
                    </a:lnTo>
                    <a:lnTo>
                      <a:pt x="2345" y="1379"/>
                    </a:lnTo>
                    <a:lnTo>
                      <a:pt x="2345" y="0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4" name="Google Shape;22424;p21"/>
              <p:cNvSpPr/>
              <p:nvPr/>
            </p:nvSpPr>
            <p:spPr>
              <a:xfrm>
                <a:off x="257207" y="3216609"/>
                <a:ext cx="176077" cy="8384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1111" extrusionOk="0">
                    <a:moveTo>
                      <a:pt x="1" y="1"/>
                    </a:moveTo>
                    <a:lnTo>
                      <a:pt x="1" y="1110"/>
                    </a:lnTo>
                    <a:lnTo>
                      <a:pt x="2333" y="1110"/>
                    </a:lnTo>
                    <a:lnTo>
                      <a:pt x="23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5" name="Google Shape;22425;p21"/>
              <p:cNvSpPr/>
              <p:nvPr/>
            </p:nvSpPr>
            <p:spPr>
              <a:xfrm>
                <a:off x="855315" y="3216609"/>
                <a:ext cx="176077" cy="8384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1111" extrusionOk="0">
                    <a:moveTo>
                      <a:pt x="1" y="1"/>
                    </a:moveTo>
                    <a:lnTo>
                      <a:pt x="1" y="1110"/>
                    </a:lnTo>
                    <a:lnTo>
                      <a:pt x="2333" y="1110"/>
                    </a:lnTo>
                    <a:lnTo>
                      <a:pt x="23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6" name="Google Shape;22426;p21"/>
              <p:cNvSpPr/>
              <p:nvPr/>
            </p:nvSpPr>
            <p:spPr>
              <a:xfrm>
                <a:off x="1164369" y="3216609"/>
                <a:ext cx="623554" cy="467461"/>
              </a:xfrm>
              <a:custGeom>
                <a:avLst/>
                <a:gdLst/>
                <a:ahLst/>
                <a:cxnLst/>
                <a:rect l="l" t="t" r="r" b="b"/>
                <a:pathLst>
                  <a:path w="8262" h="6194" extrusionOk="0">
                    <a:moveTo>
                      <a:pt x="22" y="1"/>
                    </a:moveTo>
                    <a:lnTo>
                      <a:pt x="0" y="928"/>
                    </a:lnTo>
                    <a:lnTo>
                      <a:pt x="8261" y="6194"/>
                    </a:lnTo>
                    <a:lnTo>
                      <a:pt x="8261" y="5337"/>
                    </a:lnTo>
                    <a:lnTo>
                      <a:pt x="2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7" name="Google Shape;22427;p21"/>
              <p:cNvSpPr/>
              <p:nvPr/>
            </p:nvSpPr>
            <p:spPr>
              <a:xfrm>
                <a:off x="1422254" y="3216609"/>
                <a:ext cx="176077" cy="8384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1111" extrusionOk="0">
                    <a:moveTo>
                      <a:pt x="0" y="1"/>
                    </a:moveTo>
                    <a:lnTo>
                      <a:pt x="0" y="1110"/>
                    </a:lnTo>
                    <a:lnTo>
                      <a:pt x="2333" y="1110"/>
                    </a:lnTo>
                    <a:lnTo>
                      <a:pt x="23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8" name="Google Shape;22428;p21"/>
              <p:cNvSpPr/>
              <p:nvPr/>
            </p:nvSpPr>
            <p:spPr>
              <a:xfrm>
                <a:off x="578940" y="3235552"/>
                <a:ext cx="623478" cy="467386"/>
              </a:xfrm>
              <a:custGeom>
                <a:avLst/>
                <a:gdLst/>
                <a:ahLst/>
                <a:cxnLst/>
                <a:rect l="l" t="t" r="r" b="b"/>
                <a:pathLst>
                  <a:path w="8261" h="6193" extrusionOk="0">
                    <a:moveTo>
                      <a:pt x="23" y="1"/>
                    </a:moveTo>
                    <a:lnTo>
                      <a:pt x="0" y="928"/>
                    </a:lnTo>
                    <a:lnTo>
                      <a:pt x="8261" y="6192"/>
                    </a:lnTo>
                    <a:lnTo>
                      <a:pt x="8261" y="5336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9" name="Google Shape;22429;p21"/>
              <p:cNvSpPr/>
              <p:nvPr/>
            </p:nvSpPr>
            <p:spPr>
              <a:xfrm>
                <a:off x="1" y="3253514"/>
                <a:ext cx="623554" cy="467386"/>
              </a:xfrm>
              <a:custGeom>
                <a:avLst/>
                <a:gdLst/>
                <a:ahLst/>
                <a:cxnLst/>
                <a:rect l="l" t="t" r="r" b="b"/>
                <a:pathLst>
                  <a:path w="8262" h="6193" extrusionOk="0">
                    <a:moveTo>
                      <a:pt x="23" y="1"/>
                    </a:moveTo>
                    <a:lnTo>
                      <a:pt x="1" y="928"/>
                    </a:lnTo>
                    <a:lnTo>
                      <a:pt x="8262" y="6193"/>
                    </a:lnTo>
                    <a:lnTo>
                      <a:pt x="8262" y="5337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0" name="Google Shape;22430;p21"/>
              <p:cNvSpPr/>
              <p:nvPr/>
            </p:nvSpPr>
            <p:spPr>
              <a:xfrm>
                <a:off x="15322" y="3287854"/>
                <a:ext cx="1750811" cy="887527"/>
              </a:xfrm>
              <a:custGeom>
                <a:avLst/>
                <a:gdLst/>
                <a:ahLst/>
                <a:cxnLst/>
                <a:rect l="l" t="t" r="r" b="b"/>
                <a:pathLst>
                  <a:path w="23198" h="11760" extrusionOk="0">
                    <a:moveTo>
                      <a:pt x="1" y="1"/>
                    </a:moveTo>
                    <a:lnTo>
                      <a:pt x="1" y="11759"/>
                    </a:lnTo>
                    <a:lnTo>
                      <a:pt x="23197" y="11759"/>
                    </a:lnTo>
                    <a:lnTo>
                      <a:pt x="23197" y="5098"/>
                    </a:lnTo>
                    <a:lnTo>
                      <a:pt x="15491" y="1"/>
                    </a:lnTo>
                    <a:lnTo>
                      <a:pt x="15491" y="5058"/>
                    </a:lnTo>
                    <a:lnTo>
                      <a:pt x="7666" y="1"/>
                    </a:lnTo>
                    <a:lnTo>
                      <a:pt x="7706" y="50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1" name="Google Shape;22431;p21"/>
              <p:cNvSpPr/>
              <p:nvPr/>
            </p:nvSpPr>
            <p:spPr>
              <a:xfrm>
                <a:off x="1750997" y="3677851"/>
                <a:ext cx="575020" cy="133591"/>
              </a:xfrm>
              <a:custGeom>
                <a:avLst/>
                <a:gdLst/>
                <a:ahLst/>
                <a:cxnLst/>
                <a:rect l="l" t="t" r="r" b="b"/>
                <a:pathLst>
                  <a:path w="27098" h="1770" extrusionOk="0">
                    <a:moveTo>
                      <a:pt x="1" y="0"/>
                    </a:moveTo>
                    <a:lnTo>
                      <a:pt x="1" y="1770"/>
                    </a:lnTo>
                    <a:lnTo>
                      <a:pt x="27098" y="1770"/>
                    </a:lnTo>
                    <a:lnTo>
                      <a:pt x="2709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2" name="Google Shape;22432;p21"/>
              <p:cNvSpPr/>
              <p:nvPr/>
            </p:nvSpPr>
            <p:spPr>
              <a:xfrm>
                <a:off x="1760675" y="3744650"/>
                <a:ext cx="554732" cy="433146"/>
              </a:xfrm>
              <a:custGeom>
                <a:avLst/>
                <a:gdLst/>
                <a:ahLst/>
                <a:cxnLst/>
                <a:rect l="l" t="t" r="r" b="b"/>
                <a:pathLst>
                  <a:path w="8228" h="5660" extrusionOk="0">
                    <a:moveTo>
                      <a:pt x="0" y="0"/>
                    </a:moveTo>
                    <a:lnTo>
                      <a:pt x="0" y="5659"/>
                    </a:lnTo>
                    <a:lnTo>
                      <a:pt x="8228" y="5659"/>
                    </a:lnTo>
                    <a:lnTo>
                      <a:pt x="822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3" name="Google Shape;22433;p21"/>
              <p:cNvSpPr/>
              <p:nvPr/>
            </p:nvSpPr>
            <p:spPr>
              <a:xfrm>
                <a:off x="102566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4" name="Google Shape;22434;p21"/>
              <p:cNvSpPr/>
              <p:nvPr/>
            </p:nvSpPr>
            <p:spPr>
              <a:xfrm>
                <a:off x="224679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5" name="Google Shape;22435;p21"/>
              <p:cNvSpPr/>
              <p:nvPr/>
            </p:nvSpPr>
            <p:spPr>
              <a:xfrm>
                <a:off x="345206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6" name="Google Shape;22436;p21"/>
              <p:cNvSpPr/>
              <p:nvPr/>
            </p:nvSpPr>
            <p:spPr>
              <a:xfrm>
                <a:off x="503469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7" name="Google Shape;22437;p21"/>
              <p:cNvSpPr/>
              <p:nvPr/>
            </p:nvSpPr>
            <p:spPr>
              <a:xfrm>
                <a:off x="625506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8" name="Google Shape;22438;p21"/>
              <p:cNvSpPr/>
              <p:nvPr/>
            </p:nvSpPr>
            <p:spPr>
              <a:xfrm>
                <a:off x="746033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9" name="Google Shape;22439;p21"/>
              <p:cNvSpPr/>
              <p:nvPr/>
            </p:nvSpPr>
            <p:spPr>
              <a:xfrm>
                <a:off x="904296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0" name="Google Shape;22440;p21"/>
              <p:cNvSpPr/>
              <p:nvPr/>
            </p:nvSpPr>
            <p:spPr>
              <a:xfrm>
                <a:off x="1026333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1" name="Google Shape;22441;p21"/>
              <p:cNvSpPr/>
              <p:nvPr/>
            </p:nvSpPr>
            <p:spPr>
              <a:xfrm>
                <a:off x="1146860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2" name="Google Shape;22442;p21"/>
              <p:cNvSpPr/>
              <p:nvPr/>
            </p:nvSpPr>
            <p:spPr>
              <a:xfrm>
                <a:off x="1305123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3" name="Google Shape;22443;p21"/>
              <p:cNvSpPr/>
              <p:nvPr/>
            </p:nvSpPr>
            <p:spPr>
              <a:xfrm>
                <a:off x="1427160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4" name="Google Shape;22444;p21"/>
              <p:cNvSpPr/>
              <p:nvPr/>
            </p:nvSpPr>
            <p:spPr>
              <a:xfrm>
                <a:off x="1547687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5" name="Google Shape;22445;p21"/>
              <p:cNvSpPr/>
              <p:nvPr/>
            </p:nvSpPr>
            <p:spPr>
              <a:xfrm>
                <a:off x="102566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6" name="Google Shape;22446;p21"/>
              <p:cNvSpPr/>
              <p:nvPr/>
            </p:nvSpPr>
            <p:spPr>
              <a:xfrm>
                <a:off x="224679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7" name="Google Shape;22447;p21"/>
              <p:cNvSpPr/>
              <p:nvPr/>
            </p:nvSpPr>
            <p:spPr>
              <a:xfrm>
                <a:off x="345206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8" name="Google Shape;22448;p21"/>
              <p:cNvSpPr/>
              <p:nvPr/>
            </p:nvSpPr>
            <p:spPr>
              <a:xfrm>
                <a:off x="503469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9" name="Google Shape;22449;p21"/>
              <p:cNvSpPr/>
              <p:nvPr/>
            </p:nvSpPr>
            <p:spPr>
              <a:xfrm>
                <a:off x="625506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0" name="Google Shape;22450;p21"/>
              <p:cNvSpPr/>
              <p:nvPr/>
            </p:nvSpPr>
            <p:spPr>
              <a:xfrm>
                <a:off x="746033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1" name="Google Shape;22451;p21"/>
              <p:cNvSpPr/>
              <p:nvPr/>
            </p:nvSpPr>
            <p:spPr>
              <a:xfrm>
                <a:off x="904296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2" name="Google Shape;22452;p21"/>
              <p:cNvSpPr/>
              <p:nvPr/>
            </p:nvSpPr>
            <p:spPr>
              <a:xfrm>
                <a:off x="1026333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3" name="Google Shape;22453;p21"/>
              <p:cNvSpPr/>
              <p:nvPr/>
            </p:nvSpPr>
            <p:spPr>
              <a:xfrm>
                <a:off x="1146860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4" name="Google Shape;22454;p21"/>
              <p:cNvSpPr/>
              <p:nvPr/>
            </p:nvSpPr>
            <p:spPr>
              <a:xfrm>
                <a:off x="1305123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5" name="Google Shape;22455;p21"/>
              <p:cNvSpPr/>
              <p:nvPr/>
            </p:nvSpPr>
            <p:spPr>
              <a:xfrm>
                <a:off x="1427160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6" name="Google Shape;22456;p21"/>
              <p:cNvSpPr/>
              <p:nvPr/>
            </p:nvSpPr>
            <p:spPr>
              <a:xfrm>
                <a:off x="1547687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2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23" name="Google Shape;23723;p23"/>
          <p:cNvSpPr/>
          <p:nvPr/>
        </p:nvSpPr>
        <p:spPr>
          <a:xfrm>
            <a:off x="-152250" y="4745100"/>
            <a:ext cx="9320400" cy="615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724" name="Google Shape;23724;p23"/>
          <p:cNvGrpSpPr/>
          <p:nvPr/>
        </p:nvGrpSpPr>
        <p:grpSpPr>
          <a:xfrm>
            <a:off x="-152241" y="231392"/>
            <a:ext cx="9183344" cy="5139336"/>
            <a:chOff x="4872350" y="903875"/>
            <a:chExt cx="1317175" cy="737150"/>
          </a:xfrm>
        </p:grpSpPr>
        <p:sp>
          <p:nvSpPr>
            <p:cNvPr id="23725" name="Google Shape;23725;p23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23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23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23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23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23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23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23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23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23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23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23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23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23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23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23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23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23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23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23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23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23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23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23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23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23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23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23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23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23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23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23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23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23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23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23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23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23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23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23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23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23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23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23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9" name="Google Shape;23769;p23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0" name="Google Shape;23770;p23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23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23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23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23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23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23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23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23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23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23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23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23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23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23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23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23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23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23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23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23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23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23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23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23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23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23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23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23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23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23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23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23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23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23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23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23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23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23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23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23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23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23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23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23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23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23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23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23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23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23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23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23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23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23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23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23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23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23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23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23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23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23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23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23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23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23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23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23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23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23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23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23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23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23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23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23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23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23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23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23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23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23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23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23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23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23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23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23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23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23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23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23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23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23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23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23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23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23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23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23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23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23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23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23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23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23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23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23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23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23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23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23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23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23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23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23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23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23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23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23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23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23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23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23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23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23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23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23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23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23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23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23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23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23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23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23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23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23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23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23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23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23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23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23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23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23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23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23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23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23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23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23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23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23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23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23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23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23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23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23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23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23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23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4" name="Google Shape;23934;p23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5" name="Google Shape;23935;p23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23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23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23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23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23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23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23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23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23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23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23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23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23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23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23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23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23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23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23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23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23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23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23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23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23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23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23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23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23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23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23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23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23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23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23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23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23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23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23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23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23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23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23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23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23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23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23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23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23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23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23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23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23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23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23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23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23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23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23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23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23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23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23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23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23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23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23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23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23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23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23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23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23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23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23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23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23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23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23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23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23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23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23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23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23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23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23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23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23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23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23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23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8" name="Google Shape;24028;p23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9" name="Google Shape;24029;p23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23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23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23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23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23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23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23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23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23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23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23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23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23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23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23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23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23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23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23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23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23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23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23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23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23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23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23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23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23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23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23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23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23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23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23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23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23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23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23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23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23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23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23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23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23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23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23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23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23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23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23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23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23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23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23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23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23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23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23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23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23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23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23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23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23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23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23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23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23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23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23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23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23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23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23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23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23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23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23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23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23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23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23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23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23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23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23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23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23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23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23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23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2" name="Google Shape;24122;p23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3" name="Google Shape;24123;p23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23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23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23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23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23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23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23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23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23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23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23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23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23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23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23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23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23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23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23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23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23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23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23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23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23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23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23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23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23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23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23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23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23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23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23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23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23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23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23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23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23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23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23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23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23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23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23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23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23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23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23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23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23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23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23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23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23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23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23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23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23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23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23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23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23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23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23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23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23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23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23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23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23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23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23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23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23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23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23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23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23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23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23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23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23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23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23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23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23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23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23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23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23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23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23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23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23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23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23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23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23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23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23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23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23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23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23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23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23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23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23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23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23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23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23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23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23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23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23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23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23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23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23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23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23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23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23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23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23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23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23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23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23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23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23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23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23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23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23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23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23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23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23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23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23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23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23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23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23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23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23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23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23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23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23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23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23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23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23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23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23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23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23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7" name="Google Shape;24287;p23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8" name="Google Shape;24288;p23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9" name="Google Shape;24289;p23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23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23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23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23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23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23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23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23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23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23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23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23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23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23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23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23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23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23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23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23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23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23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23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23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23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23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23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23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23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23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23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23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23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23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23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23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23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23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23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23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23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23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23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23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23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23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23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23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23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23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23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23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23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23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23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23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23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23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23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23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23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23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23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23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23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23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23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23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23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23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23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23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23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23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23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23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23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23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23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23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23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23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23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23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23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23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23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23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23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23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23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23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23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23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23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23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23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23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23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23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23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23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23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23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23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23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23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23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23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23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23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23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23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23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23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23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23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23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23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23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23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23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23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23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23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23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23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23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23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23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23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23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23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23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23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23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23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23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23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23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23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23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23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3" name="Google Shape;24433;p23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4" name="Google Shape;24434;p23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23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23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23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23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23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23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23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23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23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23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23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23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23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23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23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23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23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23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23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23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23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23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23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23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23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23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23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23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23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23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23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23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23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23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23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23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23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23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23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23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23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23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23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23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23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23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23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23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23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23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23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23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23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23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23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23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23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23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23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23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23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23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23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23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23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23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23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23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23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23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23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23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23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23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23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23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23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23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23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23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23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23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23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23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23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23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23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23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23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23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23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23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7" name="Google Shape;24527;p23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8" name="Google Shape;24528;p23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23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23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23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23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23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23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23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23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23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23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23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23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23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23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23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23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23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23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23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23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23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23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23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23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23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23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23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23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23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23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23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23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23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23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23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23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23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23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23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23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23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23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23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23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23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23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23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23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23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23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23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23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23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23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23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23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23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23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23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23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23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23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23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23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23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23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23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23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23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23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23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23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23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23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23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23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23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23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23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23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23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23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23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23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23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23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23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23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23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23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23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23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23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23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23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23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23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23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23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23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23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23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23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23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23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23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23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23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23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23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23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23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23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23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23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23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23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23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23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23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23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23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23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23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23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23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23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23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23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23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23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23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23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23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23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23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23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23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23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23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23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23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23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23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23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23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23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23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23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23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23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23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23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23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23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23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23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23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23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23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23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23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23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2" name="Google Shape;24692;p23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3" name="Google Shape;24693;p23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23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23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23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23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23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23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23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23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23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23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23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23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23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23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23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23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23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23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23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23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23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23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23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23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23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23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23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23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23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23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23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23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23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23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23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23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23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23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23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23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23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23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23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23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23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23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23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23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23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23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23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23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23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23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23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23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23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23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23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23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23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23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23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23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23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23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23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23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23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23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23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23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23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23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23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23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23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23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23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23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23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23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23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23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23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23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23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23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23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23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23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23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23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23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23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23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23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23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23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23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23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23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23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23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23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23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23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23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23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23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23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23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23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23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23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23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23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23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23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23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23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23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23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23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23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23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23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23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23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23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23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23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23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23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23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23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23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23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23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23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23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23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23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23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23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23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23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23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23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23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23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23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23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23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23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23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23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23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23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23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23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23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23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23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23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23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23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23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23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23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23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23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23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23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23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23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23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23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23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23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23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23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23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23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23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23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23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23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23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23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23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23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23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23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23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23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23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23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23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23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23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23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23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23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23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23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23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23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23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23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23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23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23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23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23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23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23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23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23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23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23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23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23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23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23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23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23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23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23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23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23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23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23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927" name="Google Shape;24927;p23"/>
          <p:cNvSpPr/>
          <p:nvPr/>
        </p:nvSpPr>
        <p:spPr>
          <a:xfrm>
            <a:off x="-3263428" y="-11965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28" name="Google Shape;24928;p23"/>
          <p:cNvSpPr/>
          <p:nvPr/>
        </p:nvSpPr>
        <p:spPr>
          <a:xfrm>
            <a:off x="7184991" y="-695107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29" name="Google Shape;24929;p23"/>
          <p:cNvSpPr/>
          <p:nvPr/>
        </p:nvSpPr>
        <p:spPr>
          <a:xfrm>
            <a:off x="4456675" y="-4971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30" name="Google Shape;24930;p23"/>
          <p:cNvSpPr/>
          <p:nvPr/>
        </p:nvSpPr>
        <p:spPr>
          <a:xfrm>
            <a:off x="7568827" y="4252673"/>
            <a:ext cx="4048113" cy="132598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931" name="Google Shape;24931;p23"/>
          <p:cNvGrpSpPr/>
          <p:nvPr/>
        </p:nvGrpSpPr>
        <p:grpSpPr>
          <a:xfrm>
            <a:off x="2" y="2401284"/>
            <a:ext cx="2652539" cy="2343812"/>
            <a:chOff x="2" y="1624434"/>
            <a:chExt cx="2652539" cy="2343812"/>
          </a:xfrm>
        </p:grpSpPr>
        <p:sp>
          <p:nvSpPr>
            <p:cNvPr id="24932" name="Google Shape;24932;p23"/>
            <p:cNvSpPr/>
            <p:nvPr/>
          </p:nvSpPr>
          <p:spPr>
            <a:xfrm>
              <a:off x="1400021" y="1624434"/>
              <a:ext cx="1055509" cy="1132679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23"/>
            <p:cNvSpPr/>
            <p:nvPr/>
          </p:nvSpPr>
          <p:spPr>
            <a:xfrm>
              <a:off x="1298403" y="2402553"/>
              <a:ext cx="598073" cy="641794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23"/>
            <p:cNvSpPr/>
            <p:nvPr/>
          </p:nvSpPr>
          <p:spPr>
            <a:xfrm>
              <a:off x="2" y="2335952"/>
              <a:ext cx="741170" cy="71312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23"/>
            <p:cNvSpPr/>
            <p:nvPr/>
          </p:nvSpPr>
          <p:spPr>
            <a:xfrm>
              <a:off x="255625" y="1805595"/>
              <a:ext cx="1138357" cy="123876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23"/>
            <p:cNvSpPr/>
            <p:nvPr/>
          </p:nvSpPr>
          <p:spPr>
            <a:xfrm>
              <a:off x="602977" y="3090907"/>
              <a:ext cx="140756" cy="290182"/>
            </a:xfrm>
            <a:custGeom>
              <a:avLst/>
              <a:gdLst/>
              <a:ahLst/>
              <a:cxnLst/>
              <a:rect l="l" t="t" r="r" b="b"/>
              <a:pathLst>
                <a:path w="1865" h="3845" extrusionOk="0">
                  <a:moveTo>
                    <a:pt x="0" y="1"/>
                  </a:moveTo>
                  <a:lnTo>
                    <a:pt x="0" y="3844"/>
                  </a:lnTo>
                  <a:lnTo>
                    <a:pt x="1864" y="3844"/>
                  </a:lnTo>
                  <a:lnTo>
                    <a:pt x="186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23"/>
            <p:cNvSpPr/>
            <p:nvPr/>
          </p:nvSpPr>
          <p:spPr>
            <a:xfrm>
              <a:off x="1201085" y="3090907"/>
              <a:ext cx="140681" cy="290182"/>
            </a:xfrm>
            <a:custGeom>
              <a:avLst/>
              <a:gdLst/>
              <a:ahLst/>
              <a:cxnLst/>
              <a:rect l="l" t="t" r="r" b="b"/>
              <a:pathLst>
                <a:path w="1864" h="3845" extrusionOk="0">
                  <a:moveTo>
                    <a:pt x="1" y="1"/>
                  </a:moveTo>
                  <a:lnTo>
                    <a:pt x="1" y="3844"/>
                  </a:lnTo>
                  <a:lnTo>
                    <a:pt x="1864" y="3844"/>
                  </a:lnTo>
                  <a:lnTo>
                    <a:pt x="186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23"/>
            <p:cNvSpPr/>
            <p:nvPr/>
          </p:nvSpPr>
          <p:spPr>
            <a:xfrm>
              <a:off x="1768024" y="3090907"/>
              <a:ext cx="140681" cy="290182"/>
            </a:xfrm>
            <a:custGeom>
              <a:avLst/>
              <a:gdLst/>
              <a:ahLst/>
              <a:cxnLst/>
              <a:rect l="l" t="t" r="r" b="b"/>
              <a:pathLst>
                <a:path w="1864" h="3845" extrusionOk="0">
                  <a:moveTo>
                    <a:pt x="0" y="1"/>
                  </a:moveTo>
                  <a:lnTo>
                    <a:pt x="0" y="3844"/>
                  </a:lnTo>
                  <a:lnTo>
                    <a:pt x="1863" y="3844"/>
                  </a:lnTo>
                  <a:lnTo>
                    <a:pt x="186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23"/>
            <p:cNvSpPr/>
            <p:nvPr/>
          </p:nvSpPr>
          <p:spPr>
            <a:xfrm>
              <a:off x="2211652" y="2731020"/>
              <a:ext cx="246644" cy="130639"/>
            </a:xfrm>
            <a:custGeom>
              <a:avLst/>
              <a:gdLst/>
              <a:ahLst/>
              <a:cxnLst/>
              <a:rect l="l" t="t" r="r" b="b"/>
              <a:pathLst>
                <a:path w="3268" h="1731" extrusionOk="0">
                  <a:moveTo>
                    <a:pt x="0" y="1"/>
                  </a:moveTo>
                  <a:lnTo>
                    <a:pt x="0" y="1730"/>
                  </a:lnTo>
                  <a:lnTo>
                    <a:pt x="3268" y="1730"/>
                  </a:lnTo>
                  <a:lnTo>
                    <a:pt x="32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23"/>
            <p:cNvSpPr/>
            <p:nvPr/>
          </p:nvSpPr>
          <p:spPr>
            <a:xfrm>
              <a:off x="2246300" y="2861011"/>
              <a:ext cx="176977" cy="695128"/>
            </a:xfrm>
            <a:custGeom>
              <a:avLst/>
              <a:gdLst/>
              <a:ahLst/>
              <a:cxnLst/>
              <a:rect l="l" t="t" r="r" b="b"/>
              <a:pathLst>
                <a:path w="2345" h="16090" extrusionOk="0">
                  <a:moveTo>
                    <a:pt x="0" y="0"/>
                  </a:moveTo>
                  <a:lnTo>
                    <a:pt x="0" y="1379"/>
                  </a:lnTo>
                  <a:lnTo>
                    <a:pt x="0" y="6624"/>
                  </a:lnTo>
                  <a:lnTo>
                    <a:pt x="0" y="8045"/>
                  </a:lnTo>
                  <a:lnTo>
                    <a:pt x="0" y="9475"/>
                  </a:lnTo>
                  <a:lnTo>
                    <a:pt x="0" y="10857"/>
                  </a:lnTo>
                  <a:lnTo>
                    <a:pt x="0" y="16090"/>
                  </a:lnTo>
                  <a:lnTo>
                    <a:pt x="2345" y="16090"/>
                  </a:lnTo>
                  <a:lnTo>
                    <a:pt x="2345" y="10857"/>
                  </a:lnTo>
                  <a:lnTo>
                    <a:pt x="2345" y="9475"/>
                  </a:lnTo>
                  <a:lnTo>
                    <a:pt x="2345" y="8045"/>
                  </a:lnTo>
                  <a:lnTo>
                    <a:pt x="2345" y="6624"/>
                  </a:lnTo>
                  <a:lnTo>
                    <a:pt x="2345" y="1379"/>
                  </a:lnTo>
                  <a:lnTo>
                    <a:pt x="2345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23"/>
            <p:cNvSpPr/>
            <p:nvPr/>
          </p:nvSpPr>
          <p:spPr>
            <a:xfrm>
              <a:off x="583732" y="3007059"/>
              <a:ext cx="176077" cy="83847"/>
            </a:xfrm>
            <a:custGeom>
              <a:avLst/>
              <a:gdLst/>
              <a:ahLst/>
              <a:cxnLst/>
              <a:rect l="l" t="t" r="r" b="b"/>
              <a:pathLst>
                <a:path w="2333" h="1111" extrusionOk="0">
                  <a:moveTo>
                    <a:pt x="1" y="1"/>
                  </a:moveTo>
                  <a:lnTo>
                    <a:pt x="1" y="1110"/>
                  </a:lnTo>
                  <a:lnTo>
                    <a:pt x="2333" y="1110"/>
                  </a:lnTo>
                  <a:lnTo>
                    <a:pt x="233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23"/>
            <p:cNvSpPr/>
            <p:nvPr/>
          </p:nvSpPr>
          <p:spPr>
            <a:xfrm>
              <a:off x="1181840" y="3007059"/>
              <a:ext cx="176077" cy="83847"/>
            </a:xfrm>
            <a:custGeom>
              <a:avLst/>
              <a:gdLst/>
              <a:ahLst/>
              <a:cxnLst/>
              <a:rect l="l" t="t" r="r" b="b"/>
              <a:pathLst>
                <a:path w="2333" h="1111" extrusionOk="0">
                  <a:moveTo>
                    <a:pt x="1" y="1"/>
                  </a:moveTo>
                  <a:lnTo>
                    <a:pt x="1" y="1110"/>
                  </a:lnTo>
                  <a:lnTo>
                    <a:pt x="2333" y="1110"/>
                  </a:lnTo>
                  <a:lnTo>
                    <a:pt x="233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23"/>
            <p:cNvSpPr/>
            <p:nvPr/>
          </p:nvSpPr>
          <p:spPr>
            <a:xfrm>
              <a:off x="1490894" y="3007059"/>
              <a:ext cx="623554" cy="467461"/>
            </a:xfrm>
            <a:custGeom>
              <a:avLst/>
              <a:gdLst/>
              <a:ahLst/>
              <a:cxnLst/>
              <a:rect l="l" t="t" r="r" b="b"/>
              <a:pathLst>
                <a:path w="8262" h="6194" extrusionOk="0">
                  <a:moveTo>
                    <a:pt x="22" y="1"/>
                  </a:moveTo>
                  <a:lnTo>
                    <a:pt x="0" y="928"/>
                  </a:lnTo>
                  <a:lnTo>
                    <a:pt x="8261" y="6194"/>
                  </a:lnTo>
                  <a:lnTo>
                    <a:pt x="8261" y="53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4" name="Google Shape;24944;p23"/>
            <p:cNvSpPr/>
            <p:nvPr/>
          </p:nvSpPr>
          <p:spPr>
            <a:xfrm>
              <a:off x="1748779" y="3007059"/>
              <a:ext cx="176077" cy="83847"/>
            </a:xfrm>
            <a:custGeom>
              <a:avLst/>
              <a:gdLst/>
              <a:ahLst/>
              <a:cxnLst/>
              <a:rect l="l" t="t" r="r" b="b"/>
              <a:pathLst>
                <a:path w="2333" h="1111" extrusionOk="0">
                  <a:moveTo>
                    <a:pt x="0" y="1"/>
                  </a:moveTo>
                  <a:lnTo>
                    <a:pt x="0" y="1110"/>
                  </a:lnTo>
                  <a:lnTo>
                    <a:pt x="2333" y="1110"/>
                  </a:lnTo>
                  <a:lnTo>
                    <a:pt x="233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5" name="Google Shape;24945;p23"/>
            <p:cNvSpPr/>
            <p:nvPr/>
          </p:nvSpPr>
          <p:spPr>
            <a:xfrm>
              <a:off x="341847" y="3078304"/>
              <a:ext cx="1750811" cy="887527"/>
            </a:xfrm>
            <a:custGeom>
              <a:avLst/>
              <a:gdLst/>
              <a:ahLst/>
              <a:cxnLst/>
              <a:rect l="l" t="t" r="r" b="b"/>
              <a:pathLst>
                <a:path w="23198" h="11760" extrusionOk="0">
                  <a:moveTo>
                    <a:pt x="1" y="1"/>
                  </a:moveTo>
                  <a:lnTo>
                    <a:pt x="1" y="11759"/>
                  </a:lnTo>
                  <a:lnTo>
                    <a:pt x="23197" y="11759"/>
                  </a:lnTo>
                  <a:lnTo>
                    <a:pt x="23197" y="5098"/>
                  </a:lnTo>
                  <a:lnTo>
                    <a:pt x="15491" y="1"/>
                  </a:lnTo>
                  <a:lnTo>
                    <a:pt x="15491" y="5058"/>
                  </a:lnTo>
                  <a:lnTo>
                    <a:pt x="7666" y="1"/>
                  </a:lnTo>
                  <a:lnTo>
                    <a:pt x="7706" y="50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23"/>
            <p:cNvSpPr/>
            <p:nvPr/>
          </p:nvSpPr>
          <p:spPr>
            <a:xfrm>
              <a:off x="2077522" y="3468301"/>
              <a:ext cx="575020" cy="133591"/>
            </a:xfrm>
            <a:custGeom>
              <a:avLst/>
              <a:gdLst/>
              <a:ahLst/>
              <a:cxnLst/>
              <a:rect l="l" t="t" r="r" b="b"/>
              <a:pathLst>
                <a:path w="27098" h="1770" extrusionOk="0">
                  <a:moveTo>
                    <a:pt x="1" y="0"/>
                  </a:moveTo>
                  <a:lnTo>
                    <a:pt x="1" y="1770"/>
                  </a:lnTo>
                  <a:lnTo>
                    <a:pt x="27098" y="1770"/>
                  </a:lnTo>
                  <a:lnTo>
                    <a:pt x="270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23"/>
            <p:cNvSpPr/>
            <p:nvPr/>
          </p:nvSpPr>
          <p:spPr>
            <a:xfrm>
              <a:off x="2087200" y="3535100"/>
              <a:ext cx="554732" cy="433146"/>
            </a:xfrm>
            <a:custGeom>
              <a:avLst/>
              <a:gdLst/>
              <a:ahLst/>
              <a:cxnLst/>
              <a:rect l="l" t="t" r="r" b="b"/>
              <a:pathLst>
                <a:path w="8228" h="5660" extrusionOk="0">
                  <a:moveTo>
                    <a:pt x="0" y="0"/>
                  </a:moveTo>
                  <a:lnTo>
                    <a:pt x="0" y="5659"/>
                  </a:lnTo>
                  <a:lnTo>
                    <a:pt x="8228" y="5659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23"/>
            <p:cNvSpPr/>
            <p:nvPr/>
          </p:nvSpPr>
          <p:spPr>
            <a:xfrm>
              <a:off x="429091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23"/>
            <p:cNvSpPr/>
            <p:nvPr/>
          </p:nvSpPr>
          <p:spPr>
            <a:xfrm>
              <a:off x="551204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23"/>
            <p:cNvSpPr/>
            <p:nvPr/>
          </p:nvSpPr>
          <p:spPr>
            <a:xfrm>
              <a:off x="671731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23"/>
            <p:cNvSpPr/>
            <p:nvPr/>
          </p:nvSpPr>
          <p:spPr>
            <a:xfrm>
              <a:off x="829994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23"/>
            <p:cNvSpPr/>
            <p:nvPr/>
          </p:nvSpPr>
          <p:spPr>
            <a:xfrm>
              <a:off x="952031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23"/>
            <p:cNvSpPr/>
            <p:nvPr/>
          </p:nvSpPr>
          <p:spPr>
            <a:xfrm>
              <a:off x="1072558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23"/>
            <p:cNvSpPr/>
            <p:nvPr/>
          </p:nvSpPr>
          <p:spPr>
            <a:xfrm>
              <a:off x="1230821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23"/>
            <p:cNvSpPr/>
            <p:nvPr/>
          </p:nvSpPr>
          <p:spPr>
            <a:xfrm>
              <a:off x="1352858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23"/>
            <p:cNvSpPr/>
            <p:nvPr/>
          </p:nvSpPr>
          <p:spPr>
            <a:xfrm>
              <a:off x="1473385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23"/>
            <p:cNvSpPr/>
            <p:nvPr/>
          </p:nvSpPr>
          <p:spPr>
            <a:xfrm>
              <a:off x="1631648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23"/>
            <p:cNvSpPr/>
            <p:nvPr/>
          </p:nvSpPr>
          <p:spPr>
            <a:xfrm>
              <a:off x="1753685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23"/>
            <p:cNvSpPr/>
            <p:nvPr/>
          </p:nvSpPr>
          <p:spPr>
            <a:xfrm>
              <a:off x="1874212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23"/>
            <p:cNvSpPr/>
            <p:nvPr/>
          </p:nvSpPr>
          <p:spPr>
            <a:xfrm>
              <a:off x="429091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23"/>
            <p:cNvSpPr/>
            <p:nvPr/>
          </p:nvSpPr>
          <p:spPr>
            <a:xfrm>
              <a:off x="551204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23"/>
            <p:cNvSpPr/>
            <p:nvPr/>
          </p:nvSpPr>
          <p:spPr>
            <a:xfrm>
              <a:off x="671731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23"/>
            <p:cNvSpPr/>
            <p:nvPr/>
          </p:nvSpPr>
          <p:spPr>
            <a:xfrm>
              <a:off x="829994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23"/>
            <p:cNvSpPr/>
            <p:nvPr/>
          </p:nvSpPr>
          <p:spPr>
            <a:xfrm>
              <a:off x="952031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23"/>
            <p:cNvSpPr/>
            <p:nvPr/>
          </p:nvSpPr>
          <p:spPr>
            <a:xfrm>
              <a:off x="1072558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23"/>
            <p:cNvSpPr/>
            <p:nvPr/>
          </p:nvSpPr>
          <p:spPr>
            <a:xfrm>
              <a:off x="1230821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23"/>
            <p:cNvSpPr/>
            <p:nvPr/>
          </p:nvSpPr>
          <p:spPr>
            <a:xfrm>
              <a:off x="1352858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23"/>
            <p:cNvSpPr/>
            <p:nvPr/>
          </p:nvSpPr>
          <p:spPr>
            <a:xfrm>
              <a:off x="1473385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23"/>
            <p:cNvSpPr/>
            <p:nvPr/>
          </p:nvSpPr>
          <p:spPr>
            <a:xfrm>
              <a:off x="1631648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23"/>
            <p:cNvSpPr/>
            <p:nvPr/>
          </p:nvSpPr>
          <p:spPr>
            <a:xfrm>
              <a:off x="1753685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23"/>
            <p:cNvSpPr/>
            <p:nvPr/>
          </p:nvSpPr>
          <p:spPr>
            <a:xfrm>
              <a:off x="1874212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23"/>
            <p:cNvSpPr/>
            <p:nvPr/>
          </p:nvSpPr>
          <p:spPr>
            <a:xfrm>
              <a:off x="326526" y="3043964"/>
              <a:ext cx="623554" cy="467386"/>
            </a:xfrm>
            <a:custGeom>
              <a:avLst/>
              <a:gdLst/>
              <a:ahLst/>
              <a:cxnLst/>
              <a:rect l="l" t="t" r="r" b="b"/>
              <a:pathLst>
                <a:path w="8262" h="6193" extrusionOk="0">
                  <a:moveTo>
                    <a:pt x="23" y="1"/>
                  </a:moveTo>
                  <a:lnTo>
                    <a:pt x="1" y="928"/>
                  </a:lnTo>
                  <a:lnTo>
                    <a:pt x="8262" y="6193"/>
                  </a:lnTo>
                  <a:lnTo>
                    <a:pt x="8262" y="53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23"/>
            <p:cNvSpPr/>
            <p:nvPr/>
          </p:nvSpPr>
          <p:spPr>
            <a:xfrm>
              <a:off x="905465" y="3026002"/>
              <a:ext cx="623478" cy="467386"/>
            </a:xfrm>
            <a:custGeom>
              <a:avLst/>
              <a:gdLst/>
              <a:ahLst/>
              <a:cxnLst/>
              <a:rect l="l" t="t" r="r" b="b"/>
              <a:pathLst>
                <a:path w="8261" h="6193" extrusionOk="0">
                  <a:moveTo>
                    <a:pt x="23" y="1"/>
                  </a:moveTo>
                  <a:lnTo>
                    <a:pt x="0" y="928"/>
                  </a:lnTo>
                  <a:lnTo>
                    <a:pt x="8261" y="6192"/>
                  </a:lnTo>
                  <a:lnTo>
                    <a:pt x="8261" y="533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74" name="Google Shape;24974;p23"/>
          <p:cNvGrpSpPr/>
          <p:nvPr/>
        </p:nvGrpSpPr>
        <p:grpSpPr>
          <a:xfrm flipH="1">
            <a:off x="1170900" y="1569862"/>
            <a:ext cx="1360476" cy="3661949"/>
            <a:chOff x="-2072266" y="2590888"/>
            <a:chExt cx="906802" cy="2440811"/>
          </a:xfrm>
        </p:grpSpPr>
        <p:sp>
          <p:nvSpPr>
            <p:cNvPr id="24975" name="Google Shape;24975;p23"/>
            <p:cNvSpPr/>
            <p:nvPr/>
          </p:nvSpPr>
          <p:spPr>
            <a:xfrm>
              <a:off x="-2072266" y="4925205"/>
              <a:ext cx="906802" cy="106494"/>
            </a:xfrm>
            <a:custGeom>
              <a:avLst/>
              <a:gdLst/>
              <a:ahLst/>
              <a:cxnLst/>
              <a:rect l="l" t="t" r="r" b="b"/>
              <a:pathLst>
                <a:path w="7638" h="897" extrusionOk="0">
                  <a:moveTo>
                    <a:pt x="7638" y="448"/>
                  </a:moveTo>
                  <a:cubicBezTo>
                    <a:pt x="7638" y="696"/>
                    <a:pt x="5929" y="897"/>
                    <a:pt x="3820" y="897"/>
                  </a:cubicBezTo>
                  <a:cubicBezTo>
                    <a:pt x="1708" y="897"/>
                    <a:pt x="0" y="696"/>
                    <a:pt x="0" y="448"/>
                  </a:cubicBezTo>
                  <a:cubicBezTo>
                    <a:pt x="0" y="201"/>
                    <a:pt x="1708" y="0"/>
                    <a:pt x="3820" y="0"/>
                  </a:cubicBezTo>
                  <a:cubicBezTo>
                    <a:pt x="5929" y="0"/>
                    <a:pt x="7638" y="203"/>
                    <a:pt x="7638" y="448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23"/>
            <p:cNvSpPr/>
            <p:nvPr/>
          </p:nvSpPr>
          <p:spPr>
            <a:xfrm>
              <a:off x="-1798312" y="2998102"/>
              <a:ext cx="358898" cy="515849"/>
            </a:xfrm>
            <a:custGeom>
              <a:avLst/>
              <a:gdLst/>
              <a:ahLst/>
              <a:cxnLst/>
              <a:rect l="l" t="t" r="r" b="b"/>
              <a:pathLst>
                <a:path w="3023" h="4345" extrusionOk="0">
                  <a:moveTo>
                    <a:pt x="2689" y="1593"/>
                  </a:moveTo>
                  <a:cubicBezTo>
                    <a:pt x="3023" y="864"/>
                    <a:pt x="2489" y="1"/>
                    <a:pt x="2049" y="394"/>
                  </a:cubicBezTo>
                  <a:cubicBezTo>
                    <a:pt x="1609" y="784"/>
                    <a:pt x="909" y="3156"/>
                    <a:pt x="840" y="3039"/>
                  </a:cubicBezTo>
                  <a:cubicBezTo>
                    <a:pt x="768" y="2925"/>
                    <a:pt x="725" y="633"/>
                    <a:pt x="698" y="594"/>
                  </a:cubicBezTo>
                  <a:lnTo>
                    <a:pt x="537" y="357"/>
                  </a:lnTo>
                  <a:cubicBezTo>
                    <a:pt x="537" y="357"/>
                    <a:pt x="1" y="3160"/>
                    <a:pt x="479" y="3677"/>
                  </a:cubicBezTo>
                  <a:cubicBezTo>
                    <a:pt x="1093" y="4344"/>
                    <a:pt x="2325" y="2767"/>
                    <a:pt x="2689" y="1593"/>
                  </a:cubicBezTo>
                  <a:close/>
                </a:path>
              </a:pathLst>
            </a:custGeom>
            <a:solidFill>
              <a:srgbClr val="4F07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23"/>
            <p:cNvSpPr/>
            <p:nvPr/>
          </p:nvSpPr>
          <p:spPr>
            <a:xfrm>
              <a:off x="-1758896" y="2906567"/>
              <a:ext cx="75151" cy="192449"/>
            </a:xfrm>
            <a:custGeom>
              <a:avLst/>
              <a:gdLst/>
              <a:ahLst/>
              <a:cxnLst/>
              <a:rect l="l" t="t" r="r" b="b"/>
              <a:pathLst>
                <a:path w="633" h="1621" extrusionOk="0">
                  <a:moveTo>
                    <a:pt x="149" y="1621"/>
                  </a:moveTo>
                  <a:cubicBezTo>
                    <a:pt x="162" y="1519"/>
                    <a:pt x="135" y="1263"/>
                    <a:pt x="135" y="1263"/>
                  </a:cubicBezTo>
                  <a:cubicBezTo>
                    <a:pt x="135" y="1263"/>
                    <a:pt x="0" y="537"/>
                    <a:pt x="19" y="453"/>
                  </a:cubicBezTo>
                  <a:cubicBezTo>
                    <a:pt x="37" y="369"/>
                    <a:pt x="256" y="1"/>
                    <a:pt x="340" y="9"/>
                  </a:cubicBezTo>
                  <a:cubicBezTo>
                    <a:pt x="426" y="13"/>
                    <a:pt x="350" y="244"/>
                    <a:pt x="350" y="244"/>
                  </a:cubicBezTo>
                  <a:cubicBezTo>
                    <a:pt x="350" y="244"/>
                    <a:pt x="471" y="164"/>
                    <a:pt x="512" y="219"/>
                  </a:cubicBezTo>
                  <a:cubicBezTo>
                    <a:pt x="553" y="279"/>
                    <a:pt x="499" y="428"/>
                    <a:pt x="499" y="428"/>
                  </a:cubicBezTo>
                  <a:cubicBezTo>
                    <a:pt x="499" y="428"/>
                    <a:pt x="585" y="379"/>
                    <a:pt x="610" y="430"/>
                  </a:cubicBezTo>
                  <a:cubicBezTo>
                    <a:pt x="632" y="481"/>
                    <a:pt x="614" y="594"/>
                    <a:pt x="614" y="594"/>
                  </a:cubicBezTo>
                  <a:lnTo>
                    <a:pt x="573" y="790"/>
                  </a:lnTo>
                  <a:cubicBezTo>
                    <a:pt x="573" y="790"/>
                    <a:pt x="626" y="954"/>
                    <a:pt x="612" y="1128"/>
                  </a:cubicBezTo>
                  <a:cubicBezTo>
                    <a:pt x="595" y="1302"/>
                    <a:pt x="491" y="1478"/>
                    <a:pt x="491" y="1478"/>
                  </a:cubicBezTo>
                  <a:close/>
                </a:path>
              </a:pathLst>
            </a:custGeom>
            <a:solidFill>
              <a:srgbClr val="4F07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23"/>
            <p:cNvSpPr/>
            <p:nvPr/>
          </p:nvSpPr>
          <p:spPr>
            <a:xfrm>
              <a:off x="-2004295" y="4838416"/>
              <a:ext cx="197198" cy="111599"/>
            </a:xfrm>
            <a:custGeom>
              <a:avLst/>
              <a:gdLst/>
              <a:ahLst/>
              <a:cxnLst/>
              <a:rect l="l" t="t" r="r" b="b"/>
              <a:pathLst>
                <a:path w="1661" h="940" extrusionOk="0">
                  <a:moveTo>
                    <a:pt x="1202" y="0"/>
                  </a:moveTo>
                  <a:cubicBezTo>
                    <a:pt x="1181" y="88"/>
                    <a:pt x="1106" y="154"/>
                    <a:pt x="940" y="299"/>
                  </a:cubicBezTo>
                  <a:cubicBezTo>
                    <a:pt x="772" y="446"/>
                    <a:pt x="42" y="379"/>
                    <a:pt x="11" y="518"/>
                  </a:cubicBezTo>
                  <a:cubicBezTo>
                    <a:pt x="1" y="563"/>
                    <a:pt x="73" y="637"/>
                    <a:pt x="163" y="661"/>
                  </a:cubicBezTo>
                  <a:cubicBezTo>
                    <a:pt x="465" y="737"/>
                    <a:pt x="1525" y="939"/>
                    <a:pt x="1525" y="939"/>
                  </a:cubicBezTo>
                  <a:lnTo>
                    <a:pt x="1660" y="166"/>
                  </a:ln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23"/>
            <p:cNvSpPr/>
            <p:nvPr/>
          </p:nvSpPr>
          <p:spPr>
            <a:xfrm>
              <a:off x="-1434902" y="4894691"/>
              <a:ext cx="198029" cy="120385"/>
            </a:xfrm>
            <a:custGeom>
              <a:avLst/>
              <a:gdLst/>
              <a:ahLst/>
              <a:cxnLst/>
              <a:rect l="l" t="t" r="r" b="b"/>
              <a:pathLst>
                <a:path w="1668" h="1014" extrusionOk="0">
                  <a:moveTo>
                    <a:pt x="1332" y="0"/>
                  </a:moveTo>
                  <a:cubicBezTo>
                    <a:pt x="1332" y="0"/>
                    <a:pt x="1064" y="299"/>
                    <a:pt x="909" y="410"/>
                  </a:cubicBezTo>
                  <a:cubicBezTo>
                    <a:pt x="663" y="584"/>
                    <a:pt x="199" y="561"/>
                    <a:pt x="121" y="739"/>
                  </a:cubicBezTo>
                  <a:cubicBezTo>
                    <a:pt x="0" y="1013"/>
                    <a:pt x="1521" y="878"/>
                    <a:pt x="1574" y="882"/>
                  </a:cubicBezTo>
                  <a:cubicBezTo>
                    <a:pt x="1668" y="831"/>
                    <a:pt x="1547" y="279"/>
                    <a:pt x="1547" y="279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23"/>
            <p:cNvSpPr/>
            <p:nvPr/>
          </p:nvSpPr>
          <p:spPr>
            <a:xfrm>
              <a:off x="-1589301" y="3533539"/>
              <a:ext cx="341090" cy="1431505"/>
            </a:xfrm>
            <a:custGeom>
              <a:avLst/>
              <a:gdLst/>
              <a:ahLst/>
              <a:cxnLst/>
              <a:rect l="l" t="t" r="r" b="b"/>
              <a:pathLst>
                <a:path w="2873" h="10660" extrusionOk="0">
                  <a:moveTo>
                    <a:pt x="614" y="0"/>
                  </a:moveTo>
                  <a:cubicBezTo>
                    <a:pt x="512" y="309"/>
                    <a:pt x="0" y="1848"/>
                    <a:pt x="0" y="1848"/>
                  </a:cubicBezTo>
                  <a:cubicBezTo>
                    <a:pt x="0" y="1848"/>
                    <a:pt x="769" y="5838"/>
                    <a:pt x="821" y="6071"/>
                  </a:cubicBezTo>
                  <a:cubicBezTo>
                    <a:pt x="872" y="6304"/>
                    <a:pt x="2138" y="9189"/>
                    <a:pt x="2296" y="10406"/>
                  </a:cubicBezTo>
                  <a:cubicBezTo>
                    <a:pt x="2392" y="10386"/>
                    <a:pt x="2848" y="10660"/>
                    <a:pt x="2848" y="10549"/>
                  </a:cubicBezTo>
                  <a:cubicBezTo>
                    <a:pt x="2873" y="10486"/>
                    <a:pt x="2846" y="10349"/>
                    <a:pt x="2846" y="10349"/>
                  </a:cubicBezTo>
                  <a:cubicBezTo>
                    <a:pt x="2357" y="8595"/>
                    <a:pt x="2599" y="7022"/>
                    <a:pt x="1905" y="5885"/>
                  </a:cubicBezTo>
                  <a:cubicBezTo>
                    <a:pt x="2058" y="4778"/>
                    <a:pt x="1770" y="2247"/>
                    <a:pt x="1801" y="2132"/>
                  </a:cubicBezTo>
                  <a:cubicBezTo>
                    <a:pt x="1876" y="1848"/>
                    <a:pt x="2128" y="1177"/>
                    <a:pt x="2128" y="11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23"/>
            <p:cNvSpPr/>
            <p:nvPr/>
          </p:nvSpPr>
          <p:spPr>
            <a:xfrm rot="199508">
              <a:off x="-1832351" y="3693577"/>
              <a:ext cx="468233" cy="1181573"/>
            </a:xfrm>
            <a:custGeom>
              <a:avLst/>
              <a:gdLst/>
              <a:ahLst/>
              <a:cxnLst/>
              <a:rect l="l" t="t" r="r" b="b"/>
              <a:pathLst>
                <a:path w="4416" h="9252" extrusionOk="0">
                  <a:moveTo>
                    <a:pt x="2159" y="6"/>
                  </a:moveTo>
                  <a:cubicBezTo>
                    <a:pt x="2032" y="0"/>
                    <a:pt x="789" y="3801"/>
                    <a:pt x="561" y="4638"/>
                  </a:cubicBezTo>
                  <a:cubicBezTo>
                    <a:pt x="469" y="4978"/>
                    <a:pt x="396" y="8286"/>
                    <a:pt x="1" y="9141"/>
                  </a:cubicBezTo>
                  <a:cubicBezTo>
                    <a:pt x="212" y="9194"/>
                    <a:pt x="308" y="9197"/>
                    <a:pt x="518" y="9252"/>
                  </a:cubicBezTo>
                  <a:cubicBezTo>
                    <a:pt x="987" y="6848"/>
                    <a:pt x="1503" y="6893"/>
                    <a:pt x="1766" y="4980"/>
                  </a:cubicBezTo>
                  <a:cubicBezTo>
                    <a:pt x="2986" y="2543"/>
                    <a:pt x="4254" y="2660"/>
                    <a:pt x="4416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23"/>
            <p:cNvSpPr/>
            <p:nvPr/>
          </p:nvSpPr>
          <p:spPr>
            <a:xfrm>
              <a:off x="-1606456" y="2801854"/>
              <a:ext cx="131070" cy="330761"/>
            </a:xfrm>
            <a:custGeom>
              <a:avLst/>
              <a:gdLst/>
              <a:ahLst/>
              <a:cxnLst/>
              <a:rect l="l" t="t" r="r" b="b"/>
              <a:pathLst>
                <a:path w="1104" h="2786" extrusionOk="0">
                  <a:moveTo>
                    <a:pt x="660" y="1"/>
                  </a:moveTo>
                  <a:cubicBezTo>
                    <a:pt x="701" y="134"/>
                    <a:pt x="701" y="248"/>
                    <a:pt x="737" y="402"/>
                  </a:cubicBezTo>
                  <a:cubicBezTo>
                    <a:pt x="881" y="983"/>
                    <a:pt x="1036" y="1642"/>
                    <a:pt x="1104" y="1613"/>
                  </a:cubicBezTo>
                  <a:cubicBezTo>
                    <a:pt x="1003" y="2020"/>
                    <a:pt x="1" y="2785"/>
                    <a:pt x="71" y="2186"/>
                  </a:cubicBezTo>
                  <a:cubicBezTo>
                    <a:pt x="95" y="1961"/>
                    <a:pt x="118" y="1192"/>
                    <a:pt x="118" y="1140"/>
                  </a:cubicBezTo>
                  <a:cubicBezTo>
                    <a:pt x="124" y="1085"/>
                    <a:pt x="660" y="1"/>
                    <a:pt x="660" y="1"/>
                  </a:cubicBezTo>
                  <a:close/>
                </a:path>
              </a:pathLst>
            </a:custGeom>
            <a:solidFill>
              <a:srgbClr val="4F07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23"/>
            <p:cNvSpPr/>
            <p:nvPr/>
          </p:nvSpPr>
          <p:spPr>
            <a:xfrm>
              <a:off x="-1760677" y="2666629"/>
              <a:ext cx="251810" cy="338715"/>
            </a:xfrm>
            <a:custGeom>
              <a:avLst/>
              <a:gdLst/>
              <a:ahLst/>
              <a:cxnLst/>
              <a:rect l="l" t="t" r="r" b="b"/>
              <a:pathLst>
                <a:path w="2121" h="2853" extrusionOk="0">
                  <a:moveTo>
                    <a:pt x="653" y="2515"/>
                  </a:moveTo>
                  <a:cubicBezTo>
                    <a:pt x="991" y="2852"/>
                    <a:pt x="1290" y="2748"/>
                    <a:pt x="1615" y="2331"/>
                  </a:cubicBezTo>
                  <a:cubicBezTo>
                    <a:pt x="1683" y="2240"/>
                    <a:pt x="1793" y="1801"/>
                    <a:pt x="1822" y="1692"/>
                  </a:cubicBezTo>
                  <a:cubicBezTo>
                    <a:pt x="1987" y="1074"/>
                    <a:pt x="2120" y="591"/>
                    <a:pt x="1259" y="152"/>
                  </a:cubicBezTo>
                  <a:cubicBezTo>
                    <a:pt x="962" y="0"/>
                    <a:pt x="1" y="293"/>
                    <a:pt x="13" y="866"/>
                  </a:cubicBezTo>
                  <a:cubicBezTo>
                    <a:pt x="19" y="1054"/>
                    <a:pt x="52" y="1166"/>
                    <a:pt x="209" y="1479"/>
                  </a:cubicBezTo>
                  <a:cubicBezTo>
                    <a:pt x="240" y="1541"/>
                    <a:pt x="230" y="1942"/>
                    <a:pt x="244" y="2011"/>
                  </a:cubicBezTo>
                  <a:cubicBezTo>
                    <a:pt x="257" y="2071"/>
                    <a:pt x="404" y="2103"/>
                    <a:pt x="420" y="2155"/>
                  </a:cubicBezTo>
                  <a:cubicBezTo>
                    <a:pt x="469" y="2331"/>
                    <a:pt x="527" y="2390"/>
                    <a:pt x="653" y="2515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23"/>
            <p:cNvSpPr/>
            <p:nvPr/>
          </p:nvSpPr>
          <p:spPr>
            <a:xfrm>
              <a:off x="-1779316" y="2658319"/>
              <a:ext cx="271400" cy="192805"/>
            </a:xfrm>
            <a:custGeom>
              <a:avLst/>
              <a:gdLst/>
              <a:ahLst/>
              <a:cxnLst/>
              <a:rect l="l" t="t" r="r" b="b"/>
              <a:pathLst>
                <a:path w="2286" h="1624" extrusionOk="0">
                  <a:moveTo>
                    <a:pt x="1590" y="1390"/>
                  </a:moveTo>
                  <a:cubicBezTo>
                    <a:pt x="1778" y="1357"/>
                    <a:pt x="2101" y="1623"/>
                    <a:pt x="2193" y="1609"/>
                  </a:cubicBezTo>
                  <a:cubicBezTo>
                    <a:pt x="2286" y="1592"/>
                    <a:pt x="2245" y="991"/>
                    <a:pt x="2167" y="762"/>
                  </a:cubicBezTo>
                  <a:cubicBezTo>
                    <a:pt x="2091" y="531"/>
                    <a:pt x="1860" y="230"/>
                    <a:pt x="1766" y="158"/>
                  </a:cubicBezTo>
                  <a:cubicBezTo>
                    <a:pt x="1672" y="87"/>
                    <a:pt x="1604" y="103"/>
                    <a:pt x="1604" y="103"/>
                  </a:cubicBezTo>
                  <a:cubicBezTo>
                    <a:pt x="1604" y="103"/>
                    <a:pt x="1416" y="9"/>
                    <a:pt x="1138" y="7"/>
                  </a:cubicBezTo>
                  <a:cubicBezTo>
                    <a:pt x="855" y="1"/>
                    <a:pt x="344" y="369"/>
                    <a:pt x="199" y="522"/>
                  </a:cubicBezTo>
                  <a:cubicBezTo>
                    <a:pt x="51" y="676"/>
                    <a:pt x="0" y="676"/>
                    <a:pt x="166" y="764"/>
                  </a:cubicBezTo>
                  <a:cubicBezTo>
                    <a:pt x="330" y="850"/>
                    <a:pt x="524" y="758"/>
                    <a:pt x="704" y="891"/>
                  </a:cubicBezTo>
                  <a:cubicBezTo>
                    <a:pt x="886" y="1022"/>
                    <a:pt x="1142" y="1048"/>
                    <a:pt x="1220" y="1155"/>
                  </a:cubicBezTo>
                  <a:cubicBezTo>
                    <a:pt x="1318" y="1292"/>
                    <a:pt x="1520" y="1404"/>
                    <a:pt x="1590" y="13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23"/>
            <p:cNvSpPr/>
            <p:nvPr/>
          </p:nvSpPr>
          <p:spPr>
            <a:xfrm>
              <a:off x="-1682379" y="2951325"/>
              <a:ext cx="409711" cy="783728"/>
            </a:xfrm>
            <a:custGeom>
              <a:avLst/>
              <a:gdLst/>
              <a:ahLst/>
              <a:cxnLst/>
              <a:rect l="l" t="t" r="r" b="b"/>
              <a:pathLst>
                <a:path w="3451" h="6419" extrusionOk="0">
                  <a:moveTo>
                    <a:pt x="1596" y="0"/>
                  </a:moveTo>
                  <a:cubicBezTo>
                    <a:pt x="1437" y="123"/>
                    <a:pt x="485" y="728"/>
                    <a:pt x="506" y="1262"/>
                  </a:cubicBezTo>
                  <a:cubicBezTo>
                    <a:pt x="522" y="1721"/>
                    <a:pt x="1" y="2349"/>
                    <a:pt x="138" y="2815"/>
                  </a:cubicBezTo>
                  <a:cubicBezTo>
                    <a:pt x="262" y="3249"/>
                    <a:pt x="684" y="3605"/>
                    <a:pt x="733" y="3940"/>
                  </a:cubicBezTo>
                  <a:cubicBezTo>
                    <a:pt x="993" y="5751"/>
                    <a:pt x="1011" y="5491"/>
                    <a:pt x="868" y="6279"/>
                  </a:cubicBezTo>
                  <a:cubicBezTo>
                    <a:pt x="1852" y="6418"/>
                    <a:pt x="3092" y="6396"/>
                    <a:pt x="3092" y="6396"/>
                  </a:cubicBezTo>
                  <a:cubicBezTo>
                    <a:pt x="2846" y="5551"/>
                    <a:pt x="3450" y="2390"/>
                    <a:pt x="1738" y="215"/>
                  </a:cubicBezTo>
                  <a:cubicBezTo>
                    <a:pt x="1715" y="184"/>
                    <a:pt x="1615" y="27"/>
                    <a:pt x="15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23"/>
            <p:cNvSpPr/>
            <p:nvPr/>
          </p:nvSpPr>
          <p:spPr>
            <a:xfrm>
              <a:off x="-1738832" y="2862165"/>
              <a:ext cx="158257" cy="142942"/>
            </a:xfrm>
            <a:custGeom>
              <a:avLst/>
              <a:gdLst/>
              <a:ahLst/>
              <a:cxnLst/>
              <a:rect l="l" t="t" r="r" b="b"/>
              <a:pathLst>
                <a:path w="1333" h="1204" extrusionOk="0">
                  <a:moveTo>
                    <a:pt x="25" y="252"/>
                  </a:moveTo>
                  <a:lnTo>
                    <a:pt x="721" y="0"/>
                  </a:lnTo>
                  <a:cubicBezTo>
                    <a:pt x="721" y="0"/>
                    <a:pt x="1333" y="802"/>
                    <a:pt x="1304" y="833"/>
                  </a:cubicBezTo>
                  <a:cubicBezTo>
                    <a:pt x="1278" y="859"/>
                    <a:pt x="909" y="1203"/>
                    <a:pt x="799" y="1172"/>
                  </a:cubicBezTo>
                  <a:cubicBezTo>
                    <a:pt x="688" y="1140"/>
                    <a:pt x="361" y="859"/>
                    <a:pt x="279" y="741"/>
                  </a:cubicBezTo>
                  <a:cubicBezTo>
                    <a:pt x="197" y="620"/>
                    <a:pt x="173" y="528"/>
                    <a:pt x="173" y="528"/>
                  </a:cubicBezTo>
                  <a:cubicBezTo>
                    <a:pt x="173" y="528"/>
                    <a:pt x="44" y="454"/>
                    <a:pt x="21" y="377"/>
                  </a:cubicBezTo>
                  <a:cubicBezTo>
                    <a:pt x="1" y="295"/>
                    <a:pt x="25" y="252"/>
                    <a:pt x="25" y="25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23"/>
            <p:cNvSpPr/>
            <p:nvPr/>
          </p:nvSpPr>
          <p:spPr>
            <a:xfrm>
              <a:off x="-1676384" y="2785589"/>
              <a:ext cx="87142" cy="96759"/>
            </a:xfrm>
            <a:custGeom>
              <a:avLst/>
              <a:gdLst/>
              <a:ahLst/>
              <a:cxnLst/>
              <a:rect l="l" t="t" r="r" b="b"/>
              <a:pathLst>
                <a:path w="734" h="815" extrusionOk="0">
                  <a:moveTo>
                    <a:pt x="1" y="815"/>
                  </a:moveTo>
                  <a:lnTo>
                    <a:pt x="733" y="1"/>
                  </a:lnTo>
                  <a:lnTo>
                    <a:pt x="731" y="128"/>
                  </a:lnTo>
                  <a:lnTo>
                    <a:pt x="152" y="77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23"/>
            <p:cNvSpPr/>
            <p:nvPr/>
          </p:nvSpPr>
          <p:spPr>
            <a:xfrm>
              <a:off x="-1597908" y="2812064"/>
              <a:ext cx="53306" cy="151727"/>
            </a:xfrm>
            <a:custGeom>
              <a:avLst/>
              <a:gdLst/>
              <a:ahLst/>
              <a:cxnLst/>
              <a:rect l="l" t="t" r="r" b="b"/>
              <a:pathLst>
                <a:path w="449" h="1278" extrusionOk="0">
                  <a:moveTo>
                    <a:pt x="1" y="1271"/>
                  </a:moveTo>
                  <a:lnTo>
                    <a:pt x="336" y="1"/>
                  </a:lnTo>
                  <a:lnTo>
                    <a:pt x="449" y="1"/>
                  </a:lnTo>
                  <a:lnTo>
                    <a:pt x="95" y="127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23"/>
            <p:cNvSpPr/>
            <p:nvPr/>
          </p:nvSpPr>
          <p:spPr>
            <a:xfrm>
              <a:off x="-1614410" y="2758876"/>
              <a:ext cx="74914" cy="98540"/>
            </a:xfrm>
            <a:custGeom>
              <a:avLst/>
              <a:gdLst/>
              <a:ahLst/>
              <a:cxnLst/>
              <a:rect l="l" t="t" r="r" b="b"/>
              <a:pathLst>
                <a:path w="631" h="830" extrusionOk="0">
                  <a:moveTo>
                    <a:pt x="232" y="52"/>
                  </a:moveTo>
                  <a:cubicBezTo>
                    <a:pt x="93" y="103"/>
                    <a:pt x="0" y="306"/>
                    <a:pt x="62" y="531"/>
                  </a:cubicBezTo>
                  <a:cubicBezTo>
                    <a:pt x="123" y="756"/>
                    <a:pt x="234" y="829"/>
                    <a:pt x="373" y="778"/>
                  </a:cubicBezTo>
                  <a:cubicBezTo>
                    <a:pt x="510" y="727"/>
                    <a:pt x="631" y="563"/>
                    <a:pt x="569" y="338"/>
                  </a:cubicBezTo>
                  <a:cubicBezTo>
                    <a:pt x="508" y="117"/>
                    <a:pt x="373" y="1"/>
                    <a:pt x="232" y="52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23"/>
            <p:cNvSpPr/>
            <p:nvPr/>
          </p:nvSpPr>
          <p:spPr>
            <a:xfrm>
              <a:off x="-1745124" y="2811826"/>
              <a:ext cx="79069" cy="26594"/>
            </a:xfrm>
            <a:custGeom>
              <a:avLst/>
              <a:gdLst/>
              <a:ahLst/>
              <a:cxnLst/>
              <a:rect l="l" t="t" r="r" b="b"/>
              <a:pathLst>
                <a:path w="666" h="224" extrusionOk="0">
                  <a:moveTo>
                    <a:pt x="78" y="185"/>
                  </a:moveTo>
                  <a:cubicBezTo>
                    <a:pt x="160" y="146"/>
                    <a:pt x="666" y="117"/>
                    <a:pt x="514" y="62"/>
                  </a:cubicBezTo>
                  <a:cubicBezTo>
                    <a:pt x="353" y="1"/>
                    <a:pt x="85" y="44"/>
                    <a:pt x="17" y="132"/>
                  </a:cubicBezTo>
                  <a:cubicBezTo>
                    <a:pt x="19" y="132"/>
                    <a:pt x="1" y="224"/>
                    <a:pt x="78" y="18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23"/>
            <p:cNvSpPr/>
            <p:nvPr/>
          </p:nvSpPr>
          <p:spPr>
            <a:xfrm>
              <a:off x="-1727790" y="2834977"/>
              <a:ext cx="43571" cy="28256"/>
            </a:xfrm>
            <a:custGeom>
              <a:avLst/>
              <a:gdLst/>
              <a:ahLst/>
              <a:cxnLst/>
              <a:rect l="l" t="t" r="r" b="b"/>
              <a:pathLst>
                <a:path w="367" h="238" extrusionOk="0">
                  <a:moveTo>
                    <a:pt x="317" y="0"/>
                  </a:moveTo>
                  <a:cubicBezTo>
                    <a:pt x="366" y="213"/>
                    <a:pt x="0" y="237"/>
                    <a:pt x="4" y="55"/>
                  </a:cubicBezTo>
                  <a:cubicBezTo>
                    <a:pt x="143" y="137"/>
                    <a:pt x="213" y="115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23"/>
            <p:cNvSpPr/>
            <p:nvPr/>
          </p:nvSpPr>
          <p:spPr>
            <a:xfrm>
              <a:off x="-1740731" y="2908704"/>
              <a:ext cx="75389" cy="178915"/>
            </a:xfrm>
            <a:custGeom>
              <a:avLst/>
              <a:gdLst/>
              <a:ahLst/>
              <a:cxnLst/>
              <a:rect l="l" t="t" r="r" b="b"/>
              <a:pathLst>
                <a:path w="635" h="1507" extrusionOk="0">
                  <a:moveTo>
                    <a:pt x="150" y="1507"/>
                  </a:moveTo>
                  <a:cubicBezTo>
                    <a:pt x="162" y="1405"/>
                    <a:pt x="136" y="1149"/>
                    <a:pt x="136" y="1149"/>
                  </a:cubicBezTo>
                  <a:cubicBezTo>
                    <a:pt x="136" y="1149"/>
                    <a:pt x="1" y="422"/>
                    <a:pt x="19" y="339"/>
                  </a:cubicBezTo>
                  <a:cubicBezTo>
                    <a:pt x="37" y="253"/>
                    <a:pt x="195" y="48"/>
                    <a:pt x="281" y="54"/>
                  </a:cubicBezTo>
                  <a:cubicBezTo>
                    <a:pt x="365" y="58"/>
                    <a:pt x="350" y="128"/>
                    <a:pt x="350" y="128"/>
                  </a:cubicBezTo>
                  <a:cubicBezTo>
                    <a:pt x="350" y="128"/>
                    <a:pt x="463" y="1"/>
                    <a:pt x="508" y="56"/>
                  </a:cubicBezTo>
                  <a:cubicBezTo>
                    <a:pt x="549" y="116"/>
                    <a:pt x="502" y="312"/>
                    <a:pt x="502" y="312"/>
                  </a:cubicBezTo>
                  <a:cubicBezTo>
                    <a:pt x="502" y="312"/>
                    <a:pt x="590" y="263"/>
                    <a:pt x="612" y="314"/>
                  </a:cubicBezTo>
                  <a:cubicBezTo>
                    <a:pt x="635" y="365"/>
                    <a:pt x="616" y="478"/>
                    <a:pt x="616" y="478"/>
                  </a:cubicBezTo>
                  <a:lnTo>
                    <a:pt x="541" y="639"/>
                  </a:lnTo>
                  <a:cubicBezTo>
                    <a:pt x="541" y="639"/>
                    <a:pt x="590" y="699"/>
                    <a:pt x="573" y="873"/>
                  </a:cubicBezTo>
                  <a:cubicBezTo>
                    <a:pt x="559" y="1046"/>
                    <a:pt x="512" y="1290"/>
                    <a:pt x="512" y="1290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23"/>
            <p:cNvSpPr/>
            <p:nvPr/>
          </p:nvSpPr>
          <p:spPr>
            <a:xfrm>
              <a:off x="-1437870" y="4951559"/>
              <a:ext cx="198860" cy="53781"/>
            </a:xfrm>
            <a:custGeom>
              <a:avLst/>
              <a:gdLst/>
              <a:ahLst/>
              <a:cxnLst/>
              <a:rect l="l" t="t" r="r" b="b"/>
              <a:pathLst>
                <a:path w="1675" h="453" extrusionOk="0">
                  <a:moveTo>
                    <a:pt x="1664" y="195"/>
                  </a:moveTo>
                  <a:cubicBezTo>
                    <a:pt x="1631" y="191"/>
                    <a:pt x="948" y="281"/>
                    <a:pt x="815" y="195"/>
                  </a:cubicBezTo>
                  <a:cubicBezTo>
                    <a:pt x="682" y="107"/>
                    <a:pt x="729" y="10"/>
                    <a:pt x="598" y="4"/>
                  </a:cubicBezTo>
                  <a:cubicBezTo>
                    <a:pt x="469" y="0"/>
                    <a:pt x="103" y="117"/>
                    <a:pt x="52" y="225"/>
                  </a:cubicBezTo>
                  <a:cubicBezTo>
                    <a:pt x="1" y="332"/>
                    <a:pt x="48" y="401"/>
                    <a:pt x="120" y="426"/>
                  </a:cubicBezTo>
                  <a:cubicBezTo>
                    <a:pt x="191" y="452"/>
                    <a:pt x="1674" y="432"/>
                    <a:pt x="1674" y="432"/>
                  </a:cubicBezTo>
                  <a:close/>
                </a:path>
              </a:pathLst>
            </a:custGeom>
            <a:solidFill>
              <a:srgbClr val="6D34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23"/>
            <p:cNvSpPr/>
            <p:nvPr/>
          </p:nvSpPr>
          <p:spPr>
            <a:xfrm>
              <a:off x="-2011300" y="4877238"/>
              <a:ext cx="195180" cy="87855"/>
            </a:xfrm>
            <a:custGeom>
              <a:avLst/>
              <a:gdLst/>
              <a:ahLst/>
              <a:cxnLst/>
              <a:rect l="l" t="t" r="r" b="b"/>
              <a:pathLst>
                <a:path w="1644" h="740" extrusionOk="0">
                  <a:moveTo>
                    <a:pt x="1643" y="508"/>
                  </a:moveTo>
                  <a:cubicBezTo>
                    <a:pt x="1611" y="494"/>
                    <a:pt x="929" y="402"/>
                    <a:pt x="825" y="283"/>
                  </a:cubicBezTo>
                  <a:cubicBezTo>
                    <a:pt x="719" y="164"/>
                    <a:pt x="788" y="83"/>
                    <a:pt x="666" y="42"/>
                  </a:cubicBezTo>
                  <a:cubicBezTo>
                    <a:pt x="543" y="1"/>
                    <a:pt x="156" y="19"/>
                    <a:pt x="80" y="109"/>
                  </a:cubicBezTo>
                  <a:cubicBezTo>
                    <a:pt x="1" y="197"/>
                    <a:pt x="31" y="279"/>
                    <a:pt x="93" y="324"/>
                  </a:cubicBezTo>
                  <a:cubicBezTo>
                    <a:pt x="154" y="367"/>
                    <a:pt x="1592" y="739"/>
                    <a:pt x="1592" y="739"/>
                  </a:cubicBezTo>
                  <a:close/>
                </a:path>
              </a:pathLst>
            </a:custGeom>
            <a:solidFill>
              <a:srgbClr val="6D34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23"/>
            <p:cNvSpPr/>
            <p:nvPr/>
          </p:nvSpPr>
          <p:spPr>
            <a:xfrm>
              <a:off x="-1782522" y="2991572"/>
              <a:ext cx="379081" cy="512406"/>
            </a:xfrm>
            <a:custGeom>
              <a:avLst/>
              <a:gdLst/>
              <a:ahLst/>
              <a:cxnLst/>
              <a:rect l="l" t="t" r="r" b="b"/>
              <a:pathLst>
                <a:path w="3193" h="4316" extrusionOk="0">
                  <a:moveTo>
                    <a:pt x="2857" y="1590"/>
                  </a:moveTo>
                  <a:cubicBezTo>
                    <a:pt x="3192" y="862"/>
                    <a:pt x="2658" y="1"/>
                    <a:pt x="2218" y="391"/>
                  </a:cubicBezTo>
                  <a:cubicBezTo>
                    <a:pt x="1777" y="782"/>
                    <a:pt x="891" y="2812"/>
                    <a:pt x="903" y="2734"/>
                  </a:cubicBezTo>
                  <a:cubicBezTo>
                    <a:pt x="915" y="2658"/>
                    <a:pt x="909" y="608"/>
                    <a:pt x="864" y="592"/>
                  </a:cubicBezTo>
                  <a:lnTo>
                    <a:pt x="492" y="449"/>
                  </a:lnTo>
                  <a:cubicBezTo>
                    <a:pt x="492" y="449"/>
                    <a:pt x="1" y="3129"/>
                    <a:pt x="475" y="3644"/>
                  </a:cubicBezTo>
                  <a:cubicBezTo>
                    <a:pt x="1095" y="4316"/>
                    <a:pt x="2337" y="2194"/>
                    <a:pt x="2857" y="1590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23"/>
            <p:cNvSpPr/>
            <p:nvPr/>
          </p:nvSpPr>
          <p:spPr>
            <a:xfrm>
              <a:off x="-1624680" y="2645853"/>
              <a:ext cx="87148" cy="70754"/>
            </a:xfrm>
            <a:custGeom>
              <a:avLst/>
              <a:gdLst/>
              <a:ahLst/>
              <a:cxnLst/>
              <a:rect l="l" t="t" r="r" b="b"/>
              <a:pathLst>
                <a:path w="1044" h="1218" extrusionOk="0">
                  <a:moveTo>
                    <a:pt x="1044" y="608"/>
                  </a:moveTo>
                  <a:cubicBezTo>
                    <a:pt x="1044" y="945"/>
                    <a:pt x="811" y="1217"/>
                    <a:pt x="522" y="1217"/>
                  </a:cubicBezTo>
                  <a:cubicBezTo>
                    <a:pt x="234" y="1217"/>
                    <a:pt x="0" y="945"/>
                    <a:pt x="0" y="608"/>
                  </a:cubicBezTo>
                  <a:cubicBezTo>
                    <a:pt x="0" y="272"/>
                    <a:pt x="234" y="0"/>
                    <a:pt x="522" y="0"/>
                  </a:cubicBezTo>
                  <a:cubicBezTo>
                    <a:pt x="811" y="0"/>
                    <a:pt x="1044" y="272"/>
                    <a:pt x="1044" y="608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23"/>
            <p:cNvSpPr/>
            <p:nvPr/>
          </p:nvSpPr>
          <p:spPr>
            <a:xfrm rot="-8101372">
              <a:off x="-1625892" y="2632564"/>
              <a:ext cx="174636" cy="136864"/>
            </a:xfrm>
            <a:custGeom>
              <a:avLst/>
              <a:gdLst/>
              <a:ahLst/>
              <a:cxnLst/>
              <a:rect l="l" t="t" r="r" b="b"/>
              <a:pathLst>
                <a:path w="3944" h="4873" extrusionOk="0">
                  <a:moveTo>
                    <a:pt x="3436" y="304"/>
                  </a:moveTo>
                  <a:cubicBezTo>
                    <a:pt x="3943" y="516"/>
                    <a:pt x="3716" y="2211"/>
                    <a:pt x="3716" y="2211"/>
                  </a:cubicBezTo>
                  <a:cubicBezTo>
                    <a:pt x="3716" y="2211"/>
                    <a:pt x="3319" y="3459"/>
                    <a:pt x="2204" y="4291"/>
                  </a:cubicBezTo>
                  <a:cubicBezTo>
                    <a:pt x="1427" y="4872"/>
                    <a:pt x="645" y="4432"/>
                    <a:pt x="273" y="3393"/>
                  </a:cubicBezTo>
                  <a:cubicBezTo>
                    <a:pt x="109" y="2945"/>
                    <a:pt x="85" y="2127"/>
                    <a:pt x="66" y="1662"/>
                  </a:cubicBezTo>
                  <a:cubicBezTo>
                    <a:pt x="1" y="124"/>
                    <a:pt x="1038" y="1257"/>
                    <a:pt x="1652" y="1691"/>
                  </a:cubicBezTo>
                  <a:cubicBezTo>
                    <a:pt x="2266" y="2123"/>
                    <a:pt x="3268" y="1"/>
                    <a:pt x="3436" y="3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23"/>
            <p:cNvSpPr/>
            <p:nvPr/>
          </p:nvSpPr>
          <p:spPr>
            <a:xfrm rot="10800000" flipH="1">
              <a:off x="-1807038" y="2654935"/>
              <a:ext cx="269500" cy="133088"/>
            </a:xfrm>
            <a:custGeom>
              <a:avLst/>
              <a:gdLst/>
              <a:ahLst/>
              <a:cxnLst/>
              <a:rect l="l" t="t" r="r" b="b"/>
              <a:pathLst>
                <a:path w="2270" h="1121" extrusionOk="0">
                  <a:moveTo>
                    <a:pt x="1333" y="909"/>
                  </a:moveTo>
                  <a:cubicBezTo>
                    <a:pt x="1449" y="926"/>
                    <a:pt x="1617" y="1120"/>
                    <a:pt x="1885" y="1104"/>
                  </a:cubicBezTo>
                  <a:cubicBezTo>
                    <a:pt x="2153" y="1089"/>
                    <a:pt x="2270" y="733"/>
                    <a:pt x="2211" y="623"/>
                  </a:cubicBezTo>
                  <a:cubicBezTo>
                    <a:pt x="2151" y="512"/>
                    <a:pt x="2098" y="551"/>
                    <a:pt x="2098" y="551"/>
                  </a:cubicBezTo>
                  <a:lnTo>
                    <a:pt x="2121" y="666"/>
                  </a:lnTo>
                  <a:cubicBezTo>
                    <a:pt x="2121" y="666"/>
                    <a:pt x="2043" y="543"/>
                    <a:pt x="1965" y="502"/>
                  </a:cubicBezTo>
                  <a:cubicBezTo>
                    <a:pt x="1889" y="461"/>
                    <a:pt x="1889" y="469"/>
                    <a:pt x="1889" y="469"/>
                  </a:cubicBezTo>
                  <a:lnTo>
                    <a:pt x="1922" y="592"/>
                  </a:lnTo>
                  <a:lnTo>
                    <a:pt x="1548" y="275"/>
                  </a:lnTo>
                  <a:cubicBezTo>
                    <a:pt x="1548" y="275"/>
                    <a:pt x="1587" y="365"/>
                    <a:pt x="1566" y="349"/>
                  </a:cubicBezTo>
                  <a:cubicBezTo>
                    <a:pt x="1548" y="334"/>
                    <a:pt x="1441" y="222"/>
                    <a:pt x="1147" y="111"/>
                  </a:cubicBezTo>
                  <a:cubicBezTo>
                    <a:pt x="852" y="1"/>
                    <a:pt x="443" y="152"/>
                    <a:pt x="443" y="152"/>
                  </a:cubicBezTo>
                  <a:cubicBezTo>
                    <a:pt x="443" y="152"/>
                    <a:pt x="185" y="140"/>
                    <a:pt x="93" y="304"/>
                  </a:cubicBezTo>
                  <a:cubicBezTo>
                    <a:pt x="1" y="467"/>
                    <a:pt x="17" y="672"/>
                    <a:pt x="242" y="752"/>
                  </a:cubicBezTo>
                  <a:cubicBezTo>
                    <a:pt x="463" y="836"/>
                    <a:pt x="1333" y="909"/>
                    <a:pt x="1333" y="90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999" name="Google Shape;24999;p23"/>
          <p:cNvSpPr/>
          <p:nvPr/>
        </p:nvSpPr>
        <p:spPr>
          <a:xfrm>
            <a:off x="-2406373" y="4389910"/>
            <a:ext cx="4048113" cy="132598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25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01" name="Google Shape;25001;p24"/>
          <p:cNvSpPr/>
          <p:nvPr/>
        </p:nvSpPr>
        <p:spPr>
          <a:xfrm>
            <a:off x="-152250" y="4745100"/>
            <a:ext cx="9320400" cy="615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002" name="Google Shape;25002;p24"/>
          <p:cNvGrpSpPr/>
          <p:nvPr/>
        </p:nvGrpSpPr>
        <p:grpSpPr>
          <a:xfrm>
            <a:off x="-152241" y="231392"/>
            <a:ext cx="9183344" cy="5139336"/>
            <a:chOff x="4872350" y="903875"/>
            <a:chExt cx="1317175" cy="737150"/>
          </a:xfrm>
        </p:grpSpPr>
        <p:sp>
          <p:nvSpPr>
            <p:cNvPr id="25003" name="Google Shape;25003;p24"/>
            <p:cNvSpPr/>
            <p:nvPr/>
          </p:nvSpPr>
          <p:spPr>
            <a:xfrm>
              <a:off x="5120425" y="903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24"/>
            <p:cNvSpPr/>
            <p:nvPr/>
          </p:nvSpPr>
          <p:spPr>
            <a:xfrm>
              <a:off x="5163025" y="9044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24"/>
            <p:cNvSpPr/>
            <p:nvPr/>
          </p:nvSpPr>
          <p:spPr>
            <a:xfrm>
              <a:off x="4973800" y="9100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6" y="0"/>
                  </a:moveTo>
                  <a:cubicBezTo>
                    <a:pt x="0" y="3"/>
                    <a:pt x="0" y="71"/>
                    <a:pt x="46" y="71"/>
                  </a:cubicBezTo>
                  <a:lnTo>
                    <a:pt x="134" y="71"/>
                  </a:lnTo>
                  <a:cubicBezTo>
                    <a:pt x="179" y="71"/>
                    <a:pt x="17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24"/>
            <p:cNvSpPr/>
            <p:nvPr/>
          </p:nvSpPr>
          <p:spPr>
            <a:xfrm>
              <a:off x="5072000" y="916225"/>
              <a:ext cx="3175" cy="2500"/>
            </a:xfrm>
            <a:custGeom>
              <a:avLst/>
              <a:gdLst/>
              <a:ahLst/>
              <a:cxnLst/>
              <a:rect l="l" t="t" r="r" b="b"/>
              <a:pathLst>
                <a:path w="127" h="100" extrusionOk="0">
                  <a:moveTo>
                    <a:pt x="77" y="0"/>
                  </a:moveTo>
                  <a:cubicBezTo>
                    <a:pt x="69" y="0"/>
                    <a:pt x="61" y="3"/>
                    <a:pt x="53" y="10"/>
                  </a:cubicBezTo>
                  <a:lnTo>
                    <a:pt x="24" y="39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59"/>
                  </a:lnTo>
                  <a:cubicBezTo>
                    <a:pt x="127" y="35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24"/>
            <p:cNvSpPr/>
            <p:nvPr/>
          </p:nvSpPr>
          <p:spPr>
            <a:xfrm>
              <a:off x="5238950" y="9165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8" y="1"/>
                  </a:moveTo>
                  <a:cubicBezTo>
                    <a:pt x="73" y="1"/>
                    <a:pt x="29" y="33"/>
                    <a:pt x="16" y="77"/>
                  </a:cubicBezTo>
                  <a:cubicBezTo>
                    <a:pt x="1" y="134"/>
                    <a:pt x="35" y="189"/>
                    <a:pt x="89" y="206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7" y="237"/>
                    <a:pt x="196" y="238"/>
                    <a:pt x="206" y="238"/>
                  </a:cubicBezTo>
                  <a:cubicBezTo>
                    <a:pt x="251" y="238"/>
                    <a:pt x="294" y="205"/>
                    <a:pt x="306" y="161"/>
                  </a:cubicBezTo>
                  <a:cubicBezTo>
                    <a:pt x="321" y="104"/>
                    <a:pt x="288" y="50"/>
                    <a:pt x="233" y="33"/>
                  </a:cubicBezTo>
                  <a:cubicBezTo>
                    <a:pt x="203" y="24"/>
                    <a:pt x="175" y="14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24"/>
            <p:cNvSpPr/>
            <p:nvPr/>
          </p:nvSpPr>
          <p:spPr>
            <a:xfrm>
              <a:off x="5209550" y="918675"/>
              <a:ext cx="5300" cy="3500"/>
            </a:xfrm>
            <a:custGeom>
              <a:avLst/>
              <a:gdLst/>
              <a:ahLst/>
              <a:cxnLst/>
              <a:rect l="l" t="t" r="r" b="b"/>
              <a:pathLst>
                <a:path w="212" h="140" extrusionOk="0">
                  <a:moveTo>
                    <a:pt x="92" y="0"/>
                  </a:moveTo>
                  <a:cubicBezTo>
                    <a:pt x="3" y="0"/>
                    <a:pt x="1" y="139"/>
                    <a:pt x="92" y="139"/>
                  </a:cubicBezTo>
                  <a:lnTo>
                    <a:pt x="122" y="139"/>
                  </a:lnTo>
                  <a:cubicBezTo>
                    <a:pt x="211" y="139"/>
                    <a:pt x="211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24"/>
            <p:cNvSpPr/>
            <p:nvPr/>
          </p:nvSpPr>
          <p:spPr>
            <a:xfrm>
              <a:off x="5092500" y="9206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5" y="0"/>
                    <a:pt x="1" y="35"/>
                    <a:pt x="25" y="60"/>
                  </a:cubicBezTo>
                  <a:cubicBezTo>
                    <a:pt x="34" y="71"/>
                    <a:pt x="44" y="80"/>
                    <a:pt x="55" y="89"/>
                  </a:cubicBez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4" y="11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24"/>
            <p:cNvSpPr/>
            <p:nvPr/>
          </p:nvSpPr>
          <p:spPr>
            <a:xfrm>
              <a:off x="5307900" y="92097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9"/>
                    <a:pt x="105" y="31"/>
                  </a:cubicBezTo>
                  <a:lnTo>
                    <a:pt x="75" y="61"/>
                  </a:lnTo>
                  <a:cubicBezTo>
                    <a:pt x="0" y="135"/>
                    <a:pt x="72" y="239"/>
                    <a:pt x="152" y="239"/>
                  </a:cubicBezTo>
                  <a:cubicBezTo>
                    <a:pt x="175" y="239"/>
                    <a:pt x="199" y="230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24"/>
            <p:cNvSpPr/>
            <p:nvPr/>
          </p:nvSpPr>
          <p:spPr>
            <a:xfrm>
              <a:off x="5117925" y="9219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4" y="1"/>
                  </a:moveTo>
                  <a:cubicBezTo>
                    <a:pt x="255" y="1"/>
                    <a:pt x="245" y="2"/>
                    <a:pt x="235" y="6"/>
                  </a:cubicBezTo>
                  <a:cubicBezTo>
                    <a:pt x="187" y="26"/>
                    <a:pt x="137" y="46"/>
                    <a:pt x="89" y="64"/>
                  </a:cubicBezTo>
                  <a:cubicBezTo>
                    <a:pt x="38" y="85"/>
                    <a:pt x="0" y="135"/>
                    <a:pt x="17" y="193"/>
                  </a:cubicBezTo>
                  <a:cubicBezTo>
                    <a:pt x="29" y="234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5"/>
                  </a:cubicBezTo>
                  <a:cubicBezTo>
                    <a:pt x="194" y="246"/>
                    <a:pt x="244" y="227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24"/>
            <p:cNvSpPr/>
            <p:nvPr/>
          </p:nvSpPr>
          <p:spPr>
            <a:xfrm>
              <a:off x="5550800" y="923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1"/>
                  </a:moveTo>
                  <a:cubicBezTo>
                    <a:pt x="69" y="1"/>
                    <a:pt x="61" y="3"/>
                    <a:pt x="53" y="10"/>
                  </a:cubicBezTo>
                  <a:lnTo>
                    <a:pt x="24" y="40"/>
                  </a:lnTo>
                  <a:cubicBezTo>
                    <a:pt x="0" y="64"/>
                    <a:pt x="23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24"/>
            <p:cNvSpPr/>
            <p:nvPr/>
          </p:nvSpPr>
          <p:spPr>
            <a:xfrm>
              <a:off x="5273175" y="923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49" y="51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24"/>
            <p:cNvSpPr/>
            <p:nvPr/>
          </p:nvSpPr>
          <p:spPr>
            <a:xfrm>
              <a:off x="5593400" y="9239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4" y="1"/>
                  </a:moveTo>
                  <a:cubicBezTo>
                    <a:pt x="1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299" y="209"/>
                    <a:pt x="299" y="1"/>
                    <a:pt x="165" y="1"/>
                  </a:cubicBezTo>
                  <a:lnTo>
                    <a:pt x="135" y="1"/>
                  </a:ln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24"/>
            <p:cNvSpPr/>
            <p:nvPr/>
          </p:nvSpPr>
          <p:spPr>
            <a:xfrm>
              <a:off x="5340475" y="9247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24"/>
            <p:cNvSpPr/>
            <p:nvPr/>
          </p:nvSpPr>
          <p:spPr>
            <a:xfrm>
              <a:off x="5034250" y="926300"/>
              <a:ext cx="5225" cy="3450"/>
            </a:xfrm>
            <a:custGeom>
              <a:avLst/>
              <a:gdLst/>
              <a:ahLst/>
              <a:cxnLst/>
              <a:rect l="l" t="t" r="r" b="b"/>
              <a:pathLst>
                <a:path w="209" h="138" extrusionOk="0">
                  <a:moveTo>
                    <a:pt x="88" y="0"/>
                  </a:moveTo>
                  <a:cubicBezTo>
                    <a:pt x="1" y="0"/>
                    <a:pt x="1" y="137"/>
                    <a:pt x="90" y="138"/>
                  </a:cubicBezTo>
                  <a:lnTo>
                    <a:pt x="119" y="138"/>
                  </a:lnTo>
                  <a:cubicBezTo>
                    <a:pt x="209" y="138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24"/>
            <p:cNvSpPr/>
            <p:nvPr/>
          </p:nvSpPr>
          <p:spPr>
            <a:xfrm>
              <a:off x="5355875" y="92630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2" y="0"/>
                    <a:pt x="1" y="207"/>
                    <a:pt x="136" y="208"/>
                  </a:cubicBezTo>
                  <a:lnTo>
                    <a:pt x="224" y="208"/>
                  </a:lnTo>
                  <a:cubicBezTo>
                    <a:pt x="358" y="208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24"/>
            <p:cNvSpPr/>
            <p:nvPr/>
          </p:nvSpPr>
          <p:spPr>
            <a:xfrm>
              <a:off x="5009300" y="927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24"/>
            <p:cNvSpPr/>
            <p:nvPr/>
          </p:nvSpPr>
          <p:spPr>
            <a:xfrm>
              <a:off x="5404175" y="929575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7" y="71"/>
                    <a:pt x="177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24"/>
            <p:cNvSpPr/>
            <p:nvPr/>
          </p:nvSpPr>
          <p:spPr>
            <a:xfrm>
              <a:off x="5378375" y="92990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8" y="4"/>
                    <a:pt x="89" y="10"/>
                  </a:cubicBezTo>
                  <a:cubicBezTo>
                    <a:pt x="36" y="30"/>
                    <a:pt x="0" y="81"/>
                    <a:pt x="17" y="139"/>
                  </a:cubicBezTo>
                  <a:cubicBezTo>
                    <a:pt x="28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6" y="215"/>
                  </a:cubicBezTo>
                  <a:cubicBezTo>
                    <a:pt x="156" y="232"/>
                    <a:pt x="181" y="242"/>
                    <a:pt x="206" y="242"/>
                  </a:cubicBezTo>
                  <a:cubicBezTo>
                    <a:pt x="223" y="242"/>
                    <a:pt x="240" y="237"/>
                    <a:pt x="256" y="228"/>
                  </a:cubicBezTo>
                  <a:cubicBezTo>
                    <a:pt x="302" y="202"/>
                    <a:pt x="328" y="133"/>
                    <a:pt x="293" y="86"/>
                  </a:cubicBezTo>
                  <a:cubicBezTo>
                    <a:pt x="257" y="36"/>
                    <a:pt x="203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24"/>
            <p:cNvSpPr/>
            <p:nvPr/>
          </p:nvSpPr>
          <p:spPr>
            <a:xfrm>
              <a:off x="5306150" y="9300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24"/>
            <p:cNvSpPr/>
            <p:nvPr/>
          </p:nvSpPr>
          <p:spPr>
            <a:xfrm>
              <a:off x="5104900" y="93020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2" y="0"/>
                    <a:pt x="1" y="46"/>
                    <a:pt x="35" y="64"/>
                  </a:cubicBezTo>
                  <a:cubicBezTo>
                    <a:pt x="55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1"/>
                    <a:pt x="129" y="34"/>
                  </a:cubicBezTo>
                  <a:cubicBezTo>
                    <a:pt x="109" y="23"/>
                    <a:pt x="89" y="15"/>
                    <a:pt x="71" y="5"/>
                  </a:cubicBezTo>
                  <a:cubicBezTo>
                    <a:pt x="65" y="1"/>
                    <a:pt x="59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24"/>
            <p:cNvSpPr/>
            <p:nvPr/>
          </p:nvSpPr>
          <p:spPr>
            <a:xfrm>
              <a:off x="4995975" y="930625"/>
              <a:ext cx="6225" cy="5575"/>
            </a:xfrm>
            <a:custGeom>
              <a:avLst/>
              <a:gdLst/>
              <a:ahLst/>
              <a:cxnLst/>
              <a:rect l="l" t="t" r="r" b="b"/>
              <a:pathLst>
                <a:path w="249" h="223" extrusionOk="0">
                  <a:moveTo>
                    <a:pt x="98" y="1"/>
                  </a:moveTo>
                  <a:cubicBezTo>
                    <a:pt x="49" y="1"/>
                    <a:pt x="1" y="50"/>
                    <a:pt x="36" y="103"/>
                  </a:cubicBezTo>
                  <a:cubicBezTo>
                    <a:pt x="53" y="131"/>
                    <a:pt x="73" y="161"/>
                    <a:pt x="94" y="191"/>
                  </a:cubicBezTo>
                  <a:cubicBezTo>
                    <a:pt x="109" y="213"/>
                    <a:pt x="130" y="222"/>
                    <a:pt x="151" y="222"/>
                  </a:cubicBezTo>
                  <a:cubicBezTo>
                    <a:pt x="200" y="222"/>
                    <a:pt x="248" y="173"/>
                    <a:pt x="214" y="120"/>
                  </a:cubicBezTo>
                  <a:cubicBezTo>
                    <a:pt x="195" y="90"/>
                    <a:pt x="175" y="62"/>
                    <a:pt x="156" y="32"/>
                  </a:cubicBezTo>
                  <a:cubicBezTo>
                    <a:pt x="141" y="10"/>
                    <a:pt x="120" y="1"/>
                    <a:pt x="9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24"/>
            <p:cNvSpPr/>
            <p:nvPr/>
          </p:nvSpPr>
          <p:spPr>
            <a:xfrm>
              <a:off x="5174250" y="931100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5" y="0"/>
                  </a:moveTo>
                  <a:cubicBezTo>
                    <a:pt x="174" y="0"/>
                    <a:pt x="161" y="4"/>
                    <a:pt x="149" y="12"/>
                  </a:cubicBezTo>
                  <a:cubicBezTo>
                    <a:pt x="121" y="32"/>
                    <a:pt x="91" y="53"/>
                    <a:pt x="63" y="71"/>
                  </a:cubicBezTo>
                  <a:cubicBezTo>
                    <a:pt x="1" y="113"/>
                    <a:pt x="39" y="205"/>
                    <a:pt x="97" y="205"/>
                  </a:cubicBezTo>
                  <a:cubicBezTo>
                    <a:pt x="108" y="205"/>
                    <a:pt x="120" y="201"/>
                    <a:pt x="132" y="192"/>
                  </a:cubicBezTo>
                  <a:cubicBezTo>
                    <a:pt x="161" y="173"/>
                    <a:pt x="190" y="152"/>
                    <a:pt x="219" y="132"/>
                  </a:cubicBezTo>
                  <a:cubicBezTo>
                    <a:pt x="281" y="91"/>
                    <a:pt x="243" y="0"/>
                    <a:pt x="1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24"/>
            <p:cNvSpPr/>
            <p:nvPr/>
          </p:nvSpPr>
          <p:spPr>
            <a:xfrm>
              <a:off x="5065800" y="9335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0" y="105"/>
                    <a:pt x="73" y="178"/>
                  </a:cubicBezTo>
                  <a:cubicBezTo>
                    <a:pt x="84" y="189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24"/>
            <p:cNvSpPr/>
            <p:nvPr/>
          </p:nvSpPr>
          <p:spPr>
            <a:xfrm>
              <a:off x="5290750" y="934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24"/>
            <p:cNvSpPr/>
            <p:nvPr/>
          </p:nvSpPr>
          <p:spPr>
            <a:xfrm>
              <a:off x="5051425" y="9357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24"/>
            <p:cNvSpPr/>
            <p:nvPr/>
          </p:nvSpPr>
          <p:spPr>
            <a:xfrm>
              <a:off x="5502300" y="93570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1"/>
                  </a:lnTo>
                  <a:cubicBezTo>
                    <a:pt x="1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0"/>
                  </a:cubicBezTo>
                  <a:lnTo>
                    <a:pt x="105" y="60"/>
                  </a:lnTo>
                  <a:cubicBezTo>
                    <a:pt x="129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24"/>
            <p:cNvSpPr/>
            <p:nvPr/>
          </p:nvSpPr>
          <p:spPr>
            <a:xfrm>
              <a:off x="5669325" y="93600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6" y="1"/>
                  </a:moveTo>
                  <a:cubicBezTo>
                    <a:pt x="72" y="1"/>
                    <a:pt x="28" y="34"/>
                    <a:pt x="16" y="78"/>
                  </a:cubicBezTo>
                  <a:cubicBezTo>
                    <a:pt x="1" y="135"/>
                    <a:pt x="35" y="189"/>
                    <a:pt x="89" y="206"/>
                  </a:cubicBezTo>
                  <a:cubicBezTo>
                    <a:pt x="119" y="215"/>
                    <a:pt x="148" y="225"/>
                    <a:pt x="177" y="235"/>
                  </a:cubicBezTo>
                  <a:cubicBezTo>
                    <a:pt x="186" y="238"/>
                    <a:pt x="195" y="239"/>
                    <a:pt x="205" y="239"/>
                  </a:cubicBezTo>
                  <a:cubicBezTo>
                    <a:pt x="250" y="239"/>
                    <a:pt x="293" y="206"/>
                    <a:pt x="305" y="162"/>
                  </a:cubicBezTo>
                  <a:cubicBezTo>
                    <a:pt x="321" y="105"/>
                    <a:pt x="288" y="50"/>
                    <a:pt x="233" y="34"/>
                  </a:cubicBezTo>
                  <a:cubicBezTo>
                    <a:pt x="203" y="24"/>
                    <a:pt x="175" y="14"/>
                    <a:pt x="145" y="6"/>
                  </a:cubicBezTo>
                  <a:cubicBezTo>
                    <a:pt x="135" y="2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24"/>
            <p:cNvSpPr/>
            <p:nvPr/>
          </p:nvSpPr>
          <p:spPr>
            <a:xfrm>
              <a:off x="5146975" y="936175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1"/>
                    <a:pt x="199" y="3"/>
                  </a:cubicBezTo>
                  <a:cubicBezTo>
                    <a:pt x="160" y="12"/>
                    <a:pt x="121" y="23"/>
                    <a:pt x="82" y="32"/>
                  </a:cubicBezTo>
                  <a:cubicBezTo>
                    <a:pt x="1" y="51"/>
                    <a:pt x="26" y="168"/>
                    <a:pt x="100" y="168"/>
                  </a:cubicBezTo>
                  <a:cubicBezTo>
                    <a:pt x="106" y="168"/>
                    <a:pt x="112" y="167"/>
                    <a:pt x="118" y="166"/>
                  </a:cubicBezTo>
                  <a:cubicBezTo>
                    <a:pt x="156" y="156"/>
                    <a:pt x="196" y="146"/>
                    <a:pt x="235" y="137"/>
                  </a:cubicBezTo>
                  <a:cubicBezTo>
                    <a:pt x="315" y="116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24"/>
            <p:cNvSpPr/>
            <p:nvPr/>
          </p:nvSpPr>
          <p:spPr>
            <a:xfrm>
              <a:off x="5043000" y="936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24"/>
            <p:cNvSpPr/>
            <p:nvPr/>
          </p:nvSpPr>
          <p:spPr>
            <a:xfrm>
              <a:off x="4928350" y="9377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24"/>
            <p:cNvSpPr/>
            <p:nvPr/>
          </p:nvSpPr>
          <p:spPr>
            <a:xfrm>
              <a:off x="5639925" y="938150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24"/>
            <p:cNvSpPr/>
            <p:nvPr/>
          </p:nvSpPr>
          <p:spPr>
            <a:xfrm>
              <a:off x="5327650" y="939625"/>
              <a:ext cx="11475" cy="4900"/>
            </a:xfrm>
            <a:custGeom>
              <a:avLst/>
              <a:gdLst/>
              <a:ahLst/>
              <a:cxnLst/>
              <a:rect l="l" t="t" r="r" b="b"/>
              <a:pathLst>
                <a:path w="459" h="196" extrusionOk="0">
                  <a:moveTo>
                    <a:pt x="352" y="0"/>
                  </a:moveTo>
                  <a:cubicBezTo>
                    <a:pt x="341" y="0"/>
                    <a:pt x="331" y="3"/>
                    <a:pt x="320" y="8"/>
                  </a:cubicBezTo>
                  <a:cubicBezTo>
                    <a:pt x="255" y="40"/>
                    <a:pt x="187" y="55"/>
                    <a:pt x="115" y="55"/>
                  </a:cubicBezTo>
                  <a:cubicBezTo>
                    <a:pt x="107" y="55"/>
                    <a:pt x="98" y="55"/>
                    <a:pt x="89" y="55"/>
                  </a:cubicBezTo>
                  <a:cubicBezTo>
                    <a:pt x="88" y="55"/>
                    <a:pt x="87" y="55"/>
                    <a:pt x="87" y="55"/>
                  </a:cubicBezTo>
                  <a:cubicBezTo>
                    <a:pt x="1" y="55"/>
                    <a:pt x="0" y="190"/>
                    <a:pt x="89" y="194"/>
                  </a:cubicBezTo>
                  <a:cubicBezTo>
                    <a:pt x="98" y="195"/>
                    <a:pt x="107" y="195"/>
                    <a:pt x="116" y="195"/>
                  </a:cubicBezTo>
                  <a:cubicBezTo>
                    <a:pt x="211" y="195"/>
                    <a:pt x="303" y="171"/>
                    <a:pt x="389" y="128"/>
                  </a:cubicBezTo>
                  <a:cubicBezTo>
                    <a:pt x="459" y="94"/>
                    <a:pt x="416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24"/>
            <p:cNvSpPr/>
            <p:nvPr/>
          </p:nvSpPr>
          <p:spPr>
            <a:xfrm>
              <a:off x="5373850" y="939650"/>
              <a:ext cx="10375" cy="3500"/>
            </a:xfrm>
            <a:custGeom>
              <a:avLst/>
              <a:gdLst/>
              <a:ahLst/>
              <a:cxnLst/>
              <a:rect l="l" t="t" r="r" b="b"/>
              <a:pathLst>
                <a:path w="415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4" y="140"/>
                    <a:pt x="414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24"/>
            <p:cNvSpPr/>
            <p:nvPr/>
          </p:nvSpPr>
          <p:spPr>
            <a:xfrm>
              <a:off x="5522850" y="9401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0" y="35"/>
                    <a:pt x="24" y="59"/>
                  </a:cubicBezTo>
                  <a:cubicBezTo>
                    <a:pt x="35" y="69"/>
                    <a:pt x="45" y="79"/>
                    <a:pt x="54" y="90"/>
                  </a:cubicBezTo>
                  <a:cubicBezTo>
                    <a:pt x="62" y="97"/>
                    <a:pt x="70" y="100"/>
                    <a:pt x="77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24"/>
            <p:cNvSpPr/>
            <p:nvPr/>
          </p:nvSpPr>
          <p:spPr>
            <a:xfrm>
              <a:off x="5738250" y="9404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39"/>
                    <a:pt x="152" y="239"/>
                  </a:cubicBezTo>
                  <a:cubicBezTo>
                    <a:pt x="175" y="239"/>
                    <a:pt x="200" y="230"/>
                    <a:pt x="221" y="208"/>
                  </a:cubicBezTo>
                  <a:lnTo>
                    <a:pt x="252" y="179"/>
                  </a:lnTo>
                  <a:cubicBezTo>
                    <a:pt x="324" y="105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24"/>
            <p:cNvSpPr/>
            <p:nvPr/>
          </p:nvSpPr>
          <p:spPr>
            <a:xfrm>
              <a:off x="5548300" y="941425"/>
              <a:ext cx="9525" cy="6775"/>
            </a:xfrm>
            <a:custGeom>
              <a:avLst/>
              <a:gdLst/>
              <a:ahLst/>
              <a:cxnLst/>
              <a:rect l="l" t="t" r="r" b="b"/>
              <a:pathLst>
                <a:path w="381" h="271" extrusionOk="0">
                  <a:moveTo>
                    <a:pt x="265" y="0"/>
                  </a:moveTo>
                  <a:cubicBezTo>
                    <a:pt x="255" y="0"/>
                    <a:pt x="245" y="2"/>
                    <a:pt x="235" y="6"/>
                  </a:cubicBezTo>
                  <a:cubicBezTo>
                    <a:pt x="187" y="25"/>
                    <a:pt x="137" y="45"/>
                    <a:pt x="89" y="64"/>
                  </a:cubicBezTo>
                  <a:cubicBezTo>
                    <a:pt x="37" y="85"/>
                    <a:pt x="0" y="134"/>
                    <a:pt x="17" y="193"/>
                  </a:cubicBezTo>
                  <a:cubicBezTo>
                    <a:pt x="27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4" y="246"/>
                    <a:pt x="244" y="226"/>
                    <a:pt x="291" y="206"/>
                  </a:cubicBezTo>
                  <a:cubicBezTo>
                    <a:pt x="343" y="186"/>
                    <a:pt x="380" y="137"/>
                    <a:pt x="364" y="78"/>
                  </a:cubicBezTo>
                  <a:cubicBezTo>
                    <a:pt x="353" y="38"/>
                    <a:pt x="309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24"/>
            <p:cNvSpPr/>
            <p:nvPr/>
          </p:nvSpPr>
          <p:spPr>
            <a:xfrm>
              <a:off x="5030200" y="941750"/>
              <a:ext cx="2275" cy="1800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45" y="1"/>
                  </a:moveTo>
                  <a:cubicBezTo>
                    <a:pt x="0" y="2"/>
                    <a:pt x="0" y="71"/>
                    <a:pt x="45" y="71"/>
                  </a:cubicBezTo>
                  <a:cubicBezTo>
                    <a:pt x="88" y="71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24"/>
            <p:cNvSpPr/>
            <p:nvPr/>
          </p:nvSpPr>
          <p:spPr>
            <a:xfrm>
              <a:off x="5276300" y="942925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0"/>
                  </a:moveTo>
                  <a:cubicBezTo>
                    <a:pt x="72" y="0"/>
                    <a:pt x="0" y="105"/>
                    <a:pt x="75" y="177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4" y="163"/>
                    <a:pt x="281" y="8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24"/>
            <p:cNvSpPr/>
            <p:nvPr/>
          </p:nvSpPr>
          <p:spPr>
            <a:xfrm>
              <a:off x="5703550" y="9434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24"/>
            <p:cNvSpPr/>
            <p:nvPr/>
          </p:nvSpPr>
          <p:spPr>
            <a:xfrm>
              <a:off x="5770850" y="9442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24"/>
            <p:cNvSpPr/>
            <p:nvPr/>
          </p:nvSpPr>
          <p:spPr>
            <a:xfrm>
              <a:off x="5093900" y="9448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0"/>
                  </a:moveTo>
                  <a:cubicBezTo>
                    <a:pt x="70" y="0"/>
                    <a:pt x="62" y="3"/>
                    <a:pt x="55" y="10"/>
                  </a:cubicBezTo>
                  <a:cubicBezTo>
                    <a:pt x="44" y="21"/>
                    <a:pt x="35" y="31"/>
                    <a:pt x="25" y="40"/>
                  </a:cubicBezTo>
                  <a:cubicBezTo>
                    <a:pt x="1" y="64"/>
                    <a:pt x="24" y="99"/>
                    <a:pt x="50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24"/>
            <p:cNvSpPr/>
            <p:nvPr/>
          </p:nvSpPr>
          <p:spPr>
            <a:xfrm>
              <a:off x="5464625" y="945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7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24"/>
            <p:cNvSpPr/>
            <p:nvPr/>
          </p:nvSpPr>
          <p:spPr>
            <a:xfrm>
              <a:off x="5786250" y="945775"/>
              <a:ext cx="8950" cy="5225"/>
            </a:xfrm>
            <a:custGeom>
              <a:avLst/>
              <a:gdLst/>
              <a:ahLst/>
              <a:cxnLst/>
              <a:rect l="l" t="t" r="r" b="b"/>
              <a:pathLst>
                <a:path w="358" h="209" extrusionOk="0">
                  <a:moveTo>
                    <a:pt x="134" y="0"/>
                  </a:moveTo>
                  <a:cubicBezTo>
                    <a:pt x="1" y="0"/>
                    <a:pt x="1" y="207"/>
                    <a:pt x="134" y="208"/>
                  </a:cubicBezTo>
                  <a:lnTo>
                    <a:pt x="222" y="208"/>
                  </a:lnTo>
                  <a:cubicBezTo>
                    <a:pt x="357" y="208"/>
                    <a:pt x="357" y="0"/>
                    <a:pt x="2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24"/>
            <p:cNvSpPr/>
            <p:nvPr/>
          </p:nvSpPr>
          <p:spPr>
            <a:xfrm>
              <a:off x="5299750" y="9460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24"/>
            <p:cNvSpPr/>
            <p:nvPr/>
          </p:nvSpPr>
          <p:spPr>
            <a:xfrm>
              <a:off x="5406450" y="9470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8" y="128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24"/>
            <p:cNvSpPr/>
            <p:nvPr/>
          </p:nvSpPr>
          <p:spPr>
            <a:xfrm>
              <a:off x="5439650" y="9471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24"/>
            <p:cNvSpPr/>
            <p:nvPr/>
          </p:nvSpPr>
          <p:spPr>
            <a:xfrm>
              <a:off x="5808725" y="9494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5" y="1"/>
                  </a:moveTo>
                  <a:cubicBezTo>
                    <a:pt x="127" y="1"/>
                    <a:pt x="108" y="4"/>
                    <a:pt x="90" y="11"/>
                  </a:cubicBezTo>
                  <a:cubicBezTo>
                    <a:pt x="37" y="30"/>
                    <a:pt x="1" y="81"/>
                    <a:pt x="18" y="139"/>
                  </a:cubicBezTo>
                  <a:cubicBezTo>
                    <a:pt x="27" y="180"/>
                    <a:pt x="71" y="216"/>
                    <a:pt x="116" y="216"/>
                  </a:cubicBezTo>
                  <a:cubicBezTo>
                    <a:pt x="123" y="216"/>
                    <a:pt x="130" y="216"/>
                    <a:pt x="137" y="214"/>
                  </a:cubicBezTo>
                  <a:cubicBezTo>
                    <a:pt x="157" y="231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8"/>
                  </a:cubicBezTo>
                  <a:cubicBezTo>
                    <a:pt x="303" y="202"/>
                    <a:pt x="328" y="133"/>
                    <a:pt x="294" y="86"/>
                  </a:cubicBezTo>
                  <a:cubicBezTo>
                    <a:pt x="258" y="36"/>
                    <a:pt x="20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24"/>
            <p:cNvSpPr/>
            <p:nvPr/>
          </p:nvSpPr>
          <p:spPr>
            <a:xfrm>
              <a:off x="5736500" y="949500"/>
              <a:ext cx="3525" cy="4825"/>
            </a:xfrm>
            <a:custGeom>
              <a:avLst/>
              <a:gdLst/>
              <a:ahLst/>
              <a:cxnLst/>
              <a:rect l="l" t="t" r="r" b="b"/>
              <a:pathLst>
                <a:path w="141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24"/>
            <p:cNvSpPr/>
            <p:nvPr/>
          </p:nvSpPr>
          <p:spPr>
            <a:xfrm>
              <a:off x="5535275" y="949675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1"/>
                  </a:moveTo>
                  <a:cubicBezTo>
                    <a:pt x="21" y="1"/>
                    <a:pt x="0" y="47"/>
                    <a:pt x="35" y="65"/>
                  </a:cubicBezTo>
                  <a:cubicBezTo>
                    <a:pt x="55" y="75"/>
                    <a:pt x="73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8" y="35"/>
                  </a:cubicBezTo>
                  <a:cubicBezTo>
                    <a:pt x="109" y="25"/>
                    <a:pt x="89" y="15"/>
                    <a:pt x="70" y="5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24"/>
            <p:cNvSpPr/>
            <p:nvPr/>
          </p:nvSpPr>
          <p:spPr>
            <a:xfrm>
              <a:off x="5141300" y="9499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1"/>
                  </a:moveTo>
                  <a:cubicBezTo>
                    <a:pt x="72" y="1"/>
                    <a:pt x="1" y="104"/>
                    <a:pt x="73" y="177"/>
                  </a:cubicBezTo>
                  <a:cubicBezTo>
                    <a:pt x="103" y="206"/>
                    <a:pt x="132" y="236"/>
                    <a:pt x="161" y="265"/>
                  </a:cubicBezTo>
                  <a:cubicBezTo>
                    <a:pt x="183" y="287"/>
                    <a:pt x="208" y="296"/>
                    <a:pt x="231" y="296"/>
                  </a:cubicBezTo>
                  <a:cubicBezTo>
                    <a:pt x="311" y="296"/>
                    <a:pt x="382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24"/>
            <p:cNvSpPr/>
            <p:nvPr/>
          </p:nvSpPr>
          <p:spPr>
            <a:xfrm>
              <a:off x="5426325" y="9501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1" y="50"/>
                    <a:pt x="35" y="102"/>
                  </a:cubicBezTo>
                  <a:cubicBezTo>
                    <a:pt x="54" y="131"/>
                    <a:pt x="74" y="161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3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24"/>
            <p:cNvSpPr/>
            <p:nvPr/>
          </p:nvSpPr>
          <p:spPr>
            <a:xfrm>
              <a:off x="5236250" y="950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0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24"/>
            <p:cNvSpPr/>
            <p:nvPr/>
          </p:nvSpPr>
          <p:spPr>
            <a:xfrm>
              <a:off x="5604625" y="950600"/>
              <a:ext cx="7000" cy="5100"/>
            </a:xfrm>
            <a:custGeom>
              <a:avLst/>
              <a:gdLst/>
              <a:ahLst/>
              <a:cxnLst/>
              <a:rect l="l" t="t" r="r" b="b"/>
              <a:pathLst>
                <a:path w="280" h="204" extrusionOk="0">
                  <a:moveTo>
                    <a:pt x="184" y="0"/>
                  </a:moveTo>
                  <a:cubicBezTo>
                    <a:pt x="172" y="0"/>
                    <a:pt x="160" y="4"/>
                    <a:pt x="148" y="12"/>
                  </a:cubicBezTo>
                  <a:cubicBezTo>
                    <a:pt x="120" y="31"/>
                    <a:pt x="90" y="52"/>
                    <a:pt x="61" y="71"/>
                  </a:cubicBezTo>
                  <a:cubicBezTo>
                    <a:pt x="0" y="114"/>
                    <a:pt x="38" y="204"/>
                    <a:pt x="95" y="204"/>
                  </a:cubicBezTo>
                  <a:cubicBezTo>
                    <a:pt x="106" y="204"/>
                    <a:pt x="119" y="200"/>
                    <a:pt x="131" y="192"/>
                  </a:cubicBezTo>
                  <a:cubicBezTo>
                    <a:pt x="159" y="173"/>
                    <a:pt x="189" y="152"/>
                    <a:pt x="218" y="133"/>
                  </a:cubicBezTo>
                  <a:cubicBezTo>
                    <a:pt x="279" y="90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24"/>
            <p:cNvSpPr/>
            <p:nvPr/>
          </p:nvSpPr>
          <p:spPr>
            <a:xfrm>
              <a:off x="5496150" y="9530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24"/>
            <p:cNvSpPr/>
            <p:nvPr/>
          </p:nvSpPr>
          <p:spPr>
            <a:xfrm>
              <a:off x="5196350" y="9537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0"/>
                    <a:pt x="96" y="70"/>
                    <a:pt x="75" y="89"/>
                  </a:cubicBezTo>
                  <a:cubicBezTo>
                    <a:pt x="1" y="162"/>
                    <a:pt x="71" y="267"/>
                    <a:pt x="151" y="267"/>
                  </a:cubicBezTo>
                  <a:cubicBezTo>
                    <a:pt x="175" y="267"/>
                    <a:pt x="199" y="258"/>
                    <a:pt x="221" y="237"/>
                  </a:cubicBezTo>
                  <a:cubicBezTo>
                    <a:pt x="241" y="218"/>
                    <a:pt x="260" y="198"/>
                    <a:pt x="280" y="179"/>
                  </a:cubicBezTo>
                  <a:cubicBezTo>
                    <a:pt x="355" y="106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24"/>
            <p:cNvSpPr/>
            <p:nvPr/>
          </p:nvSpPr>
          <p:spPr>
            <a:xfrm>
              <a:off x="5721075" y="9537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60" y="130"/>
                    <a:pt x="70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24"/>
            <p:cNvSpPr/>
            <p:nvPr/>
          </p:nvSpPr>
          <p:spPr>
            <a:xfrm>
              <a:off x="4927225" y="953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6" y="1"/>
                    <a:pt x="59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1" y="174"/>
                  </a:cubicBezTo>
                  <a:cubicBezTo>
                    <a:pt x="161" y="144"/>
                    <a:pt x="170" y="116"/>
                    <a:pt x="181" y="86"/>
                  </a:cubicBezTo>
                  <a:cubicBezTo>
                    <a:pt x="198" y="34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24"/>
            <p:cNvSpPr/>
            <p:nvPr/>
          </p:nvSpPr>
          <p:spPr>
            <a:xfrm>
              <a:off x="4999475" y="954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24"/>
            <p:cNvSpPr/>
            <p:nvPr/>
          </p:nvSpPr>
          <p:spPr>
            <a:xfrm>
              <a:off x="5481800" y="9552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0"/>
                  </a:moveTo>
                  <a:cubicBezTo>
                    <a:pt x="0" y="0"/>
                    <a:pt x="0" y="209"/>
                    <a:pt x="134" y="209"/>
                  </a:cubicBezTo>
                  <a:lnTo>
                    <a:pt x="164" y="209"/>
                  </a:lnTo>
                  <a:cubicBezTo>
                    <a:pt x="299" y="209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24"/>
            <p:cNvSpPr/>
            <p:nvPr/>
          </p:nvSpPr>
          <p:spPr>
            <a:xfrm>
              <a:off x="5577325" y="955675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1"/>
                  </a:moveTo>
                  <a:cubicBezTo>
                    <a:pt x="211" y="1"/>
                    <a:pt x="205" y="1"/>
                    <a:pt x="198" y="3"/>
                  </a:cubicBezTo>
                  <a:cubicBezTo>
                    <a:pt x="160" y="12"/>
                    <a:pt x="121" y="23"/>
                    <a:pt x="80" y="32"/>
                  </a:cubicBezTo>
                  <a:cubicBezTo>
                    <a:pt x="0" y="50"/>
                    <a:pt x="26" y="167"/>
                    <a:pt x="99" y="167"/>
                  </a:cubicBezTo>
                  <a:cubicBezTo>
                    <a:pt x="104" y="167"/>
                    <a:pt x="110" y="166"/>
                    <a:pt x="117" y="165"/>
                  </a:cubicBezTo>
                  <a:cubicBezTo>
                    <a:pt x="156" y="156"/>
                    <a:pt x="194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24"/>
            <p:cNvSpPr/>
            <p:nvPr/>
          </p:nvSpPr>
          <p:spPr>
            <a:xfrm>
              <a:off x="5473375" y="956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1" y="1"/>
                    <a:pt x="1" y="137"/>
                    <a:pt x="91" y="138"/>
                  </a:cubicBezTo>
                  <a:cubicBezTo>
                    <a:pt x="180" y="138"/>
                    <a:pt x="180" y="1"/>
                    <a:pt x="91" y="1"/>
                  </a:cubicBez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24"/>
            <p:cNvSpPr/>
            <p:nvPr/>
          </p:nvSpPr>
          <p:spPr>
            <a:xfrm>
              <a:off x="4967375" y="9568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6"/>
                    <a:pt x="40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6" y="190"/>
                    <a:pt x="149" y="164"/>
                  </a:cubicBezTo>
                  <a:cubicBezTo>
                    <a:pt x="159" y="145"/>
                    <a:pt x="168" y="126"/>
                    <a:pt x="178" y="106"/>
                  </a:cubicBezTo>
                  <a:cubicBezTo>
                    <a:pt x="206" y="52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24"/>
            <p:cNvSpPr/>
            <p:nvPr/>
          </p:nvSpPr>
          <p:spPr>
            <a:xfrm>
              <a:off x="5358700" y="957225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3"/>
                    <a:pt x="36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24"/>
            <p:cNvSpPr/>
            <p:nvPr/>
          </p:nvSpPr>
          <p:spPr>
            <a:xfrm>
              <a:off x="5758000" y="959125"/>
              <a:ext cx="11500" cy="4900"/>
            </a:xfrm>
            <a:custGeom>
              <a:avLst/>
              <a:gdLst/>
              <a:ahLst/>
              <a:cxnLst/>
              <a:rect l="l" t="t" r="r" b="b"/>
              <a:pathLst>
                <a:path w="460" h="196" extrusionOk="0">
                  <a:moveTo>
                    <a:pt x="353" y="0"/>
                  </a:moveTo>
                  <a:cubicBezTo>
                    <a:pt x="342" y="0"/>
                    <a:pt x="331" y="3"/>
                    <a:pt x="320" y="8"/>
                  </a:cubicBezTo>
                  <a:cubicBezTo>
                    <a:pt x="255" y="41"/>
                    <a:pt x="185" y="55"/>
                    <a:pt x="112" y="55"/>
                  </a:cubicBezTo>
                  <a:cubicBezTo>
                    <a:pt x="104" y="55"/>
                    <a:pt x="97" y="55"/>
                    <a:pt x="89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0" y="55"/>
                    <a:pt x="1" y="191"/>
                    <a:pt x="89" y="195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1"/>
                    <a:pt x="390" y="128"/>
                  </a:cubicBezTo>
                  <a:cubicBezTo>
                    <a:pt x="459" y="93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24"/>
            <p:cNvSpPr/>
            <p:nvPr/>
          </p:nvSpPr>
          <p:spPr>
            <a:xfrm>
              <a:off x="5804200" y="95912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324" y="140"/>
                  </a:lnTo>
                  <a:cubicBezTo>
                    <a:pt x="413" y="140"/>
                    <a:pt x="41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24"/>
            <p:cNvSpPr/>
            <p:nvPr/>
          </p:nvSpPr>
          <p:spPr>
            <a:xfrm>
              <a:off x="5460525" y="961250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1"/>
                  </a:moveTo>
                  <a:cubicBezTo>
                    <a:pt x="2" y="2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24"/>
            <p:cNvSpPr/>
            <p:nvPr/>
          </p:nvSpPr>
          <p:spPr>
            <a:xfrm>
              <a:off x="5019450" y="961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2"/>
                    <a:pt x="21" y="163"/>
                    <a:pt x="67" y="194"/>
                  </a:cubicBezTo>
                  <a:cubicBezTo>
                    <a:pt x="97" y="213"/>
                    <a:pt x="126" y="233"/>
                    <a:pt x="155" y="254"/>
                  </a:cubicBezTo>
                  <a:cubicBezTo>
                    <a:pt x="170" y="264"/>
                    <a:pt x="187" y="268"/>
                    <a:pt x="204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7" y="166"/>
                    <a:pt x="309" y="104"/>
                    <a:pt x="261" y="73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24"/>
            <p:cNvSpPr/>
            <p:nvPr/>
          </p:nvSpPr>
          <p:spPr>
            <a:xfrm>
              <a:off x="5060200" y="962375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24"/>
            <p:cNvSpPr/>
            <p:nvPr/>
          </p:nvSpPr>
          <p:spPr>
            <a:xfrm>
              <a:off x="5706650" y="962400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1"/>
                  </a:moveTo>
                  <a:cubicBezTo>
                    <a:pt x="72" y="1"/>
                    <a:pt x="1" y="106"/>
                    <a:pt x="74" y="179"/>
                  </a:cubicBezTo>
                  <a:lnTo>
                    <a:pt x="132" y="237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1" y="267"/>
                    <a:pt x="353" y="163"/>
                    <a:pt x="279" y="9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24"/>
            <p:cNvSpPr/>
            <p:nvPr/>
          </p:nvSpPr>
          <p:spPr>
            <a:xfrm>
              <a:off x="5387800" y="96315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6" y="125"/>
                    <a:pt x="46" y="144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5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24"/>
            <p:cNvSpPr/>
            <p:nvPr/>
          </p:nvSpPr>
          <p:spPr>
            <a:xfrm>
              <a:off x="5524250" y="9643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0"/>
                  </a:moveTo>
                  <a:cubicBezTo>
                    <a:pt x="70" y="0"/>
                    <a:pt x="63" y="3"/>
                    <a:pt x="55" y="9"/>
                  </a:cubicBezTo>
                  <a:cubicBezTo>
                    <a:pt x="45" y="21"/>
                    <a:pt x="36" y="31"/>
                    <a:pt x="25" y="40"/>
                  </a:cubicBez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24"/>
            <p:cNvSpPr/>
            <p:nvPr/>
          </p:nvSpPr>
          <p:spPr>
            <a:xfrm>
              <a:off x="5108250" y="965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3" y="18"/>
                    <a:pt x="56" y="52"/>
                  </a:cubicBezTo>
                  <a:cubicBezTo>
                    <a:pt x="45" y="72"/>
                    <a:pt x="36" y="90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8" y="262"/>
                    <a:pt x="97" y="266"/>
                    <a:pt x="115" y="266"/>
                  </a:cubicBezTo>
                  <a:cubicBezTo>
                    <a:pt x="151" y="266"/>
                    <a:pt x="189" y="249"/>
                    <a:pt x="206" y="215"/>
                  </a:cubicBezTo>
                  <a:cubicBezTo>
                    <a:pt x="215" y="196"/>
                    <a:pt x="225" y="176"/>
                    <a:pt x="235" y="157"/>
                  </a:cubicBezTo>
                  <a:cubicBezTo>
                    <a:pt x="261" y="106"/>
                    <a:pt x="249" y="44"/>
                    <a:pt x="198" y="15"/>
                  </a:cubicBezTo>
                  <a:cubicBezTo>
                    <a:pt x="182" y="5"/>
                    <a:pt x="164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24"/>
            <p:cNvSpPr/>
            <p:nvPr/>
          </p:nvSpPr>
          <p:spPr>
            <a:xfrm>
              <a:off x="5730075" y="9655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2" y="1"/>
                  </a:moveTo>
                  <a:cubicBezTo>
                    <a:pt x="2" y="1"/>
                    <a:pt x="0" y="140"/>
                    <a:pt x="92" y="140"/>
                  </a:cubicBezTo>
                  <a:cubicBezTo>
                    <a:pt x="181" y="140"/>
                    <a:pt x="181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24"/>
            <p:cNvSpPr/>
            <p:nvPr/>
          </p:nvSpPr>
          <p:spPr>
            <a:xfrm>
              <a:off x="5210925" y="965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24"/>
            <p:cNvSpPr/>
            <p:nvPr/>
          </p:nvSpPr>
          <p:spPr>
            <a:xfrm>
              <a:off x="5836800" y="9665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8" y="27"/>
                    <a:pt x="70" y="38"/>
                  </a:cubicBezTo>
                  <a:cubicBezTo>
                    <a:pt x="1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8" y="139"/>
                    <a:pt x="197" y="129"/>
                  </a:cubicBezTo>
                  <a:cubicBezTo>
                    <a:pt x="266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24"/>
            <p:cNvSpPr/>
            <p:nvPr/>
          </p:nvSpPr>
          <p:spPr>
            <a:xfrm>
              <a:off x="5075025" y="968175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8" y="159"/>
                    <a:pt x="107" y="178"/>
                  </a:cubicBezTo>
                  <a:cubicBezTo>
                    <a:pt x="122" y="192"/>
                    <a:pt x="138" y="199"/>
                    <a:pt x="154" y="199"/>
                  </a:cubicBezTo>
                  <a:cubicBezTo>
                    <a:pt x="207" y="199"/>
                    <a:pt x="254" y="129"/>
                    <a:pt x="206" y="79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24"/>
            <p:cNvSpPr/>
            <p:nvPr/>
          </p:nvSpPr>
          <p:spPr>
            <a:xfrm>
              <a:off x="5896800" y="968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8" y="1"/>
                  </a:moveTo>
                  <a:cubicBezTo>
                    <a:pt x="70" y="1"/>
                    <a:pt x="62" y="4"/>
                    <a:pt x="55" y="11"/>
                  </a:cubicBezTo>
                  <a:lnTo>
                    <a:pt x="25" y="40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59" y="100"/>
                    <a:pt x="67" y="97"/>
                    <a:pt x="74" y="90"/>
                  </a:cubicBezTo>
                  <a:lnTo>
                    <a:pt x="104" y="60"/>
                  </a:lnTo>
                  <a:cubicBezTo>
                    <a:pt x="128" y="36"/>
                    <a:pt x="105" y="1"/>
                    <a:pt x="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24"/>
            <p:cNvSpPr/>
            <p:nvPr/>
          </p:nvSpPr>
          <p:spPr>
            <a:xfrm>
              <a:off x="5939425" y="968850"/>
              <a:ext cx="7475" cy="5250"/>
            </a:xfrm>
            <a:custGeom>
              <a:avLst/>
              <a:gdLst/>
              <a:ahLst/>
              <a:cxnLst/>
              <a:rect l="l" t="t" r="r" b="b"/>
              <a:pathLst>
                <a:path w="299" h="210" extrusionOk="0">
                  <a:moveTo>
                    <a:pt x="135" y="0"/>
                  </a:moveTo>
                  <a:cubicBezTo>
                    <a:pt x="1" y="0"/>
                    <a:pt x="0" y="210"/>
                    <a:pt x="135" y="210"/>
                  </a:cubicBezTo>
                  <a:lnTo>
                    <a:pt x="164" y="210"/>
                  </a:lnTo>
                  <a:cubicBezTo>
                    <a:pt x="299" y="210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24"/>
            <p:cNvSpPr/>
            <p:nvPr/>
          </p:nvSpPr>
          <p:spPr>
            <a:xfrm>
              <a:off x="5571675" y="969375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61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4"/>
                    <a:pt x="309" y="119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24"/>
            <p:cNvSpPr/>
            <p:nvPr/>
          </p:nvSpPr>
          <p:spPr>
            <a:xfrm>
              <a:off x="5666600" y="9696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1" y="0"/>
                    <a:pt x="1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24"/>
            <p:cNvSpPr/>
            <p:nvPr/>
          </p:nvSpPr>
          <p:spPr>
            <a:xfrm>
              <a:off x="5626700" y="973250"/>
              <a:ext cx="8900" cy="6700"/>
            </a:xfrm>
            <a:custGeom>
              <a:avLst/>
              <a:gdLst/>
              <a:ahLst/>
              <a:cxnLst/>
              <a:rect l="l" t="t" r="r" b="b"/>
              <a:pathLst>
                <a:path w="356" h="268" extrusionOk="0">
                  <a:moveTo>
                    <a:pt x="204" y="0"/>
                  </a:moveTo>
                  <a:cubicBezTo>
                    <a:pt x="180" y="0"/>
                    <a:pt x="156" y="9"/>
                    <a:pt x="135" y="31"/>
                  </a:cubicBezTo>
                  <a:cubicBezTo>
                    <a:pt x="115" y="50"/>
                    <a:pt x="97" y="69"/>
                    <a:pt x="76" y="89"/>
                  </a:cubicBezTo>
                  <a:cubicBezTo>
                    <a:pt x="1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2" y="217"/>
                    <a:pt x="260" y="197"/>
                    <a:pt x="281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24"/>
            <p:cNvSpPr/>
            <p:nvPr/>
          </p:nvSpPr>
          <p:spPr>
            <a:xfrm>
              <a:off x="5357550" y="9734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7" y="0"/>
                    <a:pt x="59" y="15"/>
                    <a:pt x="48" y="48"/>
                  </a:cubicBezTo>
                  <a:cubicBezTo>
                    <a:pt x="38" y="77"/>
                    <a:pt x="28" y="106"/>
                    <a:pt x="18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0" y="207"/>
                    <a:pt x="151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8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24"/>
            <p:cNvSpPr/>
            <p:nvPr/>
          </p:nvSpPr>
          <p:spPr>
            <a:xfrm>
              <a:off x="5429800" y="973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24"/>
            <p:cNvSpPr/>
            <p:nvPr/>
          </p:nvSpPr>
          <p:spPr>
            <a:xfrm>
              <a:off x="5310275" y="9738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70" y="209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24"/>
            <p:cNvSpPr/>
            <p:nvPr/>
          </p:nvSpPr>
          <p:spPr>
            <a:xfrm>
              <a:off x="5163975" y="97417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18" y="0"/>
                  </a:moveTo>
                  <a:cubicBezTo>
                    <a:pt x="110" y="0"/>
                    <a:pt x="101" y="1"/>
                    <a:pt x="92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8" y="162"/>
                    <a:pt x="39" y="190"/>
                    <a:pt x="47" y="220"/>
                  </a:cubicBezTo>
                  <a:cubicBezTo>
                    <a:pt x="63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79"/>
                    <a:pt x="267" y="219"/>
                    <a:pt x="248" y="165"/>
                  </a:cubicBezTo>
                  <a:cubicBezTo>
                    <a:pt x="239" y="134"/>
                    <a:pt x="228" y="107"/>
                    <a:pt x="220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24"/>
            <p:cNvSpPr/>
            <p:nvPr/>
          </p:nvSpPr>
          <p:spPr>
            <a:xfrm>
              <a:off x="5750200" y="974450"/>
              <a:ext cx="4475" cy="1775"/>
            </a:xfrm>
            <a:custGeom>
              <a:avLst/>
              <a:gdLst/>
              <a:ahLst/>
              <a:cxnLst/>
              <a:rect l="l" t="t" r="r" b="b"/>
              <a:pathLst>
                <a:path w="179" h="71" extrusionOk="0">
                  <a:moveTo>
                    <a:pt x="45" y="0"/>
                  </a:moveTo>
                  <a:cubicBezTo>
                    <a:pt x="0" y="2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9" y="71"/>
                    <a:pt x="179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24"/>
            <p:cNvSpPr/>
            <p:nvPr/>
          </p:nvSpPr>
          <p:spPr>
            <a:xfrm>
              <a:off x="5287200" y="9746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24"/>
            <p:cNvSpPr/>
            <p:nvPr/>
          </p:nvSpPr>
          <p:spPr>
            <a:xfrm>
              <a:off x="5255250" y="97515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24"/>
            <p:cNvSpPr/>
            <p:nvPr/>
          </p:nvSpPr>
          <p:spPr>
            <a:xfrm>
              <a:off x="4950150" y="97520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4" y="68"/>
                  </a:cubicBezTo>
                  <a:cubicBezTo>
                    <a:pt x="9" y="156"/>
                    <a:pt x="45" y="238"/>
                    <a:pt x="112" y="293"/>
                  </a:cubicBezTo>
                  <a:cubicBezTo>
                    <a:pt x="127" y="305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3"/>
                  </a:cubicBezTo>
                  <a:cubicBezTo>
                    <a:pt x="236" y="269"/>
                    <a:pt x="241" y="220"/>
                    <a:pt x="211" y="195"/>
                  </a:cubicBezTo>
                  <a:cubicBezTo>
                    <a:pt x="170" y="163"/>
                    <a:pt x="144" y="119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24"/>
            <p:cNvSpPr/>
            <p:nvPr/>
          </p:nvSpPr>
          <p:spPr>
            <a:xfrm>
              <a:off x="5190150" y="975800"/>
              <a:ext cx="7100" cy="5075"/>
            </a:xfrm>
            <a:custGeom>
              <a:avLst/>
              <a:gdLst/>
              <a:ahLst/>
              <a:cxnLst/>
              <a:rect l="l" t="t" r="r" b="b"/>
              <a:pathLst>
                <a:path w="284" h="203" extrusionOk="0">
                  <a:moveTo>
                    <a:pt x="188" y="0"/>
                  </a:moveTo>
                  <a:cubicBezTo>
                    <a:pt x="176" y="0"/>
                    <a:pt x="164" y="4"/>
                    <a:pt x="152" y="11"/>
                  </a:cubicBezTo>
                  <a:cubicBezTo>
                    <a:pt x="122" y="31"/>
                    <a:pt x="93" y="50"/>
                    <a:pt x="64" y="69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9"/>
                    <a:pt x="134" y="191"/>
                  </a:cubicBezTo>
                  <a:cubicBezTo>
                    <a:pt x="164" y="171"/>
                    <a:pt x="192" y="151"/>
                    <a:pt x="222" y="132"/>
                  </a:cubicBezTo>
                  <a:cubicBezTo>
                    <a:pt x="283" y="91"/>
                    <a:pt x="245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24"/>
            <p:cNvSpPr/>
            <p:nvPr/>
          </p:nvSpPr>
          <p:spPr>
            <a:xfrm>
              <a:off x="5397725" y="9763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0"/>
                  </a:moveTo>
                  <a:cubicBezTo>
                    <a:pt x="91" y="0"/>
                    <a:pt x="71" y="11"/>
                    <a:pt x="58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5"/>
                  </a:cubicBezTo>
                  <a:cubicBezTo>
                    <a:pt x="159" y="145"/>
                    <a:pt x="167" y="125"/>
                    <a:pt x="177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24"/>
            <p:cNvSpPr/>
            <p:nvPr/>
          </p:nvSpPr>
          <p:spPr>
            <a:xfrm>
              <a:off x="5342250" y="9768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1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2" y="208"/>
                  </a:lnTo>
                  <a:cubicBezTo>
                    <a:pt x="124" y="230"/>
                    <a:pt x="149" y="239"/>
                    <a:pt x="173" y="239"/>
                  </a:cubicBezTo>
                  <a:cubicBezTo>
                    <a:pt x="253" y="239"/>
                    <a:pt x="323" y="134"/>
                    <a:pt x="251" y="62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24"/>
            <p:cNvSpPr/>
            <p:nvPr/>
          </p:nvSpPr>
          <p:spPr>
            <a:xfrm>
              <a:off x="5107100" y="978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60"/>
                  </a:lnTo>
                  <a:cubicBezTo>
                    <a:pt x="0" y="227"/>
                    <a:pt x="52" y="261"/>
                    <a:pt x="105" y="261"/>
                  </a:cubicBezTo>
                  <a:cubicBezTo>
                    <a:pt x="156" y="261"/>
                    <a:pt x="208" y="228"/>
                    <a:pt x="208" y="160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24"/>
            <p:cNvSpPr/>
            <p:nvPr/>
          </p:nvSpPr>
          <p:spPr>
            <a:xfrm>
              <a:off x="5848350" y="9806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59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24"/>
            <p:cNvSpPr/>
            <p:nvPr/>
          </p:nvSpPr>
          <p:spPr>
            <a:xfrm>
              <a:off x="5449800" y="980750"/>
              <a:ext cx="8250" cy="6725"/>
            </a:xfrm>
            <a:custGeom>
              <a:avLst/>
              <a:gdLst/>
              <a:ahLst/>
              <a:cxnLst/>
              <a:rect l="l" t="t" r="r" b="b"/>
              <a:pathLst>
                <a:path w="330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5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9" y="268"/>
                    <a:pt x="206" y="268"/>
                  </a:cubicBezTo>
                  <a:cubicBezTo>
                    <a:pt x="243" y="268"/>
                    <a:pt x="281" y="248"/>
                    <a:pt x="299" y="217"/>
                  </a:cubicBezTo>
                  <a:cubicBezTo>
                    <a:pt x="329" y="166"/>
                    <a:pt x="310" y="105"/>
                    <a:pt x="262" y="74"/>
                  </a:cubicBezTo>
                  <a:cubicBezTo>
                    <a:pt x="232" y="54"/>
                    <a:pt x="203" y="35"/>
                    <a:pt x="174" y="16"/>
                  </a:cubicBezTo>
                  <a:cubicBezTo>
                    <a:pt x="159" y="6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24"/>
            <p:cNvSpPr/>
            <p:nvPr/>
          </p:nvSpPr>
          <p:spPr>
            <a:xfrm>
              <a:off x="6015350" y="980925"/>
              <a:ext cx="8050" cy="5950"/>
            </a:xfrm>
            <a:custGeom>
              <a:avLst/>
              <a:gdLst/>
              <a:ahLst/>
              <a:cxnLst/>
              <a:rect l="l" t="t" r="r" b="b"/>
              <a:pathLst>
                <a:path w="322" h="238" extrusionOk="0">
                  <a:moveTo>
                    <a:pt x="118" y="0"/>
                  </a:moveTo>
                  <a:cubicBezTo>
                    <a:pt x="72" y="0"/>
                    <a:pt x="29" y="33"/>
                    <a:pt x="16" y="77"/>
                  </a:cubicBezTo>
                  <a:cubicBezTo>
                    <a:pt x="1" y="133"/>
                    <a:pt x="35" y="188"/>
                    <a:pt x="89" y="205"/>
                  </a:cubicBezTo>
                  <a:cubicBezTo>
                    <a:pt x="119" y="215"/>
                    <a:pt x="147" y="225"/>
                    <a:pt x="177" y="233"/>
                  </a:cubicBezTo>
                  <a:cubicBezTo>
                    <a:pt x="186" y="236"/>
                    <a:pt x="196" y="238"/>
                    <a:pt x="205" y="238"/>
                  </a:cubicBezTo>
                  <a:cubicBezTo>
                    <a:pt x="250" y="238"/>
                    <a:pt x="294" y="205"/>
                    <a:pt x="306" y="162"/>
                  </a:cubicBezTo>
                  <a:cubicBezTo>
                    <a:pt x="321" y="104"/>
                    <a:pt x="287" y="50"/>
                    <a:pt x="233" y="33"/>
                  </a:cubicBezTo>
                  <a:cubicBezTo>
                    <a:pt x="203" y="24"/>
                    <a:pt x="174" y="14"/>
                    <a:pt x="145" y="4"/>
                  </a:cubicBezTo>
                  <a:cubicBezTo>
                    <a:pt x="136" y="2"/>
                    <a:pt x="127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24"/>
            <p:cNvSpPr/>
            <p:nvPr/>
          </p:nvSpPr>
          <p:spPr>
            <a:xfrm>
              <a:off x="5490575" y="981875"/>
              <a:ext cx="2250" cy="1750"/>
            </a:xfrm>
            <a:custGeom>
              <a:avLst/>
              <a:gdLst/>
              <a:ahLst/>
              <a:cxnLst/>
              <a:rect l="l" t="t" r="r" b="b"/>
              <a:pathLst>
                <a:path w="90" h="70" extrusionOk="0">
                  <a:moveTo>
                    <a:pt x="45" y="1"/>
                  </a:moveTo>
                  <a:cubicBezTo>
                    <a:pt x="1" y="2"/>
                    <a:pt x="1" y="70"/>
                    <a:pt x="45" y="70"/>
                  </a:cubicBezTo>
                  <a:cubicBezTo>
                    <a:pt x="90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24"/>
            <p:cNvSpPr/>
            <p:nvPr/>
          </p:nvSpPr>
          <p:spPr>
            <a:xfrm>
              <a:off x="5818125" y="982625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7" y="106"/>
                  </a:cubicBezTo>
                  <a:cubicBezTo>
                    <a:pt x="37" y="126"/>
                    <a:pt x="48" y="146"/>
                    <a:pt x="57" y="164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4" y="150"/>
                    <a:pt x="177" y="95"/>
                  </a:cubicBezTo>
                  <a:cubicBezTo>
                    <a:pt x="167" y="75"/>
                    <a:pt x="158" y="56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24"/>
            <p:cNvSpPr/>
            <p:nvPr/>
          </p:nvSpPr>
          <p:spPr>
            <a:xfrm>
              <a:off x="5985950" y="98307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lnTo>
                    <a:pt x="121" y="139"/>
                  </a:lnTo>
                  <a:cubicBezTo>
                    <a:pt x="210" y="139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24"/>
            <p:cNvSpPr/>
            <p:nvPr/>
          </p:nvSpPr>
          <p:spPr>
            <a:xfrm>
              <a:off x="4938725" y="983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24"/>
            <p:cNvSpPr/>
            <p:nvPr/>
          </p:nvSpPr>
          <p:spPr>
            <a:xfrm>
              <a:off x="4911575" y="984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24"/>
            <p:cNvSpPr/>
            <p:nvPr/>
          </p:nvSpPr>
          <p:spPr>
            <a:xfrm>
              <a:off x="5538600" y="9846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8"/>
                    <a:pt x="54" y="51"/>
                  </a:cubicBezTo>
                  <a:cubicBezTo>
                    <a:pt x="44" y="71"/>
                    <a:pt x="36" y="91"/>
                    <a:pt x="25" y="109"/>
                  </a:cubicBezTo>
                  <a:cubicBezTo>
                    <a:pt x="1" y="160"/>
                    <a:pt x="12" y="222"/>
                    <a:pt x="63" y="252"/>
                  </a:cubicBezTo>
                  <a:cubicBezTo>
                    <a:pt x="78" y="261"/>
                    <a:pt x="96" y="266"/>
                    <a:pt x="114" y="266"/>
                  </a:cubicBezTo>
                  <a:cubicBezTo>
                    <a:pt x="151" y="266"/>
                    <a:pt x="187" y="248"/>
                    <a:pt x="205" y="215"/>
                  </a:cubicBezTo>
                  <a:cubicBezTo>
                    <a:pt x="215" y="195"/>
                    <a:pt x="224" y="176"/>
                    <a:pt x="235" y="156"/>
                  </a:cubicBezTo>
                  <a:cubicBezTo>
                    <a:pt x="261" y="106"/>
                    <a:pt x="249" y="44"/>
                    <a:pt x="197" y="14"/>
                  </a:cubicBezTo>
                  <a:cubicBezTo>
                    <a:pt x="182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24"/>
            <p:cNvSpPr/>
            <p:nvPr/>
          </p:nvSpPr>
          <p:spPr>
            <a:xfrm>
              <a:off x="5868900" y="985025"/>
              <a:ext cx="3200" cy="2550"/>
            </a:xfrm>
            <a:custGeom>
              <a:avLst/>
              <a:gdLst/>
              <a:ahLst/>
              <a:cxnLst/>
              <a:rect l="l" t="t" r="r" b="b"/>
              <a:pathLst>
                <a:path w="128" h="102" extrusionOk="0">
                  <a:moveTo>
                    <a:pt x="51" y="1"/>
                  </a:moveTo>
                  <a:cubicBezTo>
                    <a:pt x="24" y="1"/>
                    <a:pt x="1" y="36"/>
                    <a:pt x="25" y="61"/>
                  </a:cubicBezTo>
                  <a:cubicBezTo>
                    <a:pt x="35" y="71"/>
                    <a:pt x="44" y="82"/>
                    <a:pt x="55" y="91"/>
                  </a:cubicBezTo>
                  <a:cubicBezTo>
                    <a:pt x="62" y="98"/>
                    <a:pt x="70" y="101"/>
                    <a:pt x="77" y="101"/>
                  </a:cubicBezTo>
                  <a:cubicBezTo>
                    <a:pt x="104" y="101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24"/>
            <p:cNvSpPr/>
            <p:nvPr/>
          </p:nvSpPr>
          <p:spPr>
            <a:xfrm>
              <a:off x="5641275" y="985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2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24"/>
            <p:cNvSpPr/>
            <p:nvPr/>
          </p:nvSpPr>
          <p:spPr>
            <a:xfrm>
              <a:off x="6084300" y="9854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5" y="61"/>
                  </a:lnTo>
                  <a:cubicBezTo>
                    <a:pt x="0" y="133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4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24"/>
            <p:cNvSpPr/>
            <p:nvPr/>
          </p:nvSpPr>
          <p:spPr>
            <a:xfrm>
              <a:off x="5152675" y="9860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24"/>
            <p:cNvSpPr/>
            <p:nvPr/>
          </p:nvSpPr>
          <p:spPr>
            <a:xfrm>
              <a:off x="5894300" y="986325"/>
              <a:ext cx="9550" cy="6775"/>
            </a:xfrm>
            <a:custGeom>
              <a:avLst/>
              <a:gdLst/>
              <a:ahLst/>
              <a:cxnLst/>
              <a:rect l="l" t="t" r="r" b="b"/>
              <a:pathLst>
                <a:path w="382" h="271" extrusionOk="0">
                  <a:moveTo>
                    <a:pt x="265" y="0"/>
                  </a:moveTo>
                  <a:cubicBezTo>
                    <a:pt x="255" y="0"/>
                    <a:pt x="246" y="2"/>
                    <a:pt x="236" y="6"/>
                  </a:cubicBezTo>
                  <a:cubicBezTo>
                    <a:pt x="187" y="26"/>
                    <a:pt x="138" y="45"/>
                    <a:pt x="90" y="65"/>
                  </a:cubicBezTo>
                  <a:cubicBezTo>
                    <a:pt x="39" y="86"/>
                    <a:pt x="0" y="134"/>
                    <a:pt x="18" y="192"/>
                  </a:cubicBezTo>
                  <a:cubicBezTo>
                    <a:pt x="29" y="233"/>
                    <a:pt x="72" y="270"/>
                    <a:pt x="117" y="270"/>
                  </a:cubicBezTo>
                  <a:cubicBezTo>
                    <a:pt x="127" y="270"/>
                    <a:pt x="136" y="269"/>
                    <a:pt x="145" y="265"/>
                  </a:cubicBezTo>
                  <a:cubicBezTo>
                    <a:pt x="195" y="246"/>
                    <a:pt x="244" y="227"/>
                    <a:pt x="292" y="207"/>
                  </a:cubicBezTo>
                  <a:cubicBezTo>
                    <a:pt x="344" y="186"/>
                    <a:pt x="382" y="138"/>
                    <a:pt x="365" y="78"/>
                  </a:cubicBezTo>
                  <a:cubicBezTo>
                    <a:pt x="354" y="38"/>
                    <a:pt x="310" y="0"/>
                    <a:pt x="2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24"/>
            <p:cNvSpPr/>
            <p:nvPr/>
          </p:nvSpPr>
          <p:spPr>
            <a:xfrm>
              <a:off x="4989650" y="987150"/>
              <a:ext cx="3900" cy="3225"/>
            </a:xfrm>
            <a:custGeom>
              <a:avLst/>
              <a:gdLst/>
              <a:ahLst/>
              <a:cxnLst/>
              <a:rect l="l" t="t" r="r" b="b"/>
              <a:pathLst>
                <a:path w="156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82" y="118"/>
                  </a:lnTo>
                  <a:cubicBezTo>
                    <a:pt x="90" y="126"/>
                    <a:pt x="98" y="129"/>
                    <a:pt x="106" y="129"/>
                  </a:cubicBezTo>
                  <a:cubicBezTo>
                    <a:pt x="132" y="129"/>
                    <a:pt x="156" y="94"/>
                    <a:pt x="132" y="69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24"/>
            <p:cNvSpPr/>
            <p:nvPr/>
          </p:nvSpPr>
          <p:spPr>
            <a:xfrm>
              <a:off x="5505350" y="9876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0"/>
                  </a:moveTo>
                  <a:cubicBezTo>
                    <a:pt x="47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24"/>
            <p:cNvSpPr/>
            <p:nvPr/>
          </p:nvSpPr>
          <p:spPr>
            <a:xfrm>
              <a:off x="5269275" y="9878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19" y="1"/>
                    <a:pt x="303" y="7"/>
                    <a:pt x="288" y="23"/>
                  </a:cubicBezTo>
                  <a:cubicBezTo>
                    <a:pt x="207" y="108"/>
                    <a:pt x="128" y="195"/>
                    <a:pt x="47" y="281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5" y="400"/>
                    <a:pt x="131" y="394"/>
                    <a:pt x="145" y="379"/>
                  </a:cubicBezTo>
                  <a:cubicBezTo>
                    <a:pt x="226" y="293"/>
                    <a:pt x="306" y="206"/>
                    <a:pt x="387" y="121"/>
                  </a:cubicBezTo>
                  <a:cubicBezTo>
                    <a:pt x="434" y="71"/>
                    <a:pt x="387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24"/>
            <p:cNvSpPr/>
            <p:nvPr/>
          </p:nvSpPr>
          <p:spPr>
            <a:xfrm>
              <a:off x="6049600" y="9883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0"/>
                  </a:moveTo>
                  <a:cubicBezTo>
                    <a:pt x="109" y="0"/>
                    <a:pt x="92" y="7"/>
                    <a:pt x="77" y="21"/>
                  </a:cubicBezTo>
                  <a:lnTo>
                    <a:pt x="48" y="51"/>
                  </a:lnTo>
                  <a:cubicBezTo>
                    <a:pt x="0" y="100"/>
                    <a:pt x="47" y="170"/>
                    <a:pt x="100" y="170"/>
                  </a:cubicBezTo>
                  <a:cubicBezTo>
                    <a:pt x="116" y="170"/>
                    <a:pt x="132" y="164"/>
                    <a:pt x="147" y="150"/>
                  </a:cubicBezTo>
                  <a:lnTo>
                    <a:pt x="176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24"/>
            <p:cNvSpPr/>
            <p:nvPr/>
          </p:nvSpPr>
          <p:spPr>
            <a:xfrm>
              <a:off x="6116875" y="9891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1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24"/>
            <p:cNvSpPr/>
            <p:nvPr/>
          </p:nvSpPr>
          <p:spPr>
            <a:xfrm>
              <a:off x="5001600" y="9892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9" y="51"/>
                  </a:lnTo>
                  <a:cubicBezTo>
                    <a:pt x="0" y="100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24"/>
            <p:cNvSpPr/>
            <p:nvPr/>
          </p:nvSpPr>
          <p:spPr>
            <a:xfrm>
              <a:off x="5810625" y="9906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24"/>
            <p:cNvSpPr/>
            <p:nvPr/>
          </p:nvSpPr>
          <p:spPr>
            <a:xfrm>
              <a:off x="6132275" y="990675"/>
              <a:ext cx="8975" cy="5250"/>
            </a:xfrm>
            <a:custGeom>
              <a:avLst/>
              <a:gdLst/>
              <a:ahLst/>
              <a:cxnLst/>
              <a:rect l="l" t="t" r="r" b="b"/>
              <a:pathLst>
                <a:path w="359" h="210" extrusionOk="0">
                  <a:moveTo>
                    <a:pt x="136" y="1"/>
                  </a:moveTo>
                  <a:cubicBezTo>
                    <a:pt x="1" y="1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8" y="209"/>
                    <a:pt x="358" y="1"/>
                    <a:pt x="2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24"/>
            <p:cNvSpPr/>
            <p:nvPr/>
          </p:nvSpPr>
          <p:spPr>
            <a:xfrm>
              <a:off x="5075950" y="99135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7" y="16"/>
                    <a:pt x="117" y="27"/>
                    <a:pt x="89" y="37"/>
                  </a:cubicBezTo>
                  <a:cubicBezTo>
                    <a:pt x="35" y="56"/>
                    <a:pt x="1" y="109"/>
                    <a:pt x="16" y="166"/>
                  </a:cubicBezTo>
                  <a:cubicBezTo>
                    <a:pt x="27" y="208"/>
                    <a:pt x="71" y="243"/>
                    <a:pt x="116" y="243"/>
                  </a:cubicBezTo>
                  <a:cubicBezTo>
                    <a:pt x="125" y="243"/>
                    <a:pt x="135" y="241"/>
                    <a:pt x="144" y="238"/>
                  </a:cubicBezTo>
                  <a:cubicBezTo>
                    <a:pt x="174" y="228"/>
                    <a:pt x="203" y="217"/>
                    <a:pt x="232" y="207"/>
                  </a:cubicBezTo>
                  <a:cubicBezTo>
                    <a:pt x="286" y="188"/>
                    <a:pt x="320" y="135"/>
                    <a:pt x="304" y="78"/>
                  </a:cubicBezTo>
                  <a:cubicBezTo>
                    <a:pt x="292" y="36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24"/>
            <p:cNvSpPr/>
            <p:nvPr/>
          </p:nvSpPr>
          <p:spPr>
            <a:xfrm>
              <a:off x="5785700" y="992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24"/>
            <p:cNvSpPr/>
            <p:nvPr/>
          </p:nvSpPr>
          <p:spPr>
            <a:xfrm>
              <a:off x="5359375" y="993125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0"/>
                  </a:moveTo>
                  <a:cubicBezTo>
                    <a:pt x="54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24"/>
            <p:cNvSpPr/>
            <p:nvPr/>
          </p:nvSpPr>
          <p:spPr>
            <a:xfrm>
              <a:off x="5740650" y="9933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24"/>
            <p:cNvSpPr/>
            <p:nvPr/>
          </p:nvSpPr>
          <p:spPr>
            <a:xfrm>
              <a:off x="5594325" y="993675"/>
              <a:ext cx="6650" cy="7400"/>
            </a:xfrm>
            <a:custGeom>
              <a:avLst/>
              <a:gdLst/>
              <a:ahLst/>
              <a:cxnLst/>
              <a:rect l="l" t="t" r="r" b="b"/>
              <a:pathLst>
                <a:path w="266" h="296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8"/>
                    <a:pt x="19" y="132"/>
                  </a:cubicBezTo>
                  <a:cubicBezTo>
                    <a:pt x="27" y="162"/>
                    <a:pt x="37" y="191"/>
                    <a:pt x="47" y="220"/>
                  </a:cubicBezTo>
                  <a:cubicBezTo>
                    <a:pt x="62" y="265"/>
                    <a:pt x="102" y="296"/>
                    <a:pt x="148" y="296"/>
                  </a:cubicBezTo>
                  <a:cubicBezTo>
                    <a:pt x="157" y="296"/>
                    <a:pt x="166" y="295"/>
                    <a:pt x="175" y="292"/>
                  </a:cubicBezTo>
                  <a:cubicBezTo>
                    <a:pt x="227" y="279"/>
                    <a:pt x="265" y="219"/>
                    <a:pt x="248" y="165"/>
                  </a:cubicBezTo>
                  <a:cubicBezTo>
                    <a:pt x="238" y="135"/>
                    <a:pt x="228" y="106"/>
                    <a:pt x="219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24"/>
            <p:cNvSpPr/>
            <p:nvPr/>
          </p:nvSpPr>
          <p:spPr>
            <a:xfrm>
              <a:off x="5054975" y="9937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24"/>
            <p:cNvSpPr/>
            <p:nvPr/>
          </p:nvSpPr>
          <p:spPr>
            <a:xfrm>
              <a:off x="5717550" y="9941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24"/>
            <p:cNvSpPr/>
            <p:nvPr/>
          </p:nvSpPr>
          <p:spPr>
            <a:xfrm>
              <a:off x="6154750" y="994300"/>
              <a:ext cx="8225" cy="6050"/>
            </a:xfrm>
            <a:custGeom>
              <a:avLst/>
              <a:gdLst/>
              <a:ahLst/>
              <a:cxnLst/>
              <a:rect l="l" t="t" r="r" b="b"/>
              <a:pathLst>
                <a:path w="329" h="242" extrusionOk="0">
                  <a:moveTo>
                    <a:pt x="146" y="1"/>
                  </a:moveTo>
                  <a:cubicBezTo>
                    <a:pt x="127" y="1"/>
                    <a:pt x="109" y="4"/>
                    <a:pt x="90" y="11"/>
                  </a:cubicBezTo>
                  <a:cubicBezTo>
                    <a:pt x="36" y="31"/>
                    <a:pt x="0" y="81"/>
                    <a:pt x="18" y="140"/>
                  </a:cubicBezTo>
                  <a:cubicBezTo>
                    <a:pt x="29" y="181"/>
                    <a:pt x="72" y="217"/>
                    <a:pt x="117" y="217"/>
                  </a:cubicBezTo>
                  <a:cubicBezTo>
                    <a:pt x="123" y="217"/>
                    <a:pt x="130" y="216"/>
                    <a:pt x="137" y="214"/>
                  </a:cubicBezTo>
                  <a:cubicBezTo>
                    <a:pt x="157" y="232"/>
                    <a:pt x="182" y="242"/>
                    <a:pt x="207" y="242"/>
                  </a:cubicBezTo>
                  <a:cubicBezTo>
                    <a:pt x="224" y="242"/>
                    <a:pt x="241" y="238"/>
                    <a:pt x="257" y="229"/>
                  </a:cubicBezTo>
                  <a:cubicBezTo>
                    <a:pt x="303" y="203"/>
                    <a:pt x="329" y="132"/>
                    <a:pt x="294" y="86"/>
                  </a:cubicBezTo>
                  <a:cubicBezTo>
                    <a:pt x="259" y="36"/>
                    <a:pt x="205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24"/>
            <p:cNvSpPr/>
            <p:nvPr/>
          </p:nvSpPr>
          <p:spPr>
            <a:xfrm>
              <a:off x="6082550" y="9944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24"/>
            <p:cNvSpPr/>
            <p:nvPr/>
          </p:nvSpPr>
          <p:spPr>
            <a:xfrm>
              <a:off x="5881300" y="994600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0"/>
                  </a:moveTo>
                  <a:cubicBezTo>
                    <a:pt x="22" y="0"/>
                    <a:pt x="1" y="46"/>
                    <a:pt x="35" y="63"/>
                  </a:cubicBezTo>
                  <a:cubicBezTo>
                    <a:pt x="54" y="74"/>
                    <a:pt x="74" y="83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9" y="34"/>
                  </a:cubicBezTo>
                  <a:cubicBezTo>
                    <a:pt x="109" y="24"/>
                    <a:pt x="89" y="15"/>
                    <a:pt x="70" y="4"/>
                  </a:cubicBezTo>
                  <a:cubicBezTo>
                    <a:pt x="64" y="1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24"/>
            <p:cNvSpPr/>
            <p:nvPr/>
          </p:nvSpPr>
          <p:spPr>
            <a:xfrm>
              <a:off x="5685625" y="9946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0" y="0"/>
                    <a:pt x="0" y="210"/>
                    <a:pt x="134" y="210"/>
                  </a:cubicBezTo>
                  <a:cubicBezTo>
                    <a:pt x="269" y="210"/>
                    <a:pt x="269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24"/>
            <p:cNvSpPr/>
            <p:nvPr/>
          </p:nvSpPr>
          <p:spPr>
            <a:xfrm>
              <a:off x="5380525" y="994725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9" y="155"/>
                    <a:pt x="45" y="237"/>
                    <a:pt x="112" y="294"/>
                  </a:cubicBezTo>
                  <a:cubicBezTo>
                    <a:pt x="127" y="306"/>
                    <a:pt x="145" y="313"/>
                    <a:pt x="164" y="313"/>
                  </a:cubicBezTo>
                  <a:cubicBezTo>
                    <a:pt x="180" y="313"/>
                    <a:pt x="197" y="307"/>
                    <a:pt x="211" y="294"/>
                  </a:cubicBezTo>
                  <a:cubicBezTo>
                    <a:pt x="235" y="269"/>
                    <a:pt x="241" y="218"/>
                    <a:pt x="211" y="195"/>
                  </a:cubicBezTo>
                  <a:cubicBezTo>
                    <a:pt x="170" y="162"/>
                    <a:pt x="144" y="120"/>
                    <a:pt x="142" y="68"/>
                  </a:cubicBezTo>
                  <a:cubicBezTo>
                    <a:pt x="140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24"/>
            <p:cNvSpPr/>
            <p:nvPr/>
          </p:nvSpPr>
          <p:spPr>
            <a:xfrm>
              <a:off x="5772350" y="995025"/>
              <a:ext cx="8350" cy="7325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98" y="0"/>
                  </a:moveTo>
                  <a:cubicBezTo>
                    <a:pt x="49" y="0"/>
                    <a:pt x="1" y="50"/>
                    <a:pt x="34" y="102"/>
                  </a:cubicBezTo>
                  <a:cubicBezTo>
                    <a:pt x="43" y="113"/>
                    <a:pt x="49" y="124"/>
                    <a:pt x="57" y="135"/>
                  </a:cubicBezTo>
                  <a:cubicBezTo>
                    <a:pt x="48" y="166"/>
                    <a:pt x="53" y="201"/>
                    <a:pt x="83" y="232"/>
                  </a:cubicBezTo>
                  <a:lnTo>
                    <a:pt x="112" y="262"/>
                  </a:lnTo>
                  <a:cubicBezTo>
                    <a:pt x="134" y="283"/>
                    <a:pt x="158" y="292"/>
                    <a:pt x="182" y="292"/>
                  </a:cubicBezTo>
                  <a:cubicBezTo>
                    <a:pt x="262" y="292"/>
                    <a:pt x="333" y="189"/>
                    <a:pt x="260" y="116"/>
                  </a:cubicBezTo>
                  <a:lnTo>
                    <a:pt x="230" y="86"/>
                  </a:lnTo>
                  <a:cubicBezTo>
                    <a:pt x="211" y="66"/>
                    <a:pt x="190" y="57"/>
                    <a:pt x="169" y="56"/>
                  </a:cubicBezTo>
                  <a:cubicBezTo>
                    <a:pt x="166" y="46"/>
                    <a:pt x="161" y="39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24"/>
            <p:cNvSpPr/>
            <p:nvPr/>
          </p:nvSpPr>
          <p:spPr>
            <a:xfrm>
              <a:off x="5238000" y="9950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24"/>
            <p:cNvSpPr/>
            <p:nvPr/>
          </p:nvSpPr>
          <p:spPr>
            <a:xfrm>
              <a:off x="5620525" y="99527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1" y="31"/>
                    <a:pt x="92" y="51"/>
                    <a:pt x="62" y="71"/>
                  </a:cubicBezTo>
                  <a:cubicBezTo>
                    <a:pt x="0" y="111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1" y="171"/>
                    <a:pt x="190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24"/>
            <p:cNvSpPr/>
            <p:nvPr/>
          </p:nvSpPr>
          <p:spPr>
            <a:xfrm>
              <a:off x="5950650" y="995450"/>
              <a:ext cx="7025" cy="5150"/>
            </a:xfrm>
            <a:custGeom>
              <a:avLst/>
              <a:gdLst/>
              <a:ahLst/>
              <a:cxnLst/>
              <a:rect l="l" t="t" r="r" b="b"/>
              <a:pathLst>
                <a:path w="281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1" y="33"/>
                    <a:pt x="91" y="53"/>
                    <a:pt x="62" y="73"/>
                  </a:cubicBezTo>
                  <a:cubicBezTo>
                    <a:pt x="1" y="114"/>
                    <a:pt x="39" y="206"/>
                    <a:pt x="96" y="206"/>
                  </a:cubicBezTo>
                  <a:cubicBezTo>
                    <a:pt x="108" y="206"/>
                    <a:pt x="120" y="202"/>
                    <a:pt x="132" y="193"/>
                  </a:cubicBezTo>
                  <a:cubicBezTo>
                    <a:pt x="160" y="173"/>
                    <a:pt x="190" y="153"/>
                    <a:pt x="219" y="133"/>
                  </a:cubicBezTo>
                  <a:cubicBezTo>
                    <a:pt x="281" y="92"/>
                    <a:pt x="242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24"/>
            <p:cNvSpPr/>
            <p:nvPr/>
          </p:nvSpPr>
          <p:spPr>
            <a:xfrm>
              <a:off x="5322825" y="9960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0"/>
                  </a:moveTo>
                  <a:cubicBezTo>
                    <a:pt x="48" y="0"/>
                    <a:pt x="1" y="70"/>
                    <a:pt x="50" y="119"/>
                  </a:cubicBezTo>
                  <a:cubicBezTo>
                    <a:pt x="60" y="129"/>
                    <a:pt x="70" y="139"/>
                    <a:pt x="80" y="148"/>
                  </a:cubicBez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24"/>
            <p:cNvSpPr/>
            <p:nvPr/>
          </p:nvSpPr>
          <p:spPr>
            <a:xfrm>
              <a:off x="4939200" y="997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24"/>
            <p:cNvSpPr/>
            <p:nvPr/>
          </p:nvSpPr>
          <p:spPr>
            <a:xfrm>
              <a:off x="5842200" y="9979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0" y="61"/>
                  </a:cubicBezTo>
                  <a:lnTo>
                    <a:pt x="221" y="32"/>
                  </a:ln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24"/>
            <p:cNvSpPr/>
            <p:nvPr/>
          </p:nvSpPr>
          <p:spPr>
            <a:xfrm>
              <a:off x="5537425" y="9980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24"/>
            <p:cNvSpPr/>
            <p:nvPr/>
          </p:nvSpPr>
          <p:spPr>
            <a:xfrm>
              <a:off x="5213400" y="99850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3" y="1"/>
                  </a:moveTo>
                  <a:cubicBezTo>
                    <a:pt x="0" y="1"/>
                    <a:pt x="1" y="208"/>
                    <a:pt x="134" y="210"/>
                  </a:cubicBezTo>
                  <a:cubicBezTo>
                    <a:pt x="269" y="210"/>
                    <a:pt x="269" y="1"/>
                    <a:pt x="134" y="1"/>
                  </a:cubicBezTo>
                  <a:cubicBezTo>
                    <a:pt x="134" y="1"/>
                    <a:pt x="133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24"/>
            <p:cNvSpPr/>
            <p:nvPr/>
          </p:nvSpPr>
          <p:spPr>
            <a:xfrm>
              <a:off x="6067150" y="998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24"/>
            <p:cNvSpPr/>
            <p:nvPr/>
          </p:nvSpPr>
          <p:spPr>
            <a:xfrm>
              <a:off x="5827825" y="1000100"/>
              <a:ext cx="7525" cy="5250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24"/>
            <p:cNvSpPr/>
            <p:nvPr/>
          </p:nvSpPr>
          <p:spPr>
            <a:xfrm>
              <a:off x="4958550" y="10001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1" y="0"/>
                    <a:pt x="71" y="11"/>
                    <a:pt x="58" y="35"/>
                  </a:cubicBezTo>
                  <a:cubicBezTo>
                    <a:pt x="48" y="55"/>
                    <a:pt x="38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9" y="145"/>
                    <a:pt x="167" y="125"/>
                    <a:pt x="177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24"/>
            <p:cNvSpPr/>
            <p:nvPr/>
          </p:nvSpPr>
          <p:spPr>
            <a:xfrm>
              <a:off x="5110325" y="1000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24"/>
            <p:cNvSpPr/>
            <p:nvPr/>
          </p:nvSpPr>
          <p:spPr>
            <a:xfrm>
              <a:off x="5923375" y="1000600"/>
              <a:ext cx="7900" cy="4175"/>
            </a:xfrm>
            <a:custGeom>
              <a:avLst/>
              <a:gdLst/>
              <a:ahLst/>
              <a:cxnLst/>
              <a:rect l="l" t="t" r="r" b="b"/>
              <a:pathLst>
                <a:path w="316" h="167" extrusionOk="0">
                  <a:moveTo>
                    <a:pt x="217" y="0"/>
                  </a:moveTo>
                  <a:cubicBezTo>
                    <a:pt x="211" y="0"/>
                    <a:pt x="205" y="1"/>
                    <a:pt x="199" y="3"/>
                  </a:cubicBezTo>
                  <a:cubicBezTo>
                    <a:pt x="160" y="11"/>
                    <a:pt x="121" y="22"/>
                    <a:pt x="81" y="31"/>
                  </a:cubicBezTo>
                  <a:cubicBezTo>
                    <a:pt x="1" y="50"/>
                    <a:pt x="26" y="167"/>
                    <a:pt x="99" y="167"/>
                  </a:cubicBezTo>
                  <a:cubicBezTo>
                    <a:pt x="105" y="167"/>
                    <a:pt x="111" y="166"/>
                    <a:pt x="117" y="164"/>
                  </a:cubicBezTo>
                  <a:cubicBezTo>
                    <a:pt x="156" y="155"/>
                    <a:pt x="195" y="145"/>
                    <a:pt x="235" y="136"/>
                  </a:cubicBezTo>
                  <a:cubicBezTo>
                    <a:pt x="315" y="115"/>
                    <a:pt x="290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24"/>
            <p:cNvSpPr/>
            <p:nvPr/>
          </p:nvSpPr>
          <p:spPr>
            <a:xfrm>
              <a:off x="5819400" y="100095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24"/>
            <p:cNvSpPr/>
            <p:nvPr/>
          </p:nvSpPr>
          <p:spPr>
            <a:xfrm>
              <a:off x="5704775" y="100215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24"/>
            <p:cNvSpPr/>
            <p:nvPr/>
          </p:nvSpPr>
          <p:spPr>
            <a:xfrm>
              <a:off x="5291925" y="1003325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9"/>
                    <a:pt x="89" y="29"/>
                    <a:pt x="70" y="39"/>
                  </a:cubicBezTo>
                  <a:cubicBezTo>
                    <a:pt x="1" y="74"/>
                    <a:pt x="43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24"/>
            <p:cNvSpPr/>
            <p:nvPr/>
          </p:nvSpPr>
          <p:spPr>
            <a:xfrm>
              <a:off x="5092725" y="1003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24"/>
            <p:cNvSpPr/>
            <p:nvPr/>
          </p:nvSpPr>
          <p:spPr>
            <a:xfrm>
              <a:off x="5369075" y="10034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1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24"/>
            <p:cNvSpPr/>
            <p:nvPr/>
          </p:nvSpPr>
          <p:spPr>
            <a:xfrm>
              <a:off x="6104025" y="1004025"/>
              <a:ext cx="11475" cy="4875"/>
            </a:xfrm>
            <a:custGeom>
              <a:avLst/>
              <a:gdLst/>
              <a:ahLst/>
              <a:cxnLst/>
              <a:rect l="l" t="t" r="r" b="b"/>
              <a:pathLst>
                <a:path w="459" h="195" extrusionOk="0">
                  <a:moveTo>
                    <a:pt x="352" y="1"/>
                  </a:moveTo>
                  <a:cubicBezTo>
                    <a:pt x="342" y="1"/>
                    <a:pt x="331" y="3"/>
                    <a:pt x="320" y="9"/>
                  </a:cubicBezTo>
                  <a:cubicBezTo>
                    <a:pt x="255" y="42"/>
                    <a:pt x="189" y="56"/>
                    <a:pt x="118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7" y="55"/>
                  </a:cubicBezTo>
                  <a:cubicBezTo>
                    <a:pt x="1" y="55"/>
                    <a:pt x="2" y="190"/>
                    <a:pt x="90" y="194"/>
                  </a:cubicBezTo>
                  <a:cubicBezTo>
                    <a:pt x="99" y="195"/>
                    <a:pt x="108" y="195"/>
                    <a:pt x="117" y="195"/>
                  </a:cubicBezTo>
                  <a:cubicBezTo>
                    <a:pt x="212" y="195"/>
                    <a:pt x="304" y="170"/>
                    <a:pt x="390" y="128"/>
                  </a:cubicBezTo>
                  <a:cubicBezTo>
                    <a:pt x="459" y="95"/>
                    <a:pt x="417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24"/>
            <p:cNvSpPr/>
            <p:nvPr/>
          </p:nvSpPr>
          <p:spPr>
            <a:xfrm>
              <a:off x="5341975" y="10040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3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24"/>
            <p:cNvSpPr/>
            <p:nvPr/>
          </p:nvSpPr>
          <p:spPr>
            <a:xfrm>
              <a:off x="6150250" y="1004075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324" y="139"/>
                  </a:lnTo>
                  <a:cubicBezTo>
                    <a:pt x="413" y="139"/>
                    <a:pt x="41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24"/>
            <p:cNvSpPr/>
            <p:nvPr/>
          </p:nvSpPr>
          <p:spPr>
            <a:xfrm>
              <a:off x="5583050" y="1005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24"/>
            <p:cNvSpPr/>
            <p:nvPr/>
          </p:nvSpPr>
          <p:spPr>
            <a:xfrm>
              <a:off x="5806575" y="10061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7" y="0"/>
                  </a:moveTo>
                  <a:cubicBezTo>
                    <a:pt x="1" y="0"/>
                    <a:pt x="1" y="71"/>
                    <a:pt x="47" y="71"/>
                  </a:cubicBezTo>
                  <a:cubicBezTo>
                    <a:pt x="90" y="70"/>
                    <a:pt x="90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24"/>
            <p:cNvSpPr/>
            <p:nvPr/>
          </p:nvSpPr>
          <p:spPr>
            <a:xfrm>
              <a:off x="5420000" y="1006650"/>
              <a:ext cx="3875" cy="3225"/>
            </a:xfrm>
            <a:custGeom>
              <a:avLst/>
              <a:gdLst/>
              <a:ahLst/>
              <a:cxnLst/>
              <a:rect l="l" t="t" r="r" b="b"/>
              <a:pathLst>
                <a:path w="155" h="129" extrusionOk="0">
                  <a:moveTo>
                    <a:pt x="50" y="0"/>
                  </a:moveTo>
                  <a:cubicBezTo>
                    <a:pt x="24" y="0"/>
                    <a:pt x="0" y="34"/>
                    <a:pt x="24" y="59"/>
                  </a:cubicBezTo>
                  <a:lnTo>
                    <a:pt x="82" y="118"/>
                  </a:lnTo>
                  <a:cubicBezTo>
                    <a:pt x="89" y="125"/>
                    <a:pt x="97" y="128"/>
                    <a:pt x="105" y="128"/>
                  </a:cubicBezTo>
                  <a:cubicBezTo>
                    <a:pt x="131" y="128"/>
                    <a:pt x="155" y="93"/>
                    <a:pt x="131" y="6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24"/>
            <p:cNvSpPr/>
            <p:nvPr/>
          </p:nvSpPr>
          <p:spPr>
            <a:xfrm>
              <a:off x="5699650" y="1007300"/>
              <a:ext cx="10800" cy="10025"/>
            </a:xfrm>
            <a:custGeom>
              <a:avLst/>
              <a:gdLst/>
              <a:ahLst/>
              <a:cxnLst/>
              <a:rect l="l" t="t" r="r" b="b"/>
              <a:pathLst>
                <a:path w="432" h="401" extrusionOk="0">
                  <a:moveTo>
                    <a:pt x="333" y="0"/>
                  </a:moveTo>
                  <a:cubicBezTo>
                    <a:pt x="317" y="0"/>
                    <a:pt x="301" y="7"/>
                    <a:pt x="287" y="22"/>
                  </a:cubicBezTo>
                  <a:cubicBezTo>
                    <a:pt x="206" y="108"/>
                    <a:pt x="126" y="195"/>
                    <a:pt x="46" y="280"/>
                  </a:cubicBezTo>
                  <a:cubicBezTo>
                    <a:pt x="0" y="331"/>
                    <a:pt x="46" y="400"/>
                    <a:pt x="98" y="400"/>
                  </a:cubicBezTo>
                  <a:cubicBezTo>
                    <a:pt x="113" y="400"/>
                    <a:pt x="130" y="394"/>
                    <a:pt x="144" y="378"/>
                  </a:cubicBezTo>
                  <a:cubicBezTo>
                    <a:pt x="225" y="293"/>
                    <a:pt x="305" y="206"/>
                    <a:pt x="385" y="120"/>
                  </a:cubicBezTo>
                  <a:cubicBezTo>
                    <a:pt x="432" y="71"/>
                    <a:pt x="385" y="0"/>
                    <a:pt x="3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24"/>
            <p:cNvSpPr/>
            <p:nvPr/>
          </p:nvSpPr>
          <p:spPr>
            <a:xfrm>
              <a:off x="6052700" y="1007325"/>
              <a:ext cx="8850" cy="6700"/>
            </a:xfrm>
            <a:custGeom>
              <a:avLst/>
              <a:gdLst/>
              <a:ahLst/>
              <a:cxnLst/>
              <a:rect l="l" t="t" r="r" b="b"/>
              <a:pathLst>
                <a:path w="354" h="268" extrusionOk="0">
                  <a:moveTo>
                    <a:pt x="152" y="0"/>
                  </a:moveTo>
                  <a:cubicBezTo>
                    <a:pt x="72" y="0"/>
                    <a:pt x="0" y="105"/>
                    <a:pt x="75" y="178"/>
                  </a:cubicBezTo>
                  <a:lnTo>
                    <a:pt x="133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24"/>
            <p:cNvSpPr/>
            <p:nvPr/>
          </p:nvSpPr>
          <p:spPr>
            <a:xfrm>
              <a:off x="5431950" y="10087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3"/>
                    <a:pt x="147" y="149"/>
                  </a:cubicBezTo>
                  <a:lnTo>
                    <a:pt x="176" y="119"/>
                  </a:lnTo>
                  <a:cubicBezTo>
                    <a:pt x="226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24"/>
            <p:cNvSpPr/>
            <p:nvPr/>
          </p:nvSpPr>
          <p:spPr>
            <a:xfrm>
              <a:off x="5870300" y="10092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cubicBezTo>
                    <a:pt x="43" y="20"/>
                    <a:pt x="35" y="31"/>
                    <a:pt x="25" y="40"/>
                  </a:cubicBezTo>
                  <a:cubicBezTo>
                    <a:pt x="0" y="64"/>
                    <a:pt x="24" y="100"/>
                    <a:pt x="51" y="100"/>
                  </a:cubicBezTo>
                  <a:cubicBezTo>
                    <a:pt x="58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24"/>
            <p:cNvSpPr/>
            <p:nvPr/>
          </p:nvSpPr>
          <p:spPr>
            <a:xfrm>
              <a:off x="6076125" y="10104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8"/>
                    <a:pt x="91" y="138"/>
                  </a:cubicBezTo>
                  <a:cubicBezTo>
                    <a:pt x="180" y="138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24"/>
            <p:cNvSpPr/>
            <p:nvPr/>
          </p:nvSpPr>
          <p:spPr>
            <a:xfrm>
              <a:off x="5506275" y="1010875"/>
              <a:ext cx="8025" cy="6050"/>
            </a:xfrm>
            <a:custGeom>
              <a:avLst/>
              <a:gdLst/>
              <a:ahLst/>
              <a:cxnLst/>
              <a:rect l="l" t="t" r="r" b="b"/>
              <a:pathLst>
                <a:path w="321" h="242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8" y="15"/>
                    <a:pt x="119" y="26"/>
                    <a:pt x="89" y="36"/>
                  </a:cubicBezTo>
                  <a:cubicBezTo>
                    <a:pt x="36" y="54"/>
                    <a:pt x="0" y="107"/>
                    <a:pt x="16" y="164"/>
                  </a:cubicBezTo>
                  <a:cubicBezTo>
                    <a:pt x="28" y="206"/>
                    <a:pt x="72" y="241"/>
                    <a:pt x="116" y="241"/>
                  </a:cubicBezTo>
                  <a:cubicBezTo>
                    <a:pt x="126" y="241"/>
                    <a:pt x="135" y="240"/>
                    <a:pt x="144" y="236"/>
                  </a:cubicBezTo>
                  <a:cubicBezTo>
                    <a:pt x="175" y="226"/>
                    <a:pt x="203" y="215"/>
                    <a:pt x="233" y="205"/>
                  </a:cubicBezTo>
                  <a:cubicBezTo>
                    <a:pt x="285" y="187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24"/>
            <p:cNvSpPr/>
            <p:nvPr/>
          </p:nvSpPr>
          <p:spPr>
            <a:xfrm>
              <a:off x="5187900" y="10109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2"/>
                    <a:pt x="93" y="4"/>
                  </a:cubicBezTo>
                  <a:cubicBezTo>
                    <a:pt x="41" y="18"/>
                    <a:pt x="1" y="79"/>
                    <a:pt x="20" y="133"/>
                  </a:cubicBezTo>
                  <a:cubicBezTo>
                    <a:pt x="31" y="162"/>
                    <a:pt x="41" y="192"/>
                    <a:pt x="52" y="221"/>
                  </a:cubicBezTo>
                  <a:cubicBezTo>
                    <a:pt x="66" y="265"/>
                    <a:pt x="107" y="297"/>
                    <a:pt x="153" y="297"/>
                  </a:cubicBezTo>
                  <a:cubicBezTo>
                    <a:pt x="162" y="297"/>
                    <a:pt x="171" y="296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7"/>
                    <a:pt x="221" y="77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24"/>
            <p:cNvSpPr/>
            <p:nvPr/>
          </p:nvSpPr>
          <p:spPr>
            <a:xfrm>
              <a:off x="5030750" y="1011450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4" y="1"/>
                  </a:moveTo>
                  <a:cubicBezTo>
                    <a:pt x="1" y="1"/>
                    <a:pt x="1" y="71"/>
                    <a:pt x="44" y="71"/>
                  </a:cubicBezTo>
                  <a:lnTo>
                    <a:pt x="74" y="71"/>
                  </a:lnTo>
                  <a:cubicBezTo>
                    <a:pt x="120" y="71"/>
                    <a:pt x="120" y="1"/>
                    <a:pt x="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24"/>
            <p:cNvSpPr/>
            <p:nvPr/>
          </p:nvSpPr>
          <p:spPr>
            <a:xfrm>
              <a:off x="6182850" y="10114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8" y="29"/>
                    <a:pt x="70" y="39"/>
                  </a:cubicBezTo>
                  <a:cubicBezTo>
                    <a:pt x="0" y="73"/>
                    <a:pt x="43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40"/>
                    <a:pt x="197" y="129"/>
                  </a:cubicBezTo>
                  <a:cubicBezTo>
                    <a:pt x="267" y="95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24"/>
            <p:cNvSpPr/>
            <p:nvPr/>
          </p:nvSpPr>
          <p:spPr>
            <a:xfrm>
              <a:off x="5149600" y="10116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9" y="28"/>
                    <a:pt x="159" y="19"/>
                    <a:pt x="139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24"/>
            <p:cNvSpPr/>
            <p:nvPr/>
          </p:nvSpPr>
          <p:spPr>
            <a:xfrm>
              <a:off x="5008800" y="10120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1" y="63"/>
                  </a:cubicBezTo>
                  <a:cubicBezTo>
                    <a:pt x="38" y="83"/>
                    <a:pt x="63" y="93"/>
                    <a:pt x="88" y="93"/>
                  </a:cubicBezTo>
                  <a:cubicBezTo>
                    <a:pt x="113" y="93"/>
                    <a:pt x="137" y="84"/>
                    <a:pt x="155" y="65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100" y="21"/>
                    <a:pt x="94" y="24"/>
                    <a:pt x="89" y="24"/>
                  </a:cubicBezTo>
                  <a:cubicBezTo>
                    <a:pt x="83" y="24"/>
                    <a:pt x="76" y="20"/>
                    <a:pt x="71" y="13"/>
                  </a:cubicBezTo>
                  <a:cubicBezTo>
                    <a:pt x="64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24"/>
            <p:cNvSpPr/>
            <p:nvPr/>
          </p:nvSpPr>
          <p:spPr>
            <a:xfrm>
              <a:off x="5789750" y="1012625"/>
              <a:ext cx="5225" cy="5775"/>
            </a:xfrm>
            <a:custGeom>
              <a:avLst/>
              <a:gdLst/>
              <a:ahLst/>
              <a:cxnLst/>
              <a:rect l="l" t="t" r="r" b="b"/>
              <a:pathLst>
                <a:path w="209" h="231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24"/>
            <p:cNvSpPr/>
            <p:nvPr/>
          </p:nvSpPr>
          <p:spPr>
            <a:xfrm>
              <a:off x="4900100" y="101307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lnTo>
                    <a:pt x="165" y="208"/>
                  </a:lnTo>
                  <a:cubicBezTo>
                    <a:pt x="300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24"/>
            <p:cNvSpPr/>
            <p:nvPr/>
          </p:nvSpPr>
          <p:spPr>
            <a:xfrm>
              <a:off x="5485350" y="10132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24"/>
            <p:cNvSpPr/>
            <p:nvPr/>
          </p:nvSpPr>
          <p:spPr>
            <a:xfrm>
              <a:off x="5317225" y="1014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8" y="56"/>
                    <a:pt x="38" y="75"/>
                    <a:pt x="28" y="94"/>
                  </a:cubicBezTo>
                  <a:cubicBezTo>
                    <a:pt x="0" y="150"/>
                    <a:pt x="48" y="200"/>
                    <a:pt x="93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7" y="125"/>
                    <a:pt x="177" y="106"/>
                  </a:cubicBezTo>
                  <a:cubicBezTo>
                    <a:pt x="204" y="51"/>
                    <a:pt x="156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24"/>
            <p:cNvSpPr/>
            <p:nvPr/>
          </p:nvSpPr>
          <p:spPr>
            <a:xfrm>
              <a:off x="5917700" y="101432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103" y="206"/>
                    <a:pt x="133" y="236"/>
                    <a:pt x="161" y="266"/>
                  </a:cubicBez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3"/>
                    <a:pt x="310" y="119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24"/>
            <p:cNvSpPr/>
            <p:nvPr/>
          </p:nvSpPr>
          <p:spPr>
            <a:xfrm>
              <a:off x="5668350" y="10145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24"/>
            <p:cNvSpPr/>
            <p:nvPr/>
          </p:nvSpPr>
          <p:spPr>
            <a:xfrm>
              <a:off x="6012650" y="10145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24"/>
            <p:cNvSpPr/>
            <p:nvPr/>
          </p:nvSpPr>
          <p:spPr>
            <a:xfrm>
              <a:off x="5753225" y="1015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lnTo>
                    <a:pt x="78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24"/>
            <p:cNvSpPr/>
            <p:nvPr/>
          </p:nvSpPr>
          <p:spPr>
            <a:xfrm>
              <a:off x="5369550" y="10173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24"/>
            <p:cNvSpPr/>
            <p:nvPr/>
          </p:nvSpPr>
          <p:spPr>
            <a:xfrm>
              <a:off x="5643750" y="10180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4" y="1"/>
                  </a:moveTo>
                  <a:cubicBezTo>
                    <a:pt x="1" y="1"/>
                    <a:pt x="0" y="208"/>
                    <a:pt x="135" y="209"/>
                  </a:cubicBezTo>
                  <a:cubicBezTo>
                    <a:pt x="269" y="209"/>
                    <a:pt x="269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24"/>
            <p:cNvSpPr/>
            <p:nvPr/>
          </p:nvSpPr>
          <p:spPr>
            <a:xfrm>
              <a:off x="5972750" y="1018150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1"/>
                  </a:moveTo>
                  <a:cubicBezTo>
                    <a:pt x="180" y="1"/>
                    <a:pt x="156" y="10"/>
                    <a:pt x="134" y="31"/>
                  </a:cubicBezTo>
                  <a:cubicBezTo>
                    <a:pt x="115" y="51"/>
                    <a:pt x="95" y="70"/>
                    <a:pt x="74" y="89"/>
                  </a:cubicBezTo>
                  <a:cubicBezTo>
                    <a:pt x="0" y="162"/>
                    <a:pt x="71" y="268"/>
                    <a:pt x="152" y="268"/>
                  </a:cubicBezTo>
                  <a:cubicBezTo>
                    <a:pt x="175" y="268"/>
                    <a:pt x="200" y="259"/>
                    <a:pt x="221" y="237"/>
                  </a:cubicBezTo>
                  <a:cubicBezTo>
                    <a:pt x="240" y="218"/>
                    <a:pt x="260" y="198"/>
                    <a:pt x="280" y="178"/>
                  </a:cubicBezTo>
                  <a:cubicBezTo>
                    <a:pt x="355" y="105"/>
                    <a:pt x="283" y="1"/>
                    <a:pt x="2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24"/>
            <p:cNvSpPr/>
            <p:nvPr/>
          </p:nvSpPr>
          <p:spPr>
            <a:xfrm>
              <a:off x="5703600" y="1018300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3" y="1"/>
                  </a:moveTo>
                  <a:cubicBezTo>
                    <a:pt x="86" y="1"/>
                    <a:pt x="58" y="15"/>
                    <a:pt x="47" y="48"/>
                  </a:cubicBezTo>
                  <a:cubicBezTo>
                    <a:pt x="37" y="78"/>
                    <a:pt x="27" y="107"/>
                    <a:pt x="17" y="136"/>
                  </a:cubicBezTo>
                  <a:cubicBezTo>
                    <a:pt x="0" y="188"/>
                    <a:pt x="42" y="222"/>
                    <a:pt x="84" y="222"/>
                  </a:cubicBezTo>
                  <a:cubicBezTo>
                    <a:pt x="112" y="222"/>
                    <a:pt x="139" y="208"/>
                    <a:pt x="151" y="174"/>
                  </a:cubicBezTo>
                  <a:cubicBezTo>
                    <a:pt x="161" y="144"/>
                    <a:pt x="170" y="115"/>
                    <a:pt x="180" y="86"/>
                  </a:cubicBezTo>
                  <a:cubicBezTo>
                    <a:pt x="198" y="35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24"/>
            <p:cNvSpPr/>
            <p:nvPr/>
          </p:nvSpPr>
          <p:spPr>
            <a:xfrm>
              <a:off x="5775875" y="10185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24"/>
            <p:cNvSpPr/>
            <p:nvPr/>
          </p:nvSpPr>
          <p:spPr>
            <a:xfrm>
              <a:off x="5388900" y="1019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0" y="11"/>
                    <a:pt x="58" y="36"/>
                  </a:cubicBezTo>
                  <a:cubicBezTo>
                    <a:pt x="48" y="56"/>
                    <a:pt x="38" y="76"/>
                    <a:pt x="28" y="94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90"/>
                    <a:pt x="147" y="165"/>
                  </a:cubicBezTo>
                  <a:cubicBezTo>
                    <a:pt x="157" y="145"/>
                    <a:pt x="167" y="125"/>
                    <a:pt x="177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24"/>
            <p:cNvSpPr/>
            <p:nvPr/>
          </p:nvSpPr>
          <p:spPr>
            <a:xfrm>
              <a:off x="5112125" y="101975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0"/>
                    <a:pt x="0" y="71"/>
                    <a:pt x="46" y="71"/>
                  </a:cubicBezTo>
                  <a:cubicBezTo>
                    <a:pt x="90" y="71"/>
                    <a:pt x="90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24"/>
            <p:cNvSpPr/>
            <p:nvPr/>
          </p:nvSpPr>
          <p:spPr>
            <a:xfrm>
              <a:off x="5540700" y="1020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24"/>
            <p:cNvSpPr/>
            <p:nvPr/>
          </p:nvSpPr>
          <p:spPr>
            <a:xfrm>
              <a:off x="4942825" y="1020675"/>
              <a:ext cx="3475" cy="5600"/>
            </a:xfrm>
            <a:custGeom>
              <a:avLst/>
              <a:gdLst/>
              <a:ahLst/>
              <a:cxnLst/>
              <a:rect l="l" t="t" r="r" b="b"/>
              <a:pathLst>
                <a:path w="139" h="224" extrusionOk="0">
                  <a:moveTo>
                    <a:pt x="69" y="1"/>
                  </a:moveTo>
                  <a:cubicBezTo>
                    <a:pt x="34" y="1"/>
                    <a:pt x="0" y="23"/>
                    <a:pt x="0" y="68"/>
                  </a:cubicBezTo>
                  <a:lnTo>
                    <a:pt x="0" y="157"/>
                  </a:lnTo>
                  <a:cubicBezTo>
                    <a:pt x="0" y="202"/>
                    <a:pt x="35" y="224"/>
                    <a:pt x="69" y="224"/>
                  </a:cubicBezTo>
                  <a:cubicBezTo>
                    <a:pt x="104" y="224"/>
                    <a:pt x="138" y="202"/>
                    <a:pt x="138" y="157"/>
                  </a:cubicBezTo>
                  <a:lnTo>
                    <a:pt x="138" y="68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24"/>
            <p:cNvSpPr/>
            <p:nvPr/>
          </p:nvSpPr>
          <p:spPr>
            <a:xfrm>
              <a:off x="5743775" y="102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0" y="10"/>
                    <a:pt x="57" y="36"/>
                  </a:cubicBezTo>
                  <a:cubicBezTo>
                    <a:pt x="47" y="54"/>
                    <a:pt x="38" y="74"/>
                    <a:pt x="27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4" y="199"/>
                    <a:pt x="134" y="188"/>
                    <a:pt x="147" y="163"/>
                  </a:cubicBezTo>
                  <a:cubicBezTo>
                    <a:pt x="157" y="144"/>
                    <a:pt x="166" y="125"/>
                    <a:pt x="177" y="105"/>
                  </a:cubicBezTo>
                  <a:cubicBezTo>
                    <a:pt x="205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24"/>
            <p:cNvSpPr/>
            <p:nvPr/>
          </p:nvSpPr>
          <p:spPr>
            <a:xfrm>
              <a:off x="5167650" y="10213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0"/>
                  </a:moveTo>
                  <a:cubicBezTo>
                    <a:pt x="61" y="0"/>
                    <a:pt x="41" y="8"/>
                    <a:pt x="29" y="21"/>
                  </a:cubicBezTo>
                  <a:cubicBezTo>
                    <a:pt x="1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4" y="284"/>
                  </a:cubicBezTo>
                  <a:cubicBezTo>
                    <a:pt x="214" y="284"/>
                    <a:pt x="233" y="277"/>
                    <a:pt x="246" y="265"/>
                  </a:cubicBezTo>
                  <a:cubicBezTo>
                    <a:pt x="275" y="236"/>
                    <a:pt x="271" y="195"/>
                    <a:pt x="246" y="166"/>
                  </a:cubicBezTo>
                  <a:cubicBezTo>
                    <a:pt x="206" y="118"/>
                    <a:pt x="166" y="69"/>
                    <a:pt x="127" y="21"/>
                  </a:cubicBezTo>
                  <a:cubicBezTo>
                    <a:pt x="116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24"/>
            <p:cNvSpPr/>
            <p:nvPr/>
          </p:nvSpPr>
          <p:spPr>
            <a:xfrm>
              <a:off x="5722275" y="102285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18"/>
                    <a:pt x="90" y="29"/>
                    <a:pt x="69" y="39"/>
                  </a:cubicBezTo>
                  <a:cubicBezTo>
                    <a:pt x="0" y="73"/>
                    <a:pt x="42" y="167"/>
                    <a:pt x="107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8" y="139"/>
                    <a:pt x="197" y="129"/>
                  </a:cubicBezTo>
                  <a:cubicBezTo>
                    <a:pt x="267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24"/>
            <p:cNvSpPr/>
            <p:nvPr/>
          </p:nvSpPr>
          <p:spPr>
            <a:xfrm>
              <a:off x="5523075" y="10229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24"/>
            <p:cNvSpPr/>
            <p:nvPr/>
          </p:nvSpPr>
          <p:spPr>
            <a:xfrm>
              <a:off x="5795850" y="1025675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9"/>
                    <a:pt x="205" y="269"/>
                  </a:cubicBezTo>
                  <a:cubicBezTo>
                    <a:pt x="242" y="269"/>
                    <a:pt x="279" y="249"/>
                    <a:pt x="297" y="217"/>
                  </a:cubicBezTo>
                  <a:cubicBezTo>
                    <a:pt x="327" y="166"/>
                    <a:pt x="308" y="105"/>
                    <a:pt x="260" y="74"/>
                  </a:cubicBezTo>
                  <a:cubicBezTo>
                    <a:pt x="231" y="56"/>
                    <a:pt x="202" y="36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24"/>
            <p:cNvSpPr/>
            <p:nvPr/>
          </p:nvSpPr>
          <p:spPr>
            <a:xfrm>
              <a:off x="5243550" y="10259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24"/>
            <p:cNvSpPr/>
            <p:nvPr/>
          </p:nvSpPr>
          <p:spPr>
            <a:xfrm>
              <a:off x="5213675" y="10263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7" y="176"/>
                    <a:pt x="237" y="157"/>
                  </a:cubicBezTo>
                  <a:cubicBezTo>
                    <a:pt x="263" y="106"/>
                    <a:pt x="249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24"/>
            <p:cNvSpPr/>
            <p:nvPr/>
          </p:nvSpPr>
          <p:spPr>
            <a:xfrm>
              <a:off x="5836600" y="10267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0"/>
                  </a:moveTo>
                  <a:cubicBezTo>
                    <a:pt x="1" y="2"/>
                    <a:pt x="1" y="71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24"/>
            <p:cNvSpPr/>
            <p:nvPr/>
          </p:nvSpPr>
          <p:spPr>
            <a:xfrm>
              <a:off x="4911500" y="102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0" y="0"/>
                  </a:moveTo>
                  <a:cubicBezTo>
                    <a:pt x="71" y="0"/>
                    <a:pt x="1" y="104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2"/>
                  </a:ln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24"/>
            <p:cNvSpPr/>
            <p:nvPr/>
          </p:nvSpPr>
          <p:spPr>
            <a:xfrm>
              <a:off x="6164175" y="10275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5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8" y="94"/>
                  </a:cubicBezTo>
                  <a:cubicBezTo>
                    <a:pt x="167" y="75"/>
                    <a:pt x="157" y="55"/>
                    <a:pt x="148" y="35"/>
                  </a:cubicBezTo>
                  <a:cubicBezTo>
                    <a:pt x="136" y="10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24"/>
            <p:cNvSpPr/>
            <p:nvPr/>
          </p:nvSpPr>
          <p:spPr>
            <a:xfrm>
              <a:off x="5076150" y="1027725"/>
              <a:ext cx="3025" cy="1750"/>
            </a:xfrm>
            <a:custGeom>
              <a:avLst/>
              <a:gdLst/>
              <a:ahLst/>
              <a:cxnLst/>
              <a:rect l="l" t="t" r="r" b="b"/>
              <a:pathLst>
                <a:path w="12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24"/>
            <p:cNvSpPr/>
            <p:nvPr/>
          </p:nvSpPr>
          <p:spPr>
            <a:xfrm>
              <a:off x="4964275" y="10287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24"/>
            <p:cNvSpPr/>
            <p:nvPr/>
          </p:nvSpPr>
          <p:spPr>
            <a:xfrm>
              <a:off x="5043100" y="10291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5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50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4" y="77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24"/>
            <p:cNvSpPr/>
            <p:nvPr/>
          </p:nvSpPr>
          <p:spPr>
            <a:xfrm>
              <a:off x="5884650" y="10295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5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4" y="71"/>
                    <a:pt x="36" y="91"/>
                    <a:pt x="26" y="110"/>
                  </a:cubicBezTo>
                  <a:cubicBezTo>
                    <a:pt x="1" y="161"/>
                    <a:pt x="12" y="223"/>
                    <a:pt x="63" y="253"/>
                  </a:cubicBezTo>
                  <a:cubicBezTo>
                    <a:pt x="79" y="262"/>
                    <a:pt x="97" y="266"/>
                    <a:pt x="115" y="266"/>
                  </a:cubicBezTo>
                  <a:cubicBezTo>
                    <a:pt x="151" y="266"/>
                    <a:pt x="188" y="249"/>
                    <a:pt x="205" y="216"/>
                  </a:cubicBezTo>
                  <a:cubicBezTo>
                    <a:pt x="215" y="196"/>
                    <a:pt x="225" y="176"/>
                    <a:pt x="235" y="156"/>
                  </a:cubicBezTo>
                  <a:cubicBezTo>
                    <a:pt x="261" y="107"/>
                    <a:pt x="249" y="45"/>
                    <a:pt x="198" y="15"/>
                  </a:cubicBezTo>
                  <a:cubicBezTo>
                    <a:pt x="182" y="5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24"/>
            <p:cNvSpPr/>
            <p:nvPr/>
          </p:nvSpPr>
          <p:spPr>
            <a:xfrm>
              <a:off x="5340400" y="1029775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99" y="169"/>
                  </a:cubicBezTo>
                  <a:cubicBezTo>
                    <a:pt x="115" y="169"/>
                    <a:pt x="132" y="163"/>
                    <a:pt x="146" y="148"/>
                  </a:cubicBezTo>
                  <a:lnTo>
                    <a:pt x="175" y="118"/>
                  </a:lnTo>
                  <a:cubicBezTo>
                    <a:pt x="225" y="70"/>
                    <a:pt x="178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24"/>
            <p:cNvSpPr/>
            <p:nvPr/>
          </p:nvSpPr>
          <p:spPr>
            <a:xfrm>
              <a:off x="5987325" y="10300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24"/>
            <p:cNvSpPr/>
            <p:nvPr/>
          </p:nvSpPr>
          <p:spPr>
            <a:xfrm>
              <a:off x="5618250" y="1030400"/>
              <a:ext cx="6775" cy="7450"/>
            </a:xfrm>
            <a:custGeom>
              <a:avLst/>
              <a:gdLst/>
              <a:ahLst/>
              <a:cxnLst/>
              <a:rect l="l" t="t" r="r" b="b"/>
              <a:pathLst>
                <a:path w="271" h="298" extrusionOk="0">
                  <a:moveTo>
                    <a:pt x="120" y="1"/>
                  </a:moveTo>
                  <a:cubicBezTo>
                    <a:pt x="111" y="1"/>
                    <a:pt x="102" y="2"/>
                    <a:pt x="93" y="4"/>
                  </a:cubicBezTo>
                  <a:cubicBezTo>
                    <a:pt x="41" y="19"/>
                    <a:pt x="1" y="80"/>
                    <a:pt x="20" y="133"/>
                  </a:cubicBezTo>
                  <a:cubicBezTo>
                    <a:pt x="32" y="163"/>
                    <a:pt x="41" y="193"/>
                    <a:pt x="51" y="221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0" y="297"/>
                    <a:pt x="170" y="296"/>
                    <a:pt x="179" y="293"/>
                  </a:cubicBezTo>
                  <a:cubicBezTo>
                    <a:pt x="231" y="279"/>
                    <a:pt x="271" y="218"/>
                    <a:pt x="251" y="165"/>
                  </a:cubicBezTo>
                  <a:cubicBezTo>
                    <a:pt x="241" y="135"/>
                    <a:pt x="231" y="107"/>
                    <a:pt x="220" y="77"/>
                  </a:cubicBezTo>
                  <a:cubicBezTo>
                    <a:pt x="205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24"/>
            <p:cNvSpPr/>
            <p:nvPr/>
          </p:nvSpPr>
          <p:spPr>
            <a:xfrm>
              <a:off x="5461075" y="1030950"/>
              <a:ext cx="3050" cy="1775"/>
            </a:xfrm>
            <a:custGeom>
              <a:avLst/>
              <a:gdLst/>
              <a:ahLst/>
              <a:cxnLst/>
              <a:rect l="l" t="t" r="r" b="b"/>
              <a:pathLst>
                <a:path w="122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22" y="70"/>
                    <a:pt x="122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24"/>
            <p:cNvSpPr/>
            <p:nvPr/>
          </p:nvSpPr>
          <p:spPr>
            <a:xfrm>
              <a:off x="5579950" y="103110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08" y="1"/>
                  </a:moveTo>
                  <a:cubicBezTo>
                    <a:pt x="44" y="1"/>
                    <a:pt x="1" y="94"/>
                    <a:pt x="71" y="128"/>
                  </a:cubicBezTo>
                  <a:cubicBezTo>
                    <a:pt x="89" y="138"/>
                    <a:pt x="109" y="147"/>
                    <a:pt x="129" y="158"/>
                  </a:cubicBezTo>
                  <a:cubicBezTo>
                    <a:pt x="140" y="164"/>
                    <a:pt x="151" y="166"/>
                    <a:pt x="162" y="166"/>
                  </a:cubicBezTo>
                  <a:cubicBezTo>
                    <a:pt x="225" y="166"/>
                    <a:pt x="267" y="73"/>
                    <a:pt x="198" y="38"/>
                  </a:cubicBezTo>
                  <a:cubicBezTo>
                    <a:pt x="179" y="28"/>
                    <a:pt x="160" y="20"/>
                    <a:pt x="140" y="8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24"/>
            <p:cNvSpPr/>
            <p:nvPr/>
          </p:nvSpPr>
          <p:spPr>
            <a:xfrm>
              <a:off x="5439175" y="103152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7" y="1"/>
                  </a:moveTo>
                  <a:cubicBezTo>
                    <a:pt x="23" y="1"/>
                    <a:pt x="0" y="35"/>
                    <a:pt x="21" y="62"/>
                  </a:cubicBezTo>
                  <a:cubicBezTo>
                    <a:pt x="38" y="83"/>
                    <a:pt x="63" y="93"/>
                    <a:pt x="89" y="93"/>
                  </a:cubicBezTo>
                  <a:cubicBezTo>
                    <a:pt x="113" y="93"/>
                    <a:pt x="137" y="84"/>
                    <a:pt x="154" y="65"/>
                  </a:cubicBezTo>
                  <a:cubicBezTo>
                    <a:pt x="177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5"/>
                  </a:cubicBezTo>
                  <a:cubicBezTo>
                    <a:pt x="99" y="21"/>
                    <a:pt x="94" y="24"/>
                    <a:pt x="89" y="24"/>
                  </a:cubicBezTo>
                  <a:cubicBezTo>
                    <a:pt x="82" y="24"/>
                    <a:pt x="76" y="20"/>
                    <a:pt x="70" y="13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24"/>
            <p:cNvSpPr/>
            <p:nvPr/>
          </p:nvSpPr>
          <p:spPr>
            <a:xfrm>
              <a:off x="4976025" y="1032500"/>
              <a:ext cx="5200" cy="3450"/>
            </a:xfrm>
            <a:custGeom>
              <a:avLst/>
              <a:gdLst/>
              <a:ahLst/>
              <a:cxnLst/>
              <a:rect l="l" t="t" r="r" b="b"/>
              <a:pathLst>
                <a:path w="208" h="138" extrusionOk="0">
                  <a:moveTo>
                    <a:pt x="87" y="0"/>
                  </a:moveTo>
                  <a:cubicBezTo>
                    <a:pt x="1" y="0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8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24"/>
            <p:cNvSpPr/>
            <p:nvPr/>
          </p:nvSpPr>
          <p:spPr>
            <a:xfrm>
              <a:off x="5330475" y="1032550"/>
              <a:ext cx="7450" cy="5225"/>
            </a:xfrm>
            <a:custGeom>
              <a:avLst/>
              <a:gdLst/>
              <a:ahLst/>
              <a:cxnLst/>
              <a:rect l="l" t="t" r="r" b="b"/>
              <a:pathLst>
                <a:path w="298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8" y="208"/>
                    <a:pt x="298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24"/>
            <p:cNvSpPr/>
            <p:nvPr/>
          </p:nvSpPr>
          <p:spPr>
            <a:xfrm>
              <a:off x="5851400" y="10325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1"/>
                  </a:moveTo>
                  <a:cubicBezTo>
                    <a:pt x="48" y="1"/>
                    <a:pt x="1" y="70"/>
                    <a:pt x="50" y="119"/>
                  </a:cubicBezTo>
                  <a:lnTo>
                    <a:pt x="108" y="178"/>
                  </a:lnTo>
                  <a:cubicBezTo>
                    <a:pt x="123" y="193"/>
                    <a:pt x="139" y="199"/>
                    <a:pt x="154" y="199"/>
                  </a:cubicBezTo>
                  <a:cubicBezTo>
                    <a:pt x="208" y="199"/>
                    <a:pt x="255" y="129"/>
                    <a:pt x="207" y="80"/>
                  </a:cubicBezTo>
                  <a:lnTo>
                    <a:pt x="149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24"/>
            <p:cNvSpPr/>
            <p:nvPr/>
          </p:nvSpPr>
          <p:spPr>
            <a:xfrm>
              <a:off x="5747575" y="1033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0"/>
                  </a:moveTo>
                  <a:cubicBezTo>
                    <a:pt x="90" y="0"/>
                    <a:pt x="70" y="10"/>
                    <a:pt x="58" y="35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5" y="199"/>
                    <a:pt x="135" y="189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24"/>
            <p:cNvSpPr/>
            <p:nvPr/>
          </p:nvSpPr>
          <p:spPr>
            <a:xfrm>
              <a:off x="5105800" y="1036375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1"/>
                    <a:pt x="30" y="53"/>
                  </a:cubicBezTo>
                  <a:cubicBezTo>
                    <a:pt x="0" y="104"/>
                    <a:pt x="20" y="165"/>
                    <a:pt x="68" y="195"/>
                  </a:cubicBezTo>
                  <a:cubicBezTo>
                    <a:pt x="115" y="226"/>
                    <a:pt x="164" y="257"/>
                    <a:pt x="212" y="288"/>
                  </a:cubicBezTo>
                  <a:cubicBezTo>
                    <a:pt x="227" y="297"/>
                    <a:pt x="245" y="302"/>
                    <a:pt x="262" y="302"/>
                  </a:cubicBezTo>
                  <a:cubicBezTo>
                    <a:pt x="299" y="302"/>
                    <a:pt x="336" y="282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1" y="45"/>
                    <a:pt x="172" y="16"/>
                  </a:cubicBezTo>
                  <a:cubicBezTo>
                    <a:pt x="157" y="6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24"/>
            <p:cNvSpPr/>
            <p:nvPr/>
          </p:nvSpPr>
          <p:spPr>
            <a:xfrm>
              <a:off x="5293100" y="1037775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35" y="168"/>
                    <a:pt x="88" y="237"/>
                    <a:pt x="164" y="274"/>
                  </a:cubicBezTo>
                  <a:cubicBezTo>
                    <a:pt x="175" y="280"/>
                    <a:pt x="186" y="282"/>
                    <a:pt x="197" y="282"/>
                  </a:cubicBezTo>
                  <a:cubicBezTo>
                    <a:pt x="260" y="282"/>
                    <a:pt x="303" y="190"/>
                    <a:pt x="234" y="155"/>
                  </a:cubicBezTo>
                  <a:cubicBezTo>
                    <a:pt x="190" y="133"/>
                    <a:pt x="160" y="98"/>
                    <a:pt x="149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24"/>
            <p:cNvSpPr/>
            <p:nvPr/>
          </p:nvSpPr>
          <p:spPr>
            <a:xfrm>
              <a:off x="5148625" y="10380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4" y="1"/>
                    <a:pt x="68" y="1"/>
                    <a:pt x="62" y="3"/>
                  </a:cubicBezTo>
                  <a:cubicBezTo>
                    <a:pt x="28" y="12"/>
                    <a:pt x="0" y="54"/>
                    <a:pt x="12" y="89"/>
                  </a:cubicBezTo>
                  <a:cubicBezTo>
                    <a:pt x="32" y="138"/>
                    <a:pt x="52" y="187"/>
                    <a:pt x="70" y="235"/>
                  </a:cubicBezTo>
                  <a:cubicBezTo>
                    <a:pt x="83" y="265"/>
                    <a:pt x="108" y="287"/>
                    <a:pt x="140" y="287"/>
                  </a:cubicBezTo>
                  <a:cubicBezTo>
                    <a:pt x="145" y="287"/>
                    <a:pt x="151" y="286"/>
                    <a:pt x="156" y="285"/>
                  </a:cubicBezTo>
                  <a:cubicBezTo>
                    <a:pt x="190" y="274"/>
                    <a:pt x="220" y="234"/>
                    <a:pt x="205" y="199"/>
                  </a:cubicBezTo>
                  <a:cubicBezTo>
                    <a:pt x="187" y="149"/>
                    <a:pt x="167" y="100"/>
                    <a:pt x="147" y="53"/>
                  </a:cubicBezTo>
                  <a:cubicBezTo>
                    <a:pt x="135" y="23"/>
                    <a:pt x="110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24"/>
            <p:cNvSpPr/>
            <p:nvPr/>
          </p:nvSpPr>
          <p:spPr>
            <a:xfrm>
              <a:off x="6086675" y="103825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268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24"/>
            <p:cNvSpPr/>
            <p:nvPr/>
          </p:nvSpPr>
          <p:spPr>
            <a:xfrm>
              <a:off x="5940375" y="1038550"/>
              <a:ext cx="6650" cy="7450"/>
            </a:xfrm>
            <a:custGeom>
              <a:avLst/>
              <a:gdLst/>
              <a:ahLst/>
              <a:cxnLst/>
              <a:rect l="l" t="t" r="r" b="b"/>
              <a:pathLst>
                <a:path w="266" h="298" extrusionOk="0">
                  <a:moveTo>
                    <a:pt x="118" y="1"/>
                  </a:moveTo>
                  <a:cubicBezTo>
                    <a:pt x="109" y="1"/>
                    <a:pt x="100" y="2"/>
                    <a:pt x="92" y="5"/>
                  </a:cubicBezTo>
                  <a:cubicBezTo>
                    <a:pt x="40" y="19"/>
                    <a:pt x="0" y="78"/>
                    <a:pt x="19" y="133"/>
                  </a:cubicBezTo>
                  <a:cubicBezTo>
                    <a:pt x="27" y="163"/>
                    <a:pt x="38" y="191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4"/>
                  </a:cubicBezTo>
                  <a:cubicBezTo>
                    <a:pt x="227" y="279"/>
                    <a:pt x="266" y="220"/>
                    <a:pt x="248" y="165"/>
                  </a:cubicBezTo>
                  <a:cubicBezTo>
                    <a:pt x="239" y="136"/>
                    <a:pt x="228" y="107"/>
                    <a:pt x="219" y="77"/>
                  </a:cubicBezTo>
                  <a:cubicBezTo>
                    <a:pt x="204" y="33"/>
                    <a:pt x="163" y="1"/>
                    <a:pt x="1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24"/>
            <p:cNvSpPr/>
            <p:nvPr/>
          </p:nvSpPr>
          <p:spPr>
            <a:xfrm>
              <a:off x="6063625" y="10390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24"/>
            <p:cNvSpPr/>
            <p:nvPr/>
          </p:nvSpPr>
          <p:spPr>
            <a:xfrm>
              <a:off x="5542475" y="10392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7" y="1"/>
                  </a:moveTo>
                  <a:cubicBezTo>
                    <a:pt x="1" y="1"/>
                    <a:pt x="1" y="70"/>
                    <a:pt x="47" y="70"/>
                  </a:cubicBezTo>
                  <a:cubicBezTo>
                    <a:pt x="90" y="70"/>
                    <a:pt x="91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24"/>
            <p:cNvSpPr/>
            <p:nvPr/>
          </p:nvSpPr>
          <p:spPr>
            <a:xfrm>
              <a:off x="6031650" y="103952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24"/>
            <p:cNvSpPr/>
            <p:nvPr/>
          </p:nvSpPr>
          <p:spPr>
            <a:xfrm>
              <a:off x="5726575" y="1039625"/>
              <a:ext cx="5975" cy="7850"/>
            </a:xfrm>
            <a:custGeom>
              <a:avLst/>
              <a:gdLst/>
              <a:ahLst/>
              <a:cxnLst/>
              <a:rect l="l" t="t" r="r" b="b"/>
              <a:pathLst>
                <a:path w="239" h="314" extrusionOk="0">
                  <a:moveTo>
                    <a:pt x="68" y="1"/>
                  </a:moveTo>
                  <a:cubicBezTo>
                    <a:pt x="34" y="1"/>
                    <a:pt x="1" y="23"/>
                    <a:pt x="3" y="68"/>
                  </a:cubicBezTo>
                  <a:cubicBezTo>
                    <a:pt x="8" y="154"/>
                    <a:pt x="44" y="236"/>
                    <a:pt x="111" y="293"/>
                  </a:cubicBezTo>
                  <a:cubicBezTo>
                    <a:pt x="126" y="306"/>
                    <a:pt x="144" y="313"/>
                    <a:pt x="163" y="313"/>
                  </a:cubicBezTo>
                  <a:cubicBezTo>
                    <a:pt x="179" y="313"/>
                    <a:pt x="196" y="307"/>
                    <a:pt x="210" y="293"/>
                  </a:cubicBezTo>
                  <a:cubicBezTo>
                    <a:pt x="234" y="268"/>
                    <a:pt x="239" y="220"/>
                    <a:pt x="210" y="195"/>
                  </a:cubicBezTo>
                  <a:cubicBezTo>
                    <a:pt x="169" y="163"/>
                    <a:pt x="143" y="120"/>
                    <a:pt x="140" y="68"/>
                  </a:cubicBezTo>
                  <a:cubicBezTo>
                    <a:pt x="139" y="24"/>
                    <a:pt x="103" y="1"/>
                    <a:pt x="6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24"/>
            <p:cNvSpPr/>
            <p:nvPr/>
          </p:nvSpPr>
          <p:spPr>
            <a:xfrm>
              <a:off x="5966575" y="104017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1"/>
                  </a:moveTo>
                  <a:cubicBezTo>
                    <a:pt x="175" y="1"/>
                    <a:pt x="163" y="4"/>
                    <a:pt x="150" y="12"/>
                  </a:cubicBezTo>
                  <a:cubicBezTo>
                    <a:pt x="121" y="32"/>
                    <a:pt x="92" y="52"/>
                    <a:pt x="62" y="71"/>
                  </a:cubicBezTo>
                  <a:cubicBezTo>
                    <a:pt x="1" y="112"/>
                    <a:pt x="38" y="203"/>
                    <a:pt x="97" y="203"/>
                  </a:cubicBezTo>
                  <a:cubicBezTo>
                    <a:pt x="108" y="203"/>
                    <a:pt x="120" y="199"/>
                    <a:pt x="133" y="191"/>
                  </a:cubicBezTo>
                  <a:cubicBezTo>
                    <a:pt x="163" y="172"/>
                    <a:pt x="191" y="152"/>
                    <a:pt x="221" y="133"/>
                  </a:cubicBezTo>
                  <a:cubicBezTo>
                    <a:pt x="282" y="92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24"/>
            <p:cNvSpPr/>
            <p:nvPr/>
          </p:nvSpPr>
          <p:spPr>
            <a:xfrm>
              <a:off x="5373200" y="1040200"/>
              <a:ext cx="3450" cy="5575"/>
            </a:xfrm>
            <a:custGeom>
              <a:avLst/>
              <a:gdLst/>
              <a:ahLst/>
              <a:cxnLst/>
              <a:rect l="l" t="t" r="r" b="b"/>
              <a:pathLst>
                <a:path w="138" h="223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4" y="222"/>
                    <a:pt x="69" y="222"/>
                  </a:cubicBezTo>
                  <a:cubicBezTo>
                    <a:pt x="103" y="222"/>
                    <a:pt x="138" y="200"/>
                    <a:pt x="138" y="155"/>
                  </a:cubicBezTo>
                  <a:cubicBezTo>
                    <a:pt x="137" y="125"/>
                    <a:pt x="137" y="97"/>
                    <a:pt x="138" y="67"/>
                  </a:cubicBez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24"/>
            <p:cNvSpPr/>
            <p:nvPr/>
          </p:nvSpPr>
          <p:spPr>
            <a:xfrm>
              <a:off x="5598000" y="10408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1" y="1"/>
                  </a:moveTo>
                  <a:cubicBezTo>
                    <a:pt x="62" y="1"/>
                    <a:pt x="42" y="8"/>
                    <a:pt x="29" y="20"/>
                  </a:cubicBezTo>
                  <a:cubicBezTo>
                    <a:pt x="0" y="49"/>
                    <a:pt x="4" y="90"/>
                    <a:pt x="29" y="119"/>
                  </a:cubicBezTo>
                  <a:cubicBezTo>
                    <a:pt x="70" y="167"/>
                    <a:pt x="110" y="216"/>
                    <a:pt x="148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4"/>
                  </a:cubicBezTo>
                  <a:cubicBezTo>
                    <a:pt x="276" y="236"/>
                    <a:pt x="272" y="196"/>
                    <a:pt x="247" y="166"/>
                  </a:cubicBezTo>
                  <a:cubicBezTo>
                    <a:pt x="206" y="118"/>
                    <a:pt x="167" y="69"/>
                    <a:pt x="128" y="20"/>
                  </a:cubicBezTo>
                  <a:cubicBezTo>
                    <a:pt x="116" y="7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24"/>
            <p:cNvSpPr/>
            <p:nvPr/>
          </p:nvSpPr>
          <p:spPr>
            <a:xfrm>
              <a:off x="6118625" y="10412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24"/>
            <p:cNvSpPr/>
            <p:nvPr/>
          </p:nvSpPr>
          <p:spPr>
            <a:xfrm>
              <a:off x="5000200" y="1042800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24"/>
            <p:cNvSpPr/>
            <p:nvPr/>
          </p:nvSpPr>
          <p:spPr>
            <a:xfrm>
              <a:off x="5883500" y="1042925"/>
              <a:ext cx="5225" cy="6500"/>
            </a:xfrm>
            <a:custGeom>
              <a:avLst/>
              <a:gdLst/>
              <a:ahLst/>
              <a:cxnLst/>
              <a:rect l="l" t="t" r="r" b="b"/>
              <a:pathLst>
                <a:path w="209" h="260" extrusionOk="0">
                  <a:moveTo>
                    <a:pt x="104" y="0"/>
                  </a:moveTo>
                  <a:cubicBezTo>
                    <a:pt x="52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2" y="259"/>
                    <a:pt x="105" y="259"/>
                  </a:cubicBezTo>
                  <a:cubicBezTo>
                    <a:pt x="156" y="259"/>
                    <a:pt x="208" y="226"/>
                    <a:pt x="208" y="159"/>
                  </a:cubicBezTo>
                  <a:lnTo>
                    <a:pt x="208" y="101"/>
                  </a:lnTo>
                  <a:cubicBezTo>
                    <a:pt x="208" y="34"/>
                    <a:pt x="156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24"/>
            <p:cNvSpPr/>
            <p:nvPr/>
          </p:nvSpPr>
          <p:spPr>
            <a:xfrm>
              <a:off x="5081875" y="10431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2" y="0"/>
                  </a:moveTo>
                  <a:cubicBezTo>
                    <a:pt x="25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8" y="65"/>
                    <a:pt x="104" y="40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24"/>
            <p:cNvSpPr/>
            <p:nvPr/>
          </p:nvSpPr>
          <p:spPr>
            <a:xfrm>
              <a:off x="4932725" y="104540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1" y="134"/>
                    <a:pt x="72" y="240"/>
                    <a:pt x="152" y="240"/>
                  </a:cubicBezTo>
                  <a:cubicBezTo>
                    <a:pt x="175" y="240"/>
                    <a:pt x="199" y="231"/>
                    <a:pt x="221" y="209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24"/>
            <p:cNvSpPr/>
            <p:nvPr/>
          </p:nvSpPr>
          <p:spPr>
            <a:xfrm>
              <a:off x="5673925" y="1045400"/>
              <a:ext cx="3450" cy="4850"/>
            </a:xfrm>
            <a:custGeom>
              <a:avLst/>
              <a:gdLst/>
              <a:ahLst/>
              <a:cxnLst/>
              <a:rect l="l" t="t" r="r" b="b"/>
              <a:pathLst>
                <a:path w="138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3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24"/>
            <p:cNvSpPr/>
            <p:nvPr/>
          </p:nvSpPr>
          <p:spPr>
            <a:xfrm>
              <a:off x="5026350" y="10458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24"/>
            <p:cNvSpPr/>
            <p:nvPr/>
          </p:nvSpPr>
          <p:spPr>
            <a:xfrm>
              <a:off x="5644050" y="1045875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4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0"/>
                    <a:pt x="12" y="222"/>
                    <a:pt x="64" y="253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9" y="248"/>
                    <a:pt x="207" y="214"/>
                  </a:cubicBezTo>
                  <a:cubicBezTo>
                    <a:pt x="217" y="196"/>
                    <a:pt x="226" y="176"/>
                    <a:pt x="237" y="156"/>
                  </a:cubicBezTo>
                  <a:cubicBezTo>
                    <a:pt x="261" y="105"/>
                    <a:pt x="249" y="43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24"/>
            <p:cNvSpPr/>
            <p:nvPr/>
          </p:nvSpPr>
          <p:spPr>
            <a:xfrm>
              <a:off x="5255225" y="1046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24"/>
            <p:cNvSpPr/>
            <p:nvPr/>
          </p:nvSpPr>
          <p:spPr>
            <a:xfrm>
              <a:off x="5341875" y="10465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0" y="1"/>
                  </a:moveTo>
                  <a:cubicBezTo>
                    <a:pt x="71" y="1"/>
                    <a:pt x="0" y="104"/>
                    <a:pt x="73" y="178"/>
                  </a:cubicBezTo>
                  <a:lnTo>
                    <a:pt x="103" y="208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8" y="10"/>
                    <a:pt x="174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24"/>
            <p:cNvSpPr/>
            <p:nvPr/>
          </p:nvSpPr>
          <p:spPr>
            <a:xfrm>
              <a:off x="4910300" y="1046825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4" y="0"/>
                  </a:moveTo>
                  <a:cubicBezTo>
                    <a:pt x="1" y="0"/>
                    <a:pt x="1" y="209"/>
                    <a:pt x="134" y="209"/>
                  </a:cubicBezTo>
                  <a:cubicBezTo>
                    <a:pt x="268" y="209"/>
                    <a:pt x="268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24"/>
            <p:cNvSpPr/>
            <p:nvPr/>
          </p:nvSpPr>
          <p:spPr>
            <a:xfrm>
              <a:off x="5506500" y="1047200"/>
              <a:ext cx="3025" cy="1800"/>
            </a:xfrm>
            <a:custGeom>
              <a:avLst/>
              <a:gdLst/>
              <a:ahLst/>
              <a:cxnLst/>
              <a:rect l="l" t="t" r="r" b="b"/>
              <a:pathLst>
                <a:path w="121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lnTo>
                    <a:pt x="76" y="71"/>
                  </a:lnTo>
                  <a:cubicBezTo>
                    <a:pt x="121" y="71"/>
                    <a:pt x="12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24"/>
            <p:cNvSpPr/>
            <p:nvPr/>
          </p:nvSpPr>
          <p:spPr>
            <a:xfrm>
              <a:off x="5394625" y="1048300"/>
              <a:ext cx="5250" cy="3450"/>
            </a:xfrm>
            <a:custGeom>
              <a:avLst/>
              <a:gdLst/>
              <a:ahLst/>
              <a:cxnLst/>
              <a:rect l="l" t="t" r="r" b="b"/>
              <a:pathLst>
                <a:path w="210" h="138" extrusionOk="0">
                  <a:moveTo>
                    <a:pt x="89" y="0"/>
                  </a:moveTo>
                  <a:cubicBezTo>
                    <a:pt x="1" y="0"/>
                    <a:pt x="2" y="137"/>
                    <a:pt x="91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24"/>
            <p:cNvSpPr/>
            <p:nvPr/>
          </p:nvSpPr>
          <p:spPr>
            <a:xfrm>
              <a:off x="5715125" y="10483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24"/>
            <p:cNvSpPr/>
            <p:nvPr/>
          </p:nvSpPr>
          <p:spPr>
            <a:xfrm>
              <a:off x="5473475" y="104865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0"/>
                  </a:moveTo>
                  <a:cubicBezTo>
                    <a:pt x="24" y="0"/>
                    <a:pt x="0" y="26"/>
                    <a:pt x="14" y="53"/>
                  </a:cubicBezTo>
                  <a:cubicBezTo>
                    <a:pt x="25" y="72"/>
                    <a:pt x="33" y="92"/>
                    <a:pt x="43" y="111"/>
                  </a:cubicBezTo>
                  <a:cubicBezTo>
                    <a:pt x="49" y="124"/>
                    <a:pt x="60" y="129"/>
                    <a:pt x="70" y="129"/>
                  </a:cubicBezTo>
                  <a:cubicBezTo>
                    <a:pt x="93" y="129"/>
                    <a:pt x="118" y="104"/>
                    <a:pt x="103" y="76"/>
                  </a:cubicBezTo>
                  <a:cubicBezTo>
                    <a:pt x="93" y="57"/>
                    <a:pt x="84" y="38"/>
                    <a:pt x="73" y="18"/>
                  </a:cubicBezTo>
                  <a:cubicBezTo>
                    <a:pt x="67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24"/>
            <p:cNvSpPr/>
            <p:nvPr/>
          </p:nvSpPr>
          <p:spPr>
            <a:xfrm>
              <a:off x="5687975" y="1049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80" y="139"/>
                    <a:pt x="180" y="1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24"/>
            <p:cNvSpPr/>
            <p:nvPr/>
          </p:nvSpPr>
          <p:spPr>
            <a:xfrm>
              <a:off x="5770750" y="10492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3" y="164"/>
                    <a:pt x="147" y="150"/>
                  </a:cubicBezTo>
                  <a:lnTo>
                    <a:pt x="176" y="120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24"/>
            <p:cNvSpPr/>
            <p:nvPr/>
          </p:nvSpPr>
          <p:spPr>
            <a:xfrm>
              <a:off x="5929075" y="1050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24"/>
            <p:cNvSpPr/>
            <p:nvPr/>
          </p:nvSpPr>
          <p:spPr>
            <a:xfrm>
              <a:off x="5325775" y="1051175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8" y="0"/>
                  </a:moveTo>
                  <a:cubicBezTo>
                    <a:pt x="181" y="0"/>
                    <a:pt x="173" y="1"/>
                    <a:pt x="165" y="4"/>
                  </a:cubicBezTo>
                  <a:cubicBezTo>
                    <a:pt x="136" y="15"/>
                    <a:pt x="107" y="23"/>
                    <a:pt x="77" y="33"/>
                  </a:cubicBezTo>
                  <a:cubicBezTo>
                    <a:pt x="1" y="59"/>
                    <a:pt x="22" y="171"/>
                    <a:pt x="90" y="171"/>
                  </a:cubicBezTo>
                  <a:cubicBezTo>
                    <a:pt x="97" y="171"/>
                    <a:pt x="105" y="170"/>
                    <a:pt x="113" y="167"/>
                  </a:cubicBezTo>
                  <a:cubicBezTo>
                    <a:pt x="143" y="157"/>
                    <a:pt x="172" y="147"/>
                    <a:pt x="201" y="137"/>
                  </a:cubicBezTo>
                  <a:cubicBezTo>
                    <a:pt x="279" y="113"/>
                    <a:pt x="257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24"/>
            <p:cNvSpPr/>
            <p:nvPr/>
          </p:nvSpPr>
          <p:spPr>
            <a:xfrm>
              <a:off x="5766000" y="1051550"/>
              <a:ext cx="3950" cy="3225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51" y="0"/>
                  </a:moveTo>
                  <a:cubicBezTo>
                    <a:pt x="24" y="0"/>
                    <a:pt x="1" y="35"/>
                    <a:pt x="26" y="60"/>
                  </a:cubicBezTo>
                  <a:lnTo>
                    <a:pt x="84" y="119"/>
                  </a:lnTo>
                  <a:cubicBezTo>
                    <a:pt x="91" y="126"/>
                    <a:pt x="99" y="129"/>
                    <a:pt x="107" y="129"/>
                  </a:cubicBezTo>
                  <a:cubicBezTo>
                    <a:pt x="133" y="129"/>
                    <a:pt x="157" y="94"/>
                    <a:pt x="133" y="69"/>
                  </a:cubicBezTo>
                  <a:lnTo>
                    <a:pt x="75" y="11"/>
                  </a:ln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24"/>
            <p:cNvSpPr/>
            <p:nvPr/>
          </p:nvSpPr>
          <p:spPr>
            <a:xfrm>
              <a:off x="5046300" y="10518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24"/>
            <p:cNvSpPr/>
            <p:nvPr/>
          </p:nvSpPr>
          <p:spPr>
            <a:xfrm>
              <a:off x="5406375" y="10519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24"/>
            <p:cNvSpPr/>
            <p:nvPr/>
          </p:nvSpPr>
          <p:spPr>
            <a:xfrm>
              <a:off x="6045650" y="1052200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5" y="1"/>
                  </a:moveTo>
                  <a:cubicBezTo>
                    <a:pt x="320" y="1"/>
                    <a:pt x="304" y="7"/>
                    <a:pt x="289" y="22"/>
                  </a:cubicBezTo>
                  <a:cubicBezTo>
                    <a:pt x="208" y="108"/>
                    <a:pt x="129" y="194"/>
                    <a:pt x="48" y="280"/>
                  </a:cubicBezTo>
                  <a:cubicBezTo>
                    <a:pt x="1" y="330"/>
                    <a:pt x="47" y="400"/>
                    <a:pt x="100" y="400"/>
                  </a:cubicBezTo>
                  <a:cubicBezTo>
                    <a:pt x="116" y="400"/>
                    <a:pt x="132" y="394"/>
                    <a:pt x="146" y="379"/>
                  </a:cubicBezTo>
                  <a:cubicBezTo>
                    <a:pt x="227" y="293"/>
                    <a:pt x="307" y="206"/>
                    <a:pt x="388" y="121"/>
                  </a:cubicBezTo>
                  <a:cubicBezTo>
                    <a:pt x="434" y="71"/>
                    <a:pt x="388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24"/>
            <p:cNvSpPr/>
            <p:nvPr/>
          </p:nvSpPr>
          <p:spPr>
            <a:xfrm>
              <a:off x="5187475" y="1052800"/>
              <a:ext cx="6950" cy="5725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83" y="1"/>
                  </a:moveTo>
                  <a:cubicBezTo>
                    <a:pt x="58" y="1"/>
                    <a:pt x="32" y="15"/>
                    <a:pt x="21" y="36"/>
                  </a:cubicBezTo>
                  <a:cubicBezTo>
                    <a:pt x="0" y="71"/>
                    <a:pt x="16" y="107"/>
                    <a:pt x="45" y="130"/>
                  </a:cubicBezTo>
                  <a:cubicBezTo>
                    <a:pt x="84" y="160"/>
                    <a:pt x="122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5"/>
                    <a:pt x="257" y="194"/>
                  </a:cubicBezTo>
                  <a:cubicBezTo>
                    <a:pt x="278" y="159"/>
                    <a:pt x="262" y="122"/>
                    <a:pt x="233" y="99"/>
                  </a:cubicBezTo>
                  <a:cubicBezTo>
                    <a:pt x="194" y="70"/>
                    <a:pt x="156" y="41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24"/>
            <p:cNvSpPr/>
            <p:nvPr/>
          </p:nvSpPr>
          <p:spPr>
            <a:xfrm>
              <a:off x="5777975" y="1053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4" y="163"/>
                    <a:pt x="148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24"/>
            <p:cNvSpPr/>
            <p:nvPr/>
          </p:nvSpPr>
          <p:spPr>
            <a:xfrm>
              <a:off x="5852325" y="1055750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6" y="1"/>
                  </a:moveTo>
                  <a:cubicBezTo>
                    <a:pt x="196" y="1"/>
                    <a:pt x="186" y="2"/>
                    <a:pt x="177" y="6"/>
                  </a:cubicBezTo>
                  <a:cubicBezTo>
                    <a:pt x="148" y="16"/>
                    <a:pt x="118" y="26"/>
                    <a:pt x="89" y="37"/>
                  </a:cubicBezTo>
                  <a:cubicBezTo>
                    <a:pt x="36" y="55"/>
                    <a:pt x="1" y="108"/>
                    <a:pt x="16" y="165"/>
                  </a:cubicBezTo>
                  <a:cubicBezTo>
                    <a:pt x="28" y="208"/>
                    <a:pt x="72" y="243"/>
                    <a:pt x="116" y="243"/>
                  </a:cubicBezTo>
                  <a:cubicBezTo>
                    <a:pt x="126" y="243"/>
                    <a:pt x="135" y="241"/>
                    <a:pt x="145" y="238"/>
                  </a:cubicBezTo>
                  <a:cubicBezTo>
                    <a:pt x="175" y="227"/>
                    <a:pt x="203" y="217"/>
                    <a:pt x="233" y="207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6"/>
                    <a:pt x="251" y="1"/>
                    <a:pt x="2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24"/>
            <p:cNvSpPr/>
            <p:nvPr/>
          </p:nvSpPr>
          <p:spPr>
            <a:xfrm>
              <a:off x="5536150" y="1055925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0"/>
                  </a:moveTo>
                  <a:cubicBezTo>
                    <a:pt x="85" y="0"/>
                    <a:pt x="48" y="20"/>
                    <a:pt x="30" y="53"/>
                  </a:cubicBezTo>
                  <a:cubicBezTo>
                    <a:pt x="0" y="102"/>
                    <a:pt x="20" y="164"/>
                    <a:pt x="67" y="195"/>
                  </a:cubicBezTo>
                  <a:cubicBezTo>
                    <a:pt x="115" y="226"/>
                    <a:pt x="163" y="257"/>
                    <a:pt x="211" y="287"/>
                  </a:cubicBezTo>
                  <a:cubicBezTo>
                    <a:pt x="227" y="296"/>
                    <a:pt x="244" y="300"/>
                    <a:pt x="261" y="300"/>
                  </a:cubicBezTo>
                  <a:cubicBezTo>
                    <a:pt x="298" y="300"/>
                    <a:pt x="335" y="281"/>
                    <a:pt x="353" y="249"/>
                  </a:cubicBezTo>
                  <a:cubicBezTo>
                    <a:pt x="383" y="199"/>
                    <a:pt x="364" y="136"/>
                    <a:pt x="316" y="106"/>
                  </a:cubicBezTo>
                  <a:cubicBezTo>
                    <a:pt x="268" y="75"/>
                    <a:pt x="220" y="44"/>
                    <a:pt x="172" y="14"/>
                  </a:cubicBezTo>
                  <a:cubicBezTo>
                    <a:pt x="157" y="5"/>
                    <a:pt x="139" y="0"/>
                    <a:pt x="12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24"/>
            <p:cNvSpPr/>
            <p:nvPr/>
          </p:nvSpPr>
          <p:spPr>
            <a:xfrm>
              <a:off x="5264225" y="1055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24"/>
            <p:cNvSpPr/>
            <p:nvPr/>
          </p:nvSpPr>
          <p:spPr>
            <a:xfrm>
              <a:off x="4887925" y="1057175"/>
              <a:ext cx="9775" cy="6400"/>
            </a:xfrm>
            <a:custGeom>
              <a:avLst/>
              <a:gdLst/>
              <a:ahLst/>
              <a:cxnLst/>
              <a:rect l="l" t="t" r="r" b="b"/>
              <a:pathLst>
                <a:path w="391" h="256" extrusionOk="0">
                  <a:moveTo>
                    <a:pt x="88" y="0"/>
                  </a:moveTo>
                  <a:cubicBezTo>
                    <a:pt x="1" y="0"/>
                    <a:pt x="0" y="138"/>
                    <a:pt x="89" y="139"/>
                  </a:cubicBezTo>
                  <a:cubicBezTo>
                    <a:pt x="112" y="139"/>
                    <a:pt x="130" y="129"/>
                    <a:pt x="142" y="114"/>
                  </a:cubicBezTo>
                  <a:cubicBezTo>
                    <a:pt x="160" y="180"/>
                    <a:pt x="213" y="228"/>
                    <a:pt x="276" y="251"/>
                  </a:cubicBezTo>
                  <a:cubicBezTo>
                    <a:pt x="285" y="254"/>
                    <a:pt x="292" y="255"/>
                    <a:pt x="300" y="255"/>
                  </a:cubicBezTo>
                  <a:cubicBezTo>
                    <a:pt x="367" y="255"/>
                    <a:pt x="390" y="145"/>
                    <a:pt x="314" y="118"/>
                  </a:cubicBezTo>
                  <a:cubicBezTo>
                    <a:pt x="285" y="107"/>
                    <a:pt x="273" y="81"/>
                    <a:pt x="270" y="52"/>
                  </a:cubicBezTo>
                  <a:cubicBezTo>
                    <a:pt x="266" y="21"/>
                    <a:pt x="232" y="1"/>
                    <a:pt x="201" y="1"/>
                  </a:cubicBezTo>
                  <a:cubicBezTo>
                    <a:pt x="195" y="1"/>
                    <a:pt x="189" y="2"/>
                    <a:pt x="184" y="4"/>
                  </a:cubicBezTo>
                  <a:cubicBezTo>
                    <a:pt x="167" y="9"/>
                    <a:pt x="155" y="19"/>
                    <a:pt x="146" y="32"/>
                  </a:cubicBezTo>
                  <a:cubicBezTo>
                    <a:pt x="135" y="14"/>
                    <a:pt x="116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24"/>
            <p:cNvSpPr/>
            <p:nvPr/>
          </p:nvSpPr>
          <p:spPr>
            <a:xfrm>
              <a:off x="5723475" y="1057275"/>
              <a:ext cx="7550" cy="7075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85" y="0"/>
                  </a:moveTo>
                  <a:cubicBezTo>
                    <a:pt x="44" y="0"/>
                    <a:pt x="1" y="34"/>
                    <a:pt x="15" y="87"/>
                  </a:cubicBezTo>
                  <a:cubicBezTo>
                    <a:pt x="35" y="167"/>
                    <a:pt x="90" y="237"/>
                    <a:pt x="165" y="274"/>
                  </a:cubicBezTo>
                  <a:cubicBezTo>
                    <a:pt x="176" y="280"/>
                    <a:pt x="187" y="283"/>
                    <a:pt x="198" y="283"/>
                  </a:cubicBezTo>
                  <a:cubicBezTo>
                    <a:pt x="260" y="283"/>
                    <a:pt x="302" y="190"/>
                    <a:pt x="233" y="155"/>
                  </a:cubicBezTo>
                  <a:cubicBezTo>
                    <a:pt x="190" y="133"/>
                    <a:pt x="160" y="98"/>
                    <a:pt x="148" y="50"/>
                  </a:cubicBezTo>
                  <a:cubicBezTo>
                    <a:pt x="140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24"/>
            <p:cNvSpPr/>
            <p:nvPr/>
          </p:nvSpPr>
          <p:spPr>
            <a:xfrm>
              <a:off x="6135775" y="1057500"/>
              <a:ext cx="5250" cy="5825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2"/>
                  </a:lnTo>
                  <a:cubicBezTo>
                    <a:pt x="1" y="199"/>
                    <a:pt x="53" y="233"/>
                    <a:pt x="105" y="233"/>
                  </a:cubicBezTo>
                  <a:cubicBezTo>
                    <a:pt x="157" y="233"/>
                    <a:pt x="209" y="199"/>
                    <a:pt x="209" y="132"/>
                  </a:cubicBezTo>
                  <a:lnTo>
                    <a:pt x="209" y="101"/>
                  </a:lnTo>
                  <a:cubicBezTo>
                    <a:pt x="210" y="35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24"/>
            <p:cNvSpPr/>
            <p:nvPr/>
          </p:nvSpPr>
          <p:spPr>
            <a:xfrm>
              <a:off x="5578975" y="105757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1" y="1"/>
                  </a:moveTo>
                  <a:cubicBezTo>
                    <a:pt x="75" y="1"/>
                    <a:pt x="69" y="1"/>
                    <a:pt x="63" y="3"/>
                  </a:cubicBezTo>
                  <a:cubicBezTo>
                    <a:pt x="29" y="11"/>
                    <a:pt x="1" y="53"/>
                    <a:pt x="13" y="88"/>
                  </a:cubicBezTo>
                  <a:cubicBezTo>
                    <a:pt x="33" y="138"/>
                    <a:pt x="53" y="187"/>
                    <a:pt x="71" y="234"/>
                  </a:cubicBezTo>
                  <a:cubicBezTo>
                    <a:pt x="84" y="264"/>
                    <a:pt x="108" y="286"/>
                    <a:pt x="139" y="286"/>
                  </a:cubicBezTo>
                  <a:cubicBezTo>
                    <a:pt x="145" y="286"/>
                    <a:pt x="151" y="286"/>
                    <a:pt x="157" y="284"/>
                  </a:cubicBezTo>
                  <a:cubicBezTo>
                    <a:pt x="189" y="275"/>
                    <a:pt x="219" y="233"/>
                    <a:pt x="206" y="198"/>
                  </a:cubicBezTo>
                  <a:cubicBezTo>
                    <a:pt x="187" y="149"/>
                    <a:pt x="168" y="101"/>
                    <a:pt x="148" y="52"/>
                  </a:cubicBezTo>
                  <a:cubicBezTo>
                    <a:pt x="136" y="22"/>
                    <a:pt x="111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24"/>
            <p:cNvSpPr/>
            <p:nvPr/>
          </p:nvSpPr>
          <p:spPr>
            <a:xfrm>
              <a:off x="4959800" y="1058075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7" y="0"/>
                  </a:moveTo>
                  <a:cubicBezTo>
                    <a:pt x="82" y="0"/>
                    <a:pt x="48" y="17"/>
                    <a:pt x="28" y="50"/>
                  </a:cubicBezTo>
                  <a:cubicBezTo>
                    <a:pt x="1" y="97"/>
                    <a:pt x="15" y="167"/>
                    <a:pt x="65" y="192"/>
                  </a:cubicBezTo>
                  <a:cubicBezTo>
                    <a:pt x="85" y="203"/>
                    <a:pt x="105" y="212"/>
                    <a:pt x="124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6" y="185"/>
                  </a:cubicBezTo>
                  <a:cubicBezTo>
                    <a:pt x="293" y="139"/>
                    <a:pt x="280" y="68"/>
                    <a:pt x="229" y="42"/>
                  </a:cubicBezTo>
                  <a:cubicBezTo>
                    <a:pt x="209" y="32"/>
                    <a:pt x="189" y="24"/>
                    <a:pt x="171" y="13"/>
                  </a:cubicBezTo>
                  <a:cubicBezTo>
                    <a:pt x="154" y="4"/>
                    <a:pt x="135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24"/>
            <p:cNvSpPr/>
            <p:nvPr/>
          </p:nvSpPr>
          <p:spPr>
            <a:xfrm>
              <a:off x="5831350" y="105815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0"/>
                  </a:moveTo>
                  <a:cubicBezTo>
                    <a:pt x="53" y="0"/>
                    <a:pt x="1" y="33"/>
                    <a:pt x="1" y="100"/>
                  </a:cubicBezTo>
                  <a:lnTo>
                    <a:pt x="1" y="130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0"/>
                  </a:cubicBezTo>
                  <a:lnTo>
                    <a:pt x="210" y="100"/>
                  </a:lnTo>
                  <a:cubicBezTo>
                    <a:pt x="210" y="33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24"/>
            <p:cNvSpPr/>
            <p:nvPr/>
          </p:nvSpPr>
          <p:spPr>
            <a:xfrm>
              <a:off x="6014400" y="105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24"/>
            <p:cNvSpPr/>
            <p:nvPr/>
          </p:nvSpPr>
          <p:spPr>
            <a:xfrm>
              <a:off x="6099250" y="10604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8" y="169"/>
                    <a:pt x="226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24"/>
            <p:cNvSpPr/>
            <p:nvPr/>
          </p:nvSpPr>
          <p:spPr>
            <a:xfrm>
              <a:off x="4917750" y="1061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50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24"/>
            <p:cNvSpPr/>
            <p:nvPr/>
          </p:nvSpPr>
          <p:spPr>
            <a:xfrm>
              <a:off x="5715600" y="10622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1" y="99"/>
                    <a:pt x="48" y="170"/>
                    <a:pt x="101" y="170"/>
                  </a:cubicBezTo>
                  <a:cubicBezTo>
                    <a:pt x="117" y="170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6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24"/>
            <p:cNvSpPr/>
            <p:nvPr/>
          </p:nvSpPr>
          <p:spPr>
            <a:xfrm>
              <a:off x="5430550" y="10623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24"/>
            <p:cNvSpPr/>
            <p:nvPr/>
          </p:nvSpPr>
          <p:spPr>
            <a:xfrm>
              <a:off x="5512250" y="1062625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0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7" y="65"/>
                    <a:pt x="103" y="40"/>
                  </a:cubicBezTo>
                  <a:lnTo>
                    <a:pt x="74" y="10"/>
                  </a:lnTo>
                  <a:cubicBezTo>
                    <a:pt x="67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24"/>
            <p:cNvSpPr/>
            <p:nvPr/>
          </p:nvSpPr>
          <p:spPr>
            <a:xfrm>
              <a:off x="5989800" y="1062875"/>
              <a:ext cx="6700" cy="5250"/>
            </a:xfrm>
            <a:custGeom>
              <a:avLst/>
              <a:gdLst/>
              <a:ahLst/>
              <a:cxnLst/>
              <a:rect l="l" t="t" r="r" b="b"/>
              <a:pathLst>
                <a:path w="268" h="210" extrusionOk="0">
                  <a:moveTo>
                    <a:pt x="133" y="0"/>
                  </a:moveTo>
                  <a:cubicBezTo>
                    <a:pt x="0" y="0"/>
                    <a:pt x="0" y="210"/>
                    <a:pt x="133" y="210"/>
                  </a:cubicBezTo>
                  <a:cubicBezTo>
                    <a:pt x="268" y="210"/>
                    <a:pt x="268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24"/>
            <p:cNvSpPr/>
            <p:nvPr/>
          </p:nvSpPr>
          <p:spPr>
            <a:xfrm>
              <a:off x="5097350" y="10629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1" y="2"/>
                    <a:pt x="1" y="71"/>
                    <a:pt x="44" y="71"/>
                  </a:cubicBezTo>
                  <a:cubicBezTo>
                    <a:pt x="90" y="71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24"/>
            <p:cNvSpPr/>
            <p:nvPr/>
          </p:nvSpPr>
          <p:spPr>
            <a:xfrm>
              <a:off x="5297400" y="1064200"/>
              <a:ext cx="4650" cy="7125"/>
            </a:xfrm>
            <a:custGeom>
              <a:avLst/>
              <a:gdLst/>
              <a:ahLst/>
              <a:cxnLst/>
              <a:rect l="l" t="t" r="r" b="b"/>
              <a:pathLst>
                <a:path w="186" h="285" extrusionOk="0">
                  <a:moveTo>
                    <a:pt x="85" y="1"/>
                  </a:moveTo>
                  <a:cubicBezTo>
                    <a:pt x="44" y="1"/>
                    <a:pt x="1" y="35"/>
                    <a:pt x="12" y="87"/>
                  </a:cubicBezTo>
                  <a:cubicBezTo>
                    <a:pt x="22" y="137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1" y="284"/>
                    <a:pt x="186" y="250"/>
                    <a:pt x="174" y="198"/>
                  </a:cubicBezTo>
                  <a:cubicBezTo>
                    <a:pt x="164" y="148"/>
                    <a:pt x="155" y="101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24"/>
            <p:cNvSpPr/>
            <p:nvPr/>
          </p:nvSpPr>
          <p:spPr>
            <a:xfrm>
              <a:off x="5734925" y="106452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6"/>
                    <a:pt x="39" y="74"/>
                    <a:pt x="29" y="94"/>
                  </a:cubicBezTo>
                  <a:cubicBezTo>
                    <a:pt x="0" y="148"/>
                    <a:pt x="49" y="199"/>
                    <a:pt x="96" y="199"/>
                  </a:cubicBezTo>
                  <a:cubicBezTo>
                    <a:pt x="116" y="199"/>
                    <a:pt x="136" y="189"/>
                    <a:pt x="148" y="164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24"/>
            <p:cNvSpPr/>
            <p:nvPr/>
          </p:nvSpPr>
          <p:spPr>
            <a:xfrm>
              <a:off x="5363050" y="10649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4" y="1"/>
                  </a:moveTo>
                  <a:cubicBezTo>
                    <a:pt x="151" y="1"/>
                    <a:pt x="127" y="10"/>
                    <a:pt x="106" y="31"/>
                  </a:cubicBezTo>
                  <a:lnTo>
                    <a:pt x="75" y="60"/>
                  </a:lnTo>
                  <a:cubicBezTo>
                    <a:pt x="1" y="134"/>
                    <a:pt x="73" y="239"/>
                    <a:pt x="153" y="239"/>
                  </a:cubicBezTo>
                  <a:cubicBezTo>
                    <a:pt x="176" y="239"/>
                    <a:pt x="200" y="230"/>
                    <a:pt x="222" y="209"/>
                  </a:cubicBezTo>
                  <a:lnTo>
                    <a:pt x="252" y="178"/>
                  </a:lnTo>
                  <a:cubicBezTo>
                    <a:pt x="325" y="106"/>
                    <a:pt x="254" y="1"/>
                    <a:pt x="17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24"/>
            <p:cNvSpPr/>
            <p:nvPr/>
          </p:nvSpPr>
          <p:spPr>
            <a:xfrm>
              <a:off x="5886725" y="1064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24"/>
            <p:cNvSpPr/>
            <p:nvPr/>
          </p:nvSpPr>
          <p:spPr>
            <a:xfrm>
              <a:off x="5456725" y="10653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24"/>
            <p:cNvSpPr/>
            <p:nvPr/>
          </p:nvSpPr>
          <p:spPr>
            <a:xfrm>
              <a:off x="5685575" y="106597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24"/>
            <p:cNvSpPr/>
            <p:nvPr/>
          </p:nvSpPr>
          <p:spPr>
            <a:xfrm>
              <a:off x="5340625" y="10663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3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24"/>
            <p:cNvSpPr/>
            <p:nvPr/>
          </p:nvSpPr>
          <p:spPr>
            <a:xfrm>
              <a:off x="4983275" y="10675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cubicBezTo>
                    <a:pt x="84" y="187"/>
                    <a:pt x="93" y="199"/>
                    <a:pt x="103" y="207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24"/>
            <p:cNvSpPr/>
            <p:nvPr/>
          </p:nvSpPr>
          <p:spPr>
            <a:xfrm>
              <a:off x="6068325" y="1067725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61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3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40"/>
                    <a:pt x="198" y="129"/>
                  </a:cubicBezTo>
                  <a:cubicBezTo>
                    <a:pt x="267" y="95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24"/>
            <p:cNvSpPr/>
            <p:nvPr/>
          </p:nvSpPr>
          <p:spPr>
            <a:xfrm>
              <a:off x="5869125" y="10678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24"/>
            <p:cNvSpPr/>
            <p:nvPr/>
          </p:nvSpPr>
          <p:spPr>
            <a:xfrm>
              <a:off x="5075750" y="10678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7"/>
                  </a:cubicBezTo>
                  <a:cubicBezTo>
                    <a:pt x="47" y="221"/>
                    <a:pt x="81" y="238"/>
                    <a:pt x="116" y="238"/>
                  </a:cubicBezTo>
                  <a:cubicBezTo>
                    <a:pt x="134" y="238"/>
                    <a:pt x="153" y="233"/>
                    <a:pt x="170" y="224"/>
                  </a:cubicBezTo>
                  <a:cubicBezTo>
                    <a:pt x="190" y="214"/>
                    <a:pt x="209" y="205"/>
                    <a:pt x="228" y="194"/>
                  </a:cubicBezTo>
                  <a:cubicBezTo>
                    <a:pt x="279" y="169"/>
                    <a:pt x="294" y="99"/>
                    <a:pt x="266" y="52"/>
                  </a:cubicBezTo>
                  <a:cubicBezTo>
                    <a:pt x="246" y="18"/>
                    <a:pt x="213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24"/>
            <p:cNvSpPr/>
            <p:nvPr/>
          </p:nvSpPr>
          <p:spPr>
            <a:xfrm>
              <a:off x="5127375" y="1068675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8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24"/>
            <p:cNvSpPr/>
            <p:nvPr/>
          </p:nvSpPr>
          <p:spPr>
            <a:xfrm>
              <a:off x="5227275" y="10691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24"/>
            <p:cNvSpPr/>
            <p:nvPr/>
          </p:nvSpPr>
          <p:spPr>
            <a:xfrm>
              <a:off x="5177250" y="10703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2" y="1"/>
                    <a:pt x="0" y="76"/>
                    <a:pt x="44" y="157"/>
                  </a:cubicBezTo>
                  <a:cubicBezTo>
                    <a:pt x="83" y="226"/>
                    <a:pt x="146" y="260"/>
                    <a:pt x="223" y="267"/>
                  </a:cubicBezTo>
                  <a:cubicBezTo>
                    <a:pt x="225" y="267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24"/>
            <p:cNvSpPr/>
            <p:nvPr/>
          </p:nvSpPr>
          <p:spPr>
            <a:xfrm>
              <a:off x="5103900" y="1070350"/>
              <a:ext cx="3000" cy="3225"/>
            </a:xfrm>
            <a:custGeom>
              <a:avLst/>
              <a:gdLst/>
              <a:ahLst/>
              <a:cxnLst/>
              <a:rect l="l" t="t" r="r" b="b"/>
              <a:pathLst>
                <a:path w="120" h="129" extrusionOk="0">
                  <a:moveTo>
                    <a:pt x="49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6" y="72"/>
                    <a:pt x="36" y="92"/>
                    <a:pt x="45" y="111"/>
                  </a:cubicBezTo>
                  <a:cubicBezTo>
                    <a:pt x="51" y="123"/>
                    <a:pt x="62" y="129"/>
                    <a:pt x="72" y="129"/>
                  </a:cubicBezTo>
                  <a:cubicBezTo>
                    <a:pt x="95" y="129"/>
                    <a:pt x="120" y="104"/>
                    <a:pt x="105" y="77"/>
                  </a:cubicBezTo>
                  <a:cubicBezTo>
                    <a:pt x="95" y="57"/>
                    <a:pt x="86" y="37"/>
                    <a:pt x="75" y="17"/>
                  </a:cubicBezTo>
                  <a:cubicBezTo>
                    <a:pt x="69" y="5"/>
                    <a:pt x="59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24"/>
            <p:cNvSpPr/>
            <p:nvPr/>
          </p:nvSpPr>
          <p:spPr>
            <a:xfrm>
              <a:off x="5756150" y="10706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187" y="1"/>
                  </a:moveTo>
                  <a:cubicBezTo>
                    <a:pt x="180" y="1"/>
                    <a:pt x="172" y="2"/>
                    <a:pt x="164" y="4"/>
                  </a:cubicBezTo>
                  <a:cubicBezTo>
                    <a:pt x="135" y="15"/>
                    <a:pt x="106" y="24"/>
                    <a:pt x="76" y="34"/>
                  </a:cubicBezTo>
                  <a:cubicBezTo>
                    <a:pt x="0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8"/>
                    <a:pt x="201" y="138"/>
                  </a:cubicBezTo>
                  <a:cubicBezTo>
                    <a:pt x="278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24"/>
            <p:cNvSpPr/>
            <p:nvPr/>
          </p:nvSpPr>
          <p:spPr>
            <a:xfrm>
              <a:off x="5476625" y="1071375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5" y="1"/>
                  </a:moveTo>
                  <a:cubicBezTo>
                    <a:pt x="18" y="1"/>
                    <a:pt x="0" y="12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24"/>
            <p:cNvSpPr/>
            <p:nvPr/>
          </p:nvSpPr>
          <p:spPr>
            <a:xfrm>
              <a:off x="5219925" y="10720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24"/>
            <p:cNvSpPr/>
            <p:nvPr/>
          </p:nvSpPr>
          <p:spPr>
            <a:xfrm>
              <a:off x="5617825" y="10723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0"/>
                  </a:moveTo>
                  <a:cubicBezTo>
                    <a:pt x="59" y="0"/>
                    <a:pt x="33" y="14"/>
                    <a:pt x="22" y="35"/>
                  </a:cubicBezTo>
                  <a:cubicBezTo>
                    <a:pt x="1" y="70"/>
                    <a:pt x="16" y="106"/>
                    <a:pt x="46" y="129"/>
                  </a:cubicBezTo>
                  <a:cubicBezTo>
                    <a:pt x="85" y="159"/>
                    <a:pt x="123" y="187"/>
                    <a:pt x="164" y="217"/>
                  </a:cubicBezTo>
                  <a:cubicBezTo>
                    <a:pt x="173" y="224"/>
                    <a:pt x="184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24"/>
            <p:cNvSpPr/>
            <p:nvPr/>
          </p:nvSpPr>
          <p:spPr>
            <a:xfrm>
              <a:off x="5159275" y="1074075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24"/>
            <p:cNvSpPr/>
            <p:nvPr/>
          </p:nvSpPr>
          <p:spPr>
            <a:xfrm>
              <a:off x="5089725" y="10744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1" y="1"/>
                  </a:moveTo>
                  <a:cubicBezTo>
                    <a:pt x="72" y="1"/>
                    <a:pt x="1" y="104"/>
                    <a:pt x="72" y="179"/>
                  </a:cubicBezTo>
                  <a:cubicBezTo>
                    <a:pt x="120" y="227"/>
                    <a:pt x="168" y="276"/>
                    <a:pt x="217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5" y="254"/>
                    <a:pt x="364" y="181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24"/>
            <p:cNvSpPr/>
            <p:nvPr/>
          </p:nvSpPr>
          <p:spPr>
            <a:xfrm>
              <a:off x="5964300" y="10753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0" y="0"/>
                  </a:moveTo>
                  <a:cubicBezTo>
                    <a:pt x="111" y="0"/>
                    <a:pt x="102" y="1"/>
                    <a:pt x="93" y="4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1"/>
                    <a:pt x="41" y="191"/>
                    <a:pt x="52" y="220"/>
                  </a:cubicBezTo>
                  <a:cubicBezTo>
                    <a:pt x="66" y="265"/>
                    <a:pt x="106" y="297"/>
                    <a:pt x="152" y="297"/>
                  </a:cubicBezTo>
                  <a:cubicBezTo>
                    <a:pt x="161" y="297"/>
                    <a:pt x="170" y="295"/>
                    <a:pt x="179" y="293"/>
                  </a:cubicBezTo>
                  <a:cubicBezTo>
                    <a:pt x="231" y="278"/>
                    <a:pt x="271" y="217"/>
                    <a:pt x="252" y="164"/>
                  </a:cubicBezTo>
                  <a:cubicBezTo>
                    <a:pt x="241" y="134"/>
                    <a:pt x="231" y="106"/>
                    <a:pt x="220" y="76"/>
                  </a:cubicBezTo>
                  <a:cubicBezTo>
                    <a:pt x="206" y="32"/>
                    <a:pt x="166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24"/>
            <p:cNvSpPr/>
            <p:nvPr/>
          </p:nvSpPr>
          <p:spPr>
            <a:xfrm>
              <a:off x="5037125" y="10753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4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9"/>
                  </a:cubicBezTo>
                  <a:cubicBezTo>
                    <a:pt x="1" y="103"/>
                    <a:pt x="10" y="159"/>
                    <a:pt x="44" y="159"/>
                  </a:cubicBezTo>
                  <a:cubicBezTo>
                    <a:pt x="48" y="159"/>
                    <a:pt x="52" y="158"/>
                    <a:pt x="57" y="156"/>
                  </a:cubicBezTo>
                  <a:cubicBezTo>
                    <a:pt x="114" y="133"/>
                    <a:pt x="157" y="100"/>
                    <a:pt x="193" y="51"/>
                  </a:cubicBezTo>
                  <a:cubicBezTo>
                    <a:pt x="211" y="25"/>
                    <a:pt x="188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24"/>
            <p:cNvSpPr/>
            <p:nvPr/>
          </p:nvSpPr>
          <p:spPr>
            <a:xfrm>
              <a:off x="5694575" y="1075525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9" y="0"/>
                  </a:moveTo>
                  <a:cubicBezTo>
                    <a:pt x="1" y="0"/>
                    <a:pt x="2" y="137"/>
                    <a:pt x="91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lnTo>
                    <a:pt x="91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24"/>
            <p:cNvSpPr/>
            <p:nvPr/>
          </p:nvSpPr>
          <p:spPr>
            <a:xfrm>
              <a:off x="5807125" y="10758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70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24"/>
            <p:cNvSpPr/>
            <p:nvPr/>
          </p:nvSpPr>
          <p:spPr>
            <a:xfrm>
              <a:off x="5926000" y="1076025"/>
              <a:ext cx="6675" cy="4150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07" y="0"/>
                  </a:moveTo>
                  <a:cubicBezTo>
                    <a:pt x="44" y="0"/>
                    <a:pt x="0" y="93"/>
                    <a:pt x="69" y="127"/>
                  </a:cubicBezTo>
                  <a:cubicBezTo>
                    <a:pt x="88" y="138"/>
                    <a:pt x="108" y="147"/>
                    <a:pt x="128" y="157"/>
                  </a:cubicBezTo>
                  <a:cubicBezTo>
                    <a:pt x="139" y="163"/>
                    <a:pt x="150" y="166"/>
                    <a:pt x="161" y="166"/>
                  </a:cubicBezTo>
                  <a:cubicBezTo>
                    <a:pt x="224" y="166"/>
                    <a:pt x="266" y="73"/>
                    <a:pt x="197" y="38"/>
                  </a:cubicBezTo>
                  <a:cubicBezTo>
                    <a:pt x="178" y="28"/>
                    <a:pt x="159" y="18"/>
                    <a:pt x="139" y="8"/>
                  </a:cubicBezTo>
                  <a:cubicBezTo>
                    <a:pt x="128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24"/>
            <p:cNvSpPr/>
            <p:nvPr/>
          </p:nvSpPr>
          <p:spPr>
            <a:xfrm>
              <a:off x="5785200" y="1076450"/>
              <a:ext cx="4425" cy="2325"/>
            </a:xfrm>
            <a:custGeom>
              <a:avLst/>
              <a:gdLst/>
              <a:ahLst/>
              <a:cxnLst/>
              <a:rect l="l" t="t" r="r" b="b"/>
              <a:pathLst>
                <a:path w="177" h="93" extrusionOk="0">
                  <a:moveTo>
                    <a:pt x="47" y="0"/>
                  </a:moveTo>
                  <a:cubicBezTo>
                    <a:pt x="23" y="0"/>
                    <a:pt x="0" y="35"/>
                    <a:pt x="21" y="61"/>
                  </a:cubicBezTo>
                  <a:cubicBezTo>
                    <a:pt x="38" y="82"/>
                    <a:pt x="63" y="93"/>
                    <a:pt x="88" y="93"/>
                  </a:cubicBezTo>
                  <a:cubicBezTo>
                    <a:pt x="112" y="93"/>
                    <a:pt x="137" y="83"/>
                    <a:pt x="155" y="64"/>
                  </a:cubicBezTo>
                  <a:cubicBezTo>
                    <a:pt x="177" y="38"/>
                    <a:pt x="154" y="3"/>
                    <a:pt x="128" y="3"/>
                  </a:cubicBezTo>
                  <a:cubicBezTo>
                    <a:pt x="120" y="3"/>
                    <a:pt x="112" y="7"/>
                    <a:pt x="105" y="15"/>
                  </a:cubicBezTo>
                  <a:cubicBezTo>
                    <a:pt x="100" y="20"/>
                    <a:pt x="94" y="23"/>
                    <a:pt x="89" y="23"/>
                  </a:cubicBezTo>
                  <a:cubicBezTo>
                    <a:pt x="82" y="23"/>
                    <a:pt x="75" y="19"/>
                    <a:pt x="70" y="12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24"/>
            <p:cNvSpPr/>
            <p:nvPr/>
          </p:nvSpPr>
          <p:spPr>
            <a:xfrm>
              <a:off x="5318275" y="107665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0" y="1"/>
                    <a:pt x="185" y="3"/>
                  </a:cubicBezTo>
                  <a:cubicBezTo>
                    <a:pt x="167" y="8"/>
                    <a:pt x="156" y="18"/>
                    <a:pt x="147" y="31"/>
                  </a:cubicBezTo>
                  <a:cubicBezTo>
                    <a:pt x="136" y="14"/>
                    <a:pt x="118" y="1"/>
                    <a:pt x="90" y="1"/>
                  </a:cubicBezTo>
                  <a:cubicBezTo>
                    <a:pt x="0" y="1"/>
                    <a:pt x="0" y="138"/>
                    <a:pt x="90" y="138"/>
                  </a:cubicBezTo>
                  <a:cubicBezTo>
                    <a:pt x="112" y="138"/>
                    <a:pt x="131" y="128"/>
                    <a:pt x="142" y="115"/>
                  </a:cubicBezTo>
                  <a:cubicBezTo>
                    <a:pt x="161" y="179"/>
                    <a:pt x="214" y="229"/>
                    <a:pt x="277" y="250"/>
                  </a:cubicBezTo>
                  <a:cubicBezTo>
                    <a:pt x="286" y="253"/>
                    <a:pt x="293" y="255"/>
                    <a:pt x="301" y="255"/>
                  </a:cubicBezTo>
                  <a:cubicBezTo>
                    <a:pt x="367" y="255"/>
                    <a:pt x="391" y="144"/>
                    <a:pt x="314" y="117"/>
                  </a:cubicBezTo>
                  <a:cubicBezTo>
                    <a:pt x="285" y="106"/>
                    <a:pt x="275" y="80"/>
                    <a:pt x="271" y="51"/>
                  </a:cubicBezTo>
                  <a:cubicBezTo>
                    <a:pt x="267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24"/>
            <p:cNvSpPr/>
            <p:nvPr/>
          </p:nvSpPr>
          <p:spPr>
            <a:xfrm>
              <a:off x="5676500" y="1077450"/>
              <a:ext cx="7500" cy="5250"/>
            </a:xfrm>
            <a:custGeom>
              <a:avLst/>
              <a:gdLst/>
              <a:ahLst/>
              <a:cxnLst/>
              <a:rect l="l" t="t" r="r" b="b"/>
              <a:pathLst>
                <a:path w="300" h="210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64" y="209"/>
                  </a:lnTo>
                  <a:cubicBezTo>
                    <a:pt x="299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24"/>
            <p:cNvSpPr/>
            <p:nvPr/>
          </p:nvSpPr>
          <p:spPr>
            <a:xfrm>
              <a:off x="5390175" y="10775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8" y="0"/>
                  </a:moveTo>
                  <a:cubicBezTo>
                    <a:pt x="82" y="0"/>
                    <a:pt x="48" y="17"/>
                    <a:pt x="28" y="51"/>
                  </a:cubicBezTo>
                  <a:cubicBezTo>
                    <a:pt x="1" y="97"/>
                    <a:pt x="15" y="168"/>
                    <a:pt x="65" y="194"/>
                  </a:cubicBezTo>
                  <a:cubicBezTo>
                    <a:pt x="85" y="204"/>
                    <a:pt x="104" y="213"/>
                    <a:pt x="124" y="224"/>
                  </a:cubicBezTo>
                  <a:cubicBezTo>
                    <a:pt x="140" y="232"/>
                    <a:pt x="158" y="237"/>
                    <a:pt x="176" y="237"/>
                  </a:cubicBezTo>
                  <a:cubicBezTo>
                    <a:pt x="211" y="237"/>
                    <a:pt x="246" y="219"/>
                    <a:pt x="266" y="185"/>
                  </a:cubicBezTo>
                  <a:cubicBezTo>
                    <a:pt x="293" y="139"/>
                    <a:pt x="279" y="69"/>
                    <a:pt x="229" y="43"/>
                  </a:cubicBezTo>
                  <a:cubicBezTo>
                    <a:pt x="209" y="33"/>
                    <a:pt x="189" y="24"/>
                    <a:pt x="171" y="13"/>
                  </a:cubicBezTo>
                  <a:cubicBezTo>
                    <a:pt x="154" y="5"/>
                    <a:pt x="135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24"/>
            <p:cNvSpPr/>
            <p:nvPr/>
          </p:nvSpPr>
          <p:spPr>
            <a:xfrm>
              <a:off x="6093625" y="1078700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110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5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4" y="200"/>
                    <a:pt x="135" y="189"/>
                    <a:pt x="147" y="164"/>
                  </a:cubicBezTo>
                  <a:cubicBezTo>
                    <a:pt x="157" y="145"/>
                    <a:pt x="166" y="126"/>
                    <a:pt x="176" y="106"/>
                  </a:cubicBezTo>
                  <a:cubicBezTo>
                    <a:pt x="204" y="51"/>
                    <a:pt x="156" y="1"/>
                    <a:pt x="11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24"/>
            <p:cNvSpPr/>
            <p:nvPr/>
          </p:nvSpPr>
          <p:spPr>
            <a:xfrm>
              <a:off x="5274675" y="1078800"/>
              <a:ext cx="4750" cy="6350"/>
            </a:xfrm>
            <a:custGeom>
              <a:avLst/>
              <a:gdLst/>
              <a:ahLst/>
              <a:cxnLst/>
              <a:rect l="l" t="t" r="r" b="b"/>
              <a:pathLst>
                <a:path w="190" h="254" extrusionOk="0">
                  <a:moveTo>
                    <a:pt x="84" y="0"/>
                  </a:moveTo>
                  <a:cubicBezTo>
                    <a:pt x="43" y="0"/>
                    <a:pt x="1" y="34"/>
                    <a:pt x="14" y="87"/>
                  </a:cubicBezTo>
                  <a:cubicBezTo>
                    <a:pt x="25" y="125"/>
                    <a:pt x="33" y="164"/>
                    <a:pt x="43" y="205"/>
                  </a:cubicBezTo>
                  <a:cubicBezTo>
                    <a:pt x="52" y="239"/>
                    <a:pt x="79" y="254"/>
                    <a:pt x="106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7" y="129"/>
                    <a:pt x="156" y="89"/>
                    <a:pt x="147" y="50"/>
                  </a:cubicBezTo>
                  <a:cubicBezTo>
                    <a:pt x="138" y="16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24"/>
            <p:cNvSpPr/>
            <p:nvPr/>
          </p:nvSpPr>
          <p:spPr>
            <a:xfrm>
              <a:off x="5348125" y="1081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24"/>
            <p:cNvSpPr/>
            <p:nvPr/>
          </p:nvSpPr>
          <p:spPr>
            <a:xfrm>
              <a:off x="4907150" y="10821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4"/>
                  </a:cubicBezTo>
                  <a:cubicBezTo>
                    <a:pt x="1" y="70"/>
                    <a:pt x="16" y="106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79" y="158"/>
                    <a:pt x="264" y="120"/>
                    <a:pt x="234" y="99"/>
                  </a:cubicBezTo>
                  <a:cubicBezTo>
                    <a:pt x="195" y="69"/>
                    <a:pt x="156" y="40"/>
                    <a:pt x="117" y="11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24"/>
            <p:cNvSpPr/>
            <p:nvPr/>
          </p:nvSpPr>
          <p:spPr>
            <a:xfrm>
              <a:off x="5527725" y="1082450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3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24"/>
            <p:cNvSpPr/>
            <p:nvPr/>
          </p:nvSpPr>
          <p:spPr>
            <a:xfrm>
              <a:off x="4937200" y="1083125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5" y="0"/>
                  </a:moveTo>
                  <a:cubicBezTo>
                    <a:pt x="22" y="0"/>
                    <a:pt x="1" y="47"/>
                    <a:pt x="36" y="64"/>
                  </a:cubicBezTo>
                  <a:cubicBezTo>
                    <a:pt x="55" y="74"/>
                    <a:pt x="75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2"/>
                    <a:pt x="129" y="34"/>
                  </a:cubicBezTo>
                  <a:cubicBezTo>
                    <a:pt x="109" y="23"/>
                    <a:pt x="91" y="14"/>
                    <a:pt x="71" y="4"/>
                  </a:cubicBezTo>
                  <a:cubicBezTo>
                    <a:pt x="65" y="1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24"/>
            <p:cNvSpPr/>
            <p:nvPr/>
          </p:nvSpPr>
          <p:spPr>
            <a:xfrm>
              <a:off x="5727775" y="1083700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1"/>
                  </a:moveTo>
                  <a:cubicBezTo>
                    <a:pt x="44" y="1"/>
                    <a:pt x="0" y="35"/>
                    <a:pt x="12" y="87"/>
                  </a:cubicBezTo>
                  <a:cubicBezTo>
                    <a:pt x="22" y="136"/>
                    <a:pt x="30" y="185"/>
                    <a:pt x="41" y="234"/>
                  </a:cubicBezTo>
                  <a:cubicBezTo>
                    <a:pt x="48" y="269"/>
                    <a:pt x="73" y="284"/>
                    <a:pt x="100" y="284"/>
                  </a:cubicBezTo>
                  <a:cubicBezTo>
                    <a:pt x="140" y="284"/>
                    <a:pt x="184" y="250"/>
                    <a:pt x="174" y="197"/>
                  </a:cubicBezTo>
                  <a:cubicBezTo>
                    <a:pt x="164" y="149"/>
                    <a:pt x="155" y="100"/>
                    <a:pt x="144" y="51"/>
                  </a:cubicBezTo>
                  <a:cubicBezTo>
                    <a:pt x="137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24"/>
            <p:cNvSpPr/>
            <p:nvPr/>
          </p:nvSpPr>
          <p:spPr>
            <a:xfrm>
              <a:off x="5888525" y="108417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0" y="70"/>
                    <a:pt x="90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24"/>
            <p:cNvSpPr/>
            <p:nvPr/>
          </p:nvSpPr>
          <p:spPr>
            <a:xfrm>
              <a:off x="5195950" y="108427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5"/>
                    <a:pt x="74" y="178"/>
                  </a:cubicBezTo>
                  <a:lnTo>
                    <a:pt x="104" y="209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24"/>
            <p:cNvSpPr/>
            <p:nvPr/>
          </p:nvSpPr>
          <p:spPr>
            <a:xfrm>
              <a:off x="5719175" y="10851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0"/>
                    <a:pt x="35" y="223"/>
                    <a:pt x="70" y="223"/>
                  </a:cubicBezTo>
                  <a:cubicBezTo>
                    <a:pt x="105" y="223"/>
                    <a:pt x="140" y="200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24"/>
            <p:cNvSpPr/>
            <p:nvPr/>
          </p:nvSpPr>
          <p:spPr>
            <a:xfrm>
              <a:off x="4888350" y="10857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24"/>
            <p:cNvSpPr/>
            <p:nvPr/>
          </p:nvSpPr>
          <p:spPr>
            <a:xfrm>
              <a:off x="5944025" y="108577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2" y="0"/>
                  </a:moveTo>
                  <a:cubicBezTo>
                    <a:pt x="63" y="0"/>
                    <a:pt x="43" y="8"/>
                    <a:pt x="30" y="21"/>
                  </a:cubicBezTo>
                  <a:cubicBezTo>
                    <a:pt x="1" y="50"/>
                    <a:pt x="5" y="89"/>
                    <a:pt x="30" y="119"/>
                  </a:cubicBezTo>
                  <a:cubicBezTo>
                    <a:pt x="70" y="167"/>
                    <a:pt x="109" y="217"/>
                    <a:pt x="149" y="265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4" y="277"/>
                    <a:pt x="247" y="265"/>
                  </a:cubicBezTo>
                  <a:cubicBezTo>
                    <a:pt x="275" y="237"/>
                    <a:pt x="272" y="196"/>
                    <a:pt x="247" y="166"/>
                  </a:cubicBezTo>
                  <a:cubicBezTo>
                    <a:pt x="207" y="118"/>
                    <a:pt x="166" y="69"/>
                    <a:pt x="128" y="21"/>
                  </a:cubicBezTo>
                  <a:cubicBezTo>
                    <a:pt x="116" y="7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24"/>
            <p:cNvSpPr/>
            <p:nvPr/>
          </p:nvSpPr>
          <p:spPr>
            <a:xfrm>
              <a:off x="5413650" y="10870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24"/>
            <p:cNvSpPr/>
            <p:nvPr/>
          </p:nvSpPr>
          <p:spPr>
            <a:xfrm>
              <a:off x="5506125" y="1087425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7" y="0"/>
                  </a:moveTo>
                  <a:cubicBezTo>
                    <a:pt x="159" y="0"/>
                    <a:pt x="141" y="4"/>
                    <a:pt x="124" y="13"/>
                  </a:cubicBezTo>
                  <a:cubicBezTo>
                    <a:pt x="104" y="23"/>
                    <a:pt x="84" y="33"/>
                    <a:pt x="66" y="43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7"/>
                    <a:pt x="116" y="237"/>
                  </a:cubicBezTo>
                  <a:cubicBezTo>
                    <a:pt x="134" y="237"/>
                    <a:pt x="153" y="232"/>
                    <a:pt x="170" y="223"/>
                  </a:cubicBezTo>
                  <a:cubicBezTo>
                    <a:pt x="188" y="213"/>
                    <a:pt x="209" y="203"/>
                    <a:pt x="228" y="193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24"/>
            <p:cNvSpPr/>
            <p:nvPr/>
          </p:nvSpPr>
          <p:spPr>
            <a:xfrm>
              <a:off x="5557750" y="1088175"/>
              <a:ext cx="8175" cy="5225"/>
            </a:xfrm>
            <a:custGeom>
              <a:avLst/>
              <a:gdLst/>
              <a:ahLst/>
              <a:cxnLst/>
              <a:rect l="l" t="t" r="r" b="b"/>
              <a:pathLst>
                <a:path w="327" h="209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5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24"/>
            <p:cNvSpPr/>
            <p:nvPr/>
          </p:nvSpPr>
          <p:spPr>
            <a:xfrm>
              <a:off x="5657625" y="1088650"/>
              <a:ext cx="3525" cy="4850"/>
            </a:xfrm>
            <a:custGeom>
              <a:avLst/>
              <a:gdLst/>
              <a:ahLst/>
              <a:cxnLst/>
              <a:rect l="l" t="t" r="r" b="b"/>
              <a:pathLst>
                <a:path w="141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24"/>
            <p:cNvSpPr/>
            <p:nvPr/>
          </p:nvSpPr>
          <p:spPr>
            <a:xfrm>
              <a:off x="5607600" y="1089800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43" y="0"/>
                  </a:moveTo>
                  <a:cubicBezTo>
                    <a:pt x="73" y="0"/>
                    <a:pt x="1" y="76"/>
                    <a:pt x="45" y="156"/>
                  </a:cubicBezTo>
                  <a:cubicBezTo>
                    <a:pt x="84" y="226"/>
                    <a:pt x="147" y="259"/>
                    <a:pt x="223" y="267"/>
                  </a:cubicBezTo>
                  <a:cubicBezTo>
                    <a:pt x="226" y="268"/>
                    <a:pt x="229" y="268"/>
                    <a:pt x="232" y="268"/>
                  </a:cubicBezTo>
                  <a:cubicBezTo>
                    <a:pt x="283" y="268"/>
                    <a:pt x="328" y="213"/>
                    <a:pt x="328" y="164"/>
                  </a:cubicBezTo>
                  <a:cubicBezTo>
                    <a:pt x="328" y="105"/>
                    <a:pt x="284" y="68"/>
                    <a:pt x="231" y="60"/>
                  </a:cubicBezTo>
                  <a:cubicBezTo>
                    <a:pt x="230" y="58"/>
                    <a:pt x="229" y="56"/>
                    <a:pt x="226" y="52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24"/>
            <p:cNvSpPr/>
            <p:nvPr/>
          </p:nvSpPr>
          <p:spPr>
            <a:xfrm>
              <a:off x="5534325" y="108982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1" y="26"/>
                    <a:pt x="15" y="54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0" y="125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4" y="57"/>
                    <a:pt x="83" y="38"/>
                    <a:pt x="74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24"/>
            <p:cNvSpPr/>
            <p:nvPr/>
          </p:nvSpPr>
          <p:spPr>
            <a:xfrm>
              <a:off x="5069750" y="10899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24"/>
            <p:cNvSpPr/>
            <p:nvPr/>
          </p:nvSpPr>
          <p:spPr>
            <a:xfrm>
              <a:off x="6019925" y="10903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24"/>
            <p:cNvSpPr/>
            <p:nvPr/>
          </p:nvSpPr>
          <p:spPr>
            <a:xfrm>
              <a:off x="5990075" y="109077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0"/>
                  </a:moveTo>
                  <a:cubicBezTo>
                    <a:pt x="111" y="0"/>
                    <a:pt x="74" y="18"/>
                    <a:pt x="57" y="52"/>
                  </a:cubicBezTo>
                  <a:cubicBezTo>
                    <a:pt x="46" y="71"/>
                    <a:pt x="37" y="90"/>
                    <a:pt x="27" y="110"/>
                  </a:cubicBezTo>
                  <a:cubicBezTo>
                    <a:pt x="1" y="161"/>
                    <a:pt x="12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24"/>
            <p:cNvSpPr/>
            <p:nvPr/>
          </p:nvSpPr>
          <p:spPr>
            <a:xfrm>
              <a:off x="5254350" y="1091225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24"/>
            <p:cNvSpPr/>
            <p:nvPr/>
          </p:nvSpPr>
          <p:spPr>
            <a:xfrm>
              <a:off x="5687875" y="10914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1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4" y="135"/>
                    <a:pt x="251" y="62"/>
                  </a:cubicBezTo>
                  <a:lnTo>
                    <a:pt x="221" y="32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24"/>
            <p:cNvSpPr/>
            <p:nvPr/>
          </p:nvSpPr>
          <p:spPr>
            <a:xfrm>
              <a:off x="5650300" y="10915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24"/>
            <p:cNvSpPr/>
            <p:nvPr/>
          </p:nvSpPr>
          <p:spPr>
            <a:xfrm>
              <a:off x="5305725" y="109202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0"/>
                    <a:pt x="50" y="119"/>
                  </a:cubicBezTo>
                  <a:lnTo>
                    <a:pt x="80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24"/>
            <p:cNvSpPr/>
            <p:nvPr/>
          </p:nvSpPr>
          <p:spPr>
            <a:xfrm>
              <a:off x="5852550" y="10921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24"/>
            <p:cNvSpPr/>
            <p:nvPr/>
          </p:nvSpPr>
          <p:spPr>
            <a:xfrm>
              <a:off x="4924175" y="1092525"/>
              <a:ext cx="6575" cy="4875"/>
            </a:xfrm>
            <a:custGeom>
              <a:avLst/>
              <a:gdLst/>
              <a:ahLst/>
              <a:cxnLst/>
              <a:rect l="l" t="t" r="r" b="b"/>
              <a:pathLst>
                <a:path w="263" h="195" extrusionOk="0">
                  <a:moveTo>
                    <a:pt x="104" y="0"/>
                  </a:moveTo>
                  <a:cubicBezTo>
                    <a:pt x="49" y="0"/>
                    <a:pt x="1" y="70"/>
                    <a:pt x="52" y="118"/>
                  </a:cubicBezTo>
                  <a:cubicBezTo>
                    <a:pt x="73" y="138"/>
                    <a:pt x="91" y="156"/>
                    <a:pt x="112" y="175"/>
                  </a:cubicBezTo>
                  <a:cubicBezTo>
                    <a:pt x="127" y="188"/>
                    <a:pt x="143" y="194"/>
                    <a:pt x="159" y="194"/>
                  </a:cubicBezTo>
                  <a:cubicBezTo>
                    <a:pt x="214" y="194"/>
                    <a:pt x="262" y="125"/>
                    <a:pt x="211" y="76"/>
                  </a:cubicBezTo>
                  <a:cubicBezTo>
                    <a:pt x="190" y="57"/>
                    <a:pt x="171" y="39"/>
                    <a:pt x="150" y="19"/>
                  </a:cubicBezTo>
                  <a:cubicBezTo>
                    <a:pt x="136" y="6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24"/>
            <p:cNvSpPr/>
            <p:nvPr/>
          </p:nvSpPr>
          <p:spPr>
            <a:xfrm>
              <a:off x="5740675" y="1093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24"/>
            <p:cNvSpPr/>
            <p:nvPr/>
          </p:nvSpPr>
          <p:spPr>
            <a:xfrm>
              <a:off x="5589650" y="10935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24"/>
            <p:cNvSpPr/>
            <p:nvPr/>
          </p:nvSpPr>
          <p:spPr>
            <a:xfrm>
              <a:off x="5819475" y="10935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1"/>
                  </a:moveTo>
                  <a:cubicBezTo>
                    <a:pt x="25" y="1"/>
                    <a:pt x="0" y="26"/>
                    <a:pt x="14" y="53"/>
                  </a:cubicBezTo>
                  <a:cubicBezTo>
                    <a:pt x="25" y="73"/>
                    <a:pt x="34" y="92"/>
                    <a:pt x="44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9" y="105"/>
                    <a:pt x="105" y="77"/>
                  </a:cubicBezTo>
                  <a:cubicBezTo>
                    <a:pt x="94" y="57"/>
                    <a:pt x="85" y="37"/>
                    <a:pt x="75" y="19"/>
                  </a:cubicBezTo>
                  <a:cubicBezTo>
                    <a:pt x="68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24"/>
            <p:cNvSpPr/>
            <p:nvPr/>
          </p:nvSpPr>
          <p:spPr>
            <a:xfrm>
              <a:off x="5520100" y="109390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8"/>
                    <a:pt x="168" y="276"/>
                    <a:pt x="216" y="327"/>
                  </a:cubicBezTo>
                  <a:cubicBezTo>
                    <a:pt x="238" y="349"/>
                    <a:pt x="262" y="358"/>
                    <a:pt x="285" y="358"/>
                  </a:cubicBezTo>
                  <a:cubicBezTo>
                    <a:pt x="364" y="358"/>
                    <a:pt x="435" y="254"/>
                    <a:pt x="363" y="181"/>
                  </a:cubicBezTo>
                  <a:cubicBezTo>
                    <a:pt x="316" y="131"/>
                    <a:pt x="268" y="80"/>
                    <a:pt x="219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24"/>
            <p:cNvSpPr/>
            <p:nvPr/>
          </p:nvSpPr>
          <p:spPr>
            <a:xfrm>
              <a:off x="6116775" y="10942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4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24"/>
            <p:cNvSpPr/>
            <p:nvPr/>
          </p:nvSpPr>
          <p:spPr>
            <a:xfrm>
              <a:off x="5467475" y="1094850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2" y="0"/>
                  </a:moveTo>
                  <a:cubicBezTo>
                    <a:pt x="151" y="0"/>
                    <a:pt x="141" y="5"/>
                    <a:pt x="133" y="16"/>
                  </a:cubicBezTo>
                  <a:cubicBezTo>
                    <a:pt x="109" y="50"/>
                    <a:pt x="76" y="74"/>
                    <a:pt x="38" y="88"/>
                  </a:cubicBezTo>
                  <a:cubicBezTo>
                    <a:pt x="1" y="102"/>
                    <a:pt x="11" y="158"/>
                    <a:pt x="43" y="158"/>
                  </a:cubicBezTo>
                  <a:cubicBezTo>
                    <a:pt x="47" y="158"/>
                    <a:pt x="51" y="157"/>
                    <a:pt x="55" y="155"/>
                  </a:cubicBezTo>
                  <a:cubicBezTo>
                    <a:pt x="112" y="134"/>
                    <a:pt x="157" y="99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24"/>
            <p:cNvSpPr/>
            <p:nvPr/>
          </p:nvSpPr>
          <p:spPr>
            <a:xfrm>
              <a:off x="4962800" y="10955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4"/>
                    <a:pt x="48" y="10"/>
                  </a:cubicBezTo>
                  <a:cubicBezTo>
                    <a:pt x="18" y="27"/>
                    <a:pt x="0" y="76"/>
                    <a:pt x="23" y="105"/>
                  </a:cubicBezTo>
                  <a:cubicBezTo>
                    <a:pt x="53" y="144"/>
                    <a:pt x="82" y="184"/>
                    <a:pt x="111" y="223"/>
                  </a:cubicBezTo>
                  <a:cubicBezTo>
                    <a:pt x="127" y="243"/>
                    <a:pt x="149" y="257"/>
                    <a:pt x="173" y="257"/>
                  </a:cubicBezTo>
                  <a:cubicBezTo>
                    <a:pt x="184" y="257"/>
                    <a:pt x="195" y="254"/>
                    <a:pt x="206" y="248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1" y="114"/>
                    <a:pt x="172" y="73"/>
                    <a:pt x="142" y="35"/>
                  </a:cubicBezTo>
                  <a:cubicBezTo>
                    <a:pt x="127" y="15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24"/>
            <p:cNvSpPr/>
            <p:nvPr/>
          </p:nvSpPr>
          <p:spPr>
            <a:xfrm>
              <a:off x="5025925" y="10955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7" y="0"/>
                  </a:moveTo>
                  <a:cubicBezTo>
                    <a:pt x="156" y="0"/>
                    <a:pt x="124" y="15"/>
                    <a:pt x="103" y="50"/>
                  </a:cubicBezTo>
                  <a:cubicBezTo>
                    <a:pt x="85" y="79"/>
                    <a:pt x="66" y="110"/>
                    <a:pt x="49" y="140"/>
                  </a:cubicBezTo>
                  <a:cubicBezTo>
                    <a:pt x="1" y="221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6"/>
                  </a:cubicBezTo>
                  <a:cubicBezTo>
                    <a:pt x="247" y="216"/>
                    <a:pt x="264" y="185"/>
                    <a:pt x="283" y="155"/>
                  </a:cubicBezTo>
                  <a:cubicBezTo>
                    <a:pt x="330" y="75"/>
                    <a:pt x="259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24"/>
            <p:cNvSpPr/>
            <p:nvPr/>
          </p:nvSpPr>
          <p:spPr>
            <a:xfrm>
              <a:off x="4882425" y="1096000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cubicBezTo>
                    <a:pt x="60" y="130"/>
                    <a:pt x="71" y="139"/>
                    <a:pt x="80" y="150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24"/>
            <p:cNvSpPr/>
            <p:nvPr/>
          </p:nvSpPr>
          <p:spPr>
            <a:xfrm>
              <a:off x="5752400" y="10968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24"/>
            <p:cNvSpPr/>
            <p:nvPr/>
          </p:nvSpPr>
          <p:spPr>
            <a:xfrm>
              <a:off x="5705000" y="1098300"/>
              <a:ext cx="4775" cy="6350"/>
            </a:xfrm>
            <a:custGeom>
              <a:avLst/>
              <a:gdLst/>
              <a:ahLst/>
              <a:cxnLst/>
              <a:rect l="l" t="t" r="r" b="b"/>
              <a:pathLst>
                <a:path w="191" h="254" extrusionOk="0">
                  <a:moveTo>
                    <a:pt x="85" y="0"/>
                  </a:moveTo>
                  <a:cubicBezTo>
                    <a:pt x="44" y="0"/>
                    <a:pt x="1" y="34"/>
                    <a:pt x="14" y="86"/>
                  </a:cubicBezTo>
                  <a:cubicBezTo>
                    <a:pt x="24" y="125"/>
                    <a:pt x="34" y="163"/>
                    <a:pt x="44" y="204"/>
                  </a:cubicBezTo>
                  <a:cubicBezTo>
                    <a:pt x="53" y="239"/>
                    <a:pt x="79" y="254"/>
                    <a:pt x="107" y="254"/>
                  </a:cubicBezTo>
                  <a:cubicBezTo>
                    <a:pt x="148" y="254"/>
                    <a:pt x="191" y="220"/>
                    <a:pt x="178" y="168"/>
                  </a:cubicBezTo>
                  <a:cubicBezTo>
                    <a:pt x="167" y="129"/>
                    <a:pt x="158" y="89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24"/>
            <p:cNvSpPr/>
            <p:nvPr/>
          </p:nvSpPr>
          <p:spPr>
            <a:xfrm>
              <a:off x="5107050" y="1099000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4" y="214"/>
                  </a:cubicBezTo>
                  <a:cubicBezTo>
                    <a:pt x="52" y="214"/>
                    <a:pt x="69" y="203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24"/>
            <p:cNvSpPr/>
            <p:nvPr/>
          </p:nvSpPr>
          <p:spPr>
            <a:xfrm>
              <a:off x="5882200" y="110080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0" y="52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6"/>
                  </a:cubicBezTo>
                  <a:cubicBezTo>
                    <a:pt x="227" y="296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49"/>
                  </a:cubicBezTo>
                  <a:cubicBezTo>
                    <a:pt x="384" y="198"/>
                    <a:pt x="364" y="136"/>
                    <a:pt x="316" y="107"/>
                  </a:cubicBezTo>
                  <a:cubicBezTo>
                    <a:pt x="269" y="76"/>
                    <a:pt x="220" y="45"/>
                    <a:pt x="172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24"/>
            <p:cNvSpPr/>
            <p:nvPr/>
          </p:nvSpPr>
          <p:spPr>
            <a:xfrm>
              <a:off x="5337525" y="1101600"/>
              <a:ext cx="6975" cy="5675"/>
            </a:xfrm>
            <a:custGeom>
              <a:avLst/>
              <a:gdLst/>
              <a:ahLst/>
              <a:cxnLst/>
              <a:rect l="l" t="t" r="r" b="b"/>
              <a:pathLst>
                <a:path w="279" h="227" extrusionOk="0">
                  <a:moveTo>
                    <a:pt x="85" y="0"/>
                  </a:moveTo>
                  <a:cubicBezTo>
                    <a:pt x="60" y="0"/>
                    <a:pt x="33" y="15"/>
                    <a:pt x="21" y="35"/>
                  </a:cubicBezTo>
                  <a:cubicBezTo>
                    <a:pt x="0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7"/>
                    <a:pt x="196" y="227"/>
                  </a:cubicBezTo>
                  <a:cubicBezTo>
                    <a:pt x="221" y="227"/>
                    <a:pt x="247" y="213"/>
                    <a:pt x="258" y="192"/>
                  </a:cubicBezTo>
                  <a:cubicBezTo>
                    <a:pt x="279" y="158"/>
                    <a:pt x="263" y="120"/>
                    <a:pt x="233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7" y="3"/>
                    <a:pt x="96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24"/>
            <p:cNvSpPr/>
            <p:nvPr/>
          </p:nvSpPr>
          <p:spPr>
            <a:xfrm>
              <a:off x="6069500" y="1102175"/>
              <a:ext cx="7600" cy="7075"/>
            </a:xfrm>
            <a:custGeom>
              <a:avLst/>
              <a:gdLst/>
              <a:ahLst/>
              <a:cxnLst/>
              <a:rect l="l" t="t" r="r" b="b"/>
              <a:pathLst>
                <a:path w="304" h="283" extrusionOk="0">
                  <a:moveTo>
                    <a:pt x="85" y="1"/>
                  </a:moveTo>
                  <a:cubicBezTo>
                    <a:pt x="43" y="1"/>
                    <a:pt x="0" y="34"/>
                    <a:pt x="14" y="86"/>
                  </a:cubicBezTo>
                  <a:cubicBezTo>
                    <a:pt x="35" y="168"/>
                    <a:pt x="88" y="236"/>
                    <a:pt x="164" y="275"/>
                  </a:cubicBezTo>
                  <a:cubicBezTo>
                    <a:pt x="175" y="280"/>
                    <a:pt x="186" y="283"/>
                    <a:pt x="196" y="283"/>
                  </a:cubicBezTo>
                  <a:cubicBezTo>
                    <a:pt x="260" y="283"/>
                    <a:pt x="303" y="190"/>
                    <a:pt x="234" y="156"/>
                  </a:cubicBezTo>
                  <a:cubicBezTo>
                    <a:pt x="190" y="133"/>
                    <a:pt x="160" y="99"/>
                    <a:pt x="149" y="50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24"/>
            <p:cNvSpPr/>
            <p:nvPr/>
          </p:nvSpPr>
          <p:spPr>
            <a:xfrm>
              <a:off x="5925000" y="1102450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0"/>
                  </a:moveTo>
                  <a:cubicBezTo>
                    <a:pt x="74" y="0"/>
                    <a:pt x="68" y="1"/>
                    <a:pt x="62" y="3"/>
                  </a:cubicBezTo>
                  <a:cubicBezTo>
                    <a:pt x="30" y="12"/>
                    <a:pt x="0" y="53"/>
                    <a:pt x="13" y="89"/>
                  </a:cubicBezTo>
                  <a:cubicBezTo>
                    <a:pt x="33" y="137"/>
                    <a:pt x="52" y="187"/>
                    <a:pt x="71" y="235"/>
                  </a:cubicBezTo>
                  <a:cubicBezTo>
                    <a:pt x="84" y="264"/>
                    <a:pt x="109" y="287"/>
                    <a:pt x="140" y="287"/>
                  </a:cubicBezTo>
                  <a:cubicBezTo>
                    <a:pt x="145" y="287"/>
                    <a:pt x="151" y="286"/>
                    <a:pt x="157" y="284"/>
                  </a:cubicBezTo>
                  <a:cubicBezTo>
                    <a:pt x="191" y="275"/>
                    <a:pt x="220" y="234"/>
                    <a:pt x="206" y="198"/>
                  </a:cubicBezTo>
                  <a:cubicBezTo>
                    <a:pt x="187" y="150"/>
                    <a:pt x="168" y="100"/>
                    <a:pt x="148" y="52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24"/>
            <p:cNvSpPr/>
            <p:nvPr/>
          </p:nvSpPr>
          <p:spPr>
            <a:xfrm>
              <a:off x="5367550" y="11026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4"/>
                  </a:cubicBezTo>
                  <a:cubicBezTo>
                    <a:pt x="55" y="74"/>
                    <a:pt x="74" y="84"/>
                    <a:pt x="93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24"/>
            <p:cNvSpPr/>
            <p:nvPr/>
          </p:nvSpPr>
          <p:spPr>
            <a:xfrm>
              <a:off x="5626300" y="11038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4" y="196"/>
                    <a:pt x="103" y="207"/>
                  </a:cubicBezTo>
                  <a:cubicBezTo>
                    <a:pt x="125" y="228"/>
                    <a:pt x="149" y="237"/>
                    <a:pt x="173" y="237"/>
                  </a:cubicBezTo>
                  <a:cubicBezTo>
                    <a:pt x="252" y="237"/>
                    <a:pt x="324" y="133"/>
                    <a:pt x="250" y="61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24"/>
            <p:cNvSpPr/>
            <p:nvPr/>
          </p:nvSpPr>
          <p:spPr>
            <a:xfrm>
              <a:off x="5084900" y="11039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24"/>
            <p:cNvSpPr/>
            <p:nvPr/>
          </p:nvSpPr>
          <p:spPr>
            <a:xfrm>
              <a:off x="5171925" y="11042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9"/>
                  </a:cubicBezTo>
                  <a:cubicBezTo>
                    <a:pt x="6" y="30"/>
                    <a:pt x="1" y="70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4" y="274"/>
                  </a:cubicBezTo>
                  <a:cubicBezTo>
                    <a:pt x="209" y="253"/>
                    <a:pt x="214" y="212"/>
                    <a:pt x="198" y="179"/>
                  </a:cubicBezTo>
                  <a:cubicBezTo>
                    <a:pt x="178" y="132"/>
                    <a:pt x="157" y="82"/>
                    <a:pt x="135" y="34"/>
                  </a:cubicBezTo>
                  <a:cubicBezTo>
                    <a:pt x="126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24"/>
            <p:cNvSpPr/>
            <p:nvPr/>
          </p:nvSpPr>
          <p:spPr>
            <a:xfrm>
              <a:off x="5002300" y="1105050"/>
              <a:ext cx="6550" cy="6625"/>
            </a:xfrm>
            <a:custGeom>
              <a:avLst/>
              <a:gdLst/>
              <a:ahLst/>
              <a:cxnLst/>
              <a:rect l="l" t="t" r="r" b="b"/>
              <a:pathLst>
                <a:path w="262" h="265" extrusionOk="0">
                  <a:moveTo>
                    <a:pt x="115" y="0"/>
                  </a:moveTo>
                  <a:cubicBezTo>
                    <a:pt x="97" y="0"/>
                    <a:pt x="79" y="4"/>
                    <a:pt x="63" y="13"/>
                  </a:cubicBezTo>
                  <a:cubicBezTo>
                    <a:pt x="12" y="43"/>
                    <a:pt x="0" y="105"/>
                    <a:pt x="26" y="156"/>
                  </a:cubicBezTo>
                  <a:cubicBezTo>
                    <a:pt x="36" y="175"/>
                    <a:pt x="46" y="194"/>
                    <a:pt x="56" y="214"/>
                  </a:cubicBezTo>
                  <a:cubicBezTo>
                    <a:pt x="72" y="247"/>
                    <a:pt x="109" y="265"/>
                    <a:pt x="145" y="265"/>
                  </a:cubicBezTo>
                  <a:cubicBezTo>
                    <a:pt x="164" y="265"/>
                    <a:pt x="182" y="260"/>
                    <a:pt x="198" y="251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7" y="70"/>
                    <a:pt x="206" y="51"/>
                  </a:cubicBezTo>
                  <a:cubicBezTo>
                    <a:pt x="190" y="18"/>
                    <a:pt x="152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24"/>
            <p:cNvSpPr/>
            <p:nvPr/>
          </p:nvSpPr>
          <p:spPr>
            <a:xfrm>
              <a:off x="5318700" y="1105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7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6" y="170"/>
                    <a:pt x="133" y="163"/>
                    <a:pt x="147" y="149"/>
                  </a:cubicBezTo>
                  <a:cubicBezTo>
                    <a:pt x="158" y="138"/>
                    <a:pt x="167" y="128"/>
                    <a:pt x="177" y="120"/>
                  </a:cubicBez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24"/>
            <p:cNvSpPr/>
            <p:nvPr/>
          </p:nvSpPr>
          <p:spPr>
            <a:xfrm>
              <a:off x="5776575" y="1107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0" y="0"/>
                    <a:pt x="1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lnTo>
                    <a:pt x="90" y="0"/>
                  </a:lnTo>
                  <a:cubicBezTo>
                    <a:pt x="90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24"/>
            <p:cNvSpPr/>
            <p:nvPr/>
          </p:nvSpPr>
          <p:spPr>
            <a:xfrm>
              <a:off x="5858275" y="110755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1" y="0"/>
                  </a:moveTo>
                  <a:cubicBezTo>
                    <a:pt x="25" y="0"/>
                    <a:pt x="1" y="36"/>
                    <a:pt x="25" y="60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7" y="99"/>
                  </a:cubicBezTo>
                  <a:cubicBezTo>
                    <a:pt x="103" y="99"/>
                    <a:pt x="128" y="65"/>
                    <a:pt x="104" y="40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24"/>
            <p:cNvSpPr/>
            <p:nvPr/>
          </p:nvSpPr>
          <p:spPr>
            <a:xfrm>
              <a:off x="5500100" y="11094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24"/>
            <p:cNvSpPr/>
            <p:nvPr/>
          </p:nvSpPr>
          <p:spPr>
            <a:xfrm>
              <a:off x="5709100" y="1109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73" y="0"/>
                  </a:moveTo>
                  <a:cubicBezTo>
                    <a:pt x="150" y="0"/>
                    <a:pt x="125" y="9"/>
                    <a:pt x="104" y="31"/>
                  </a:cubicBezTo>
                  <a:lnTo>
                    <a:pt x="75" y="60"/>
                  </a:lnTo>
                  <a:cubicBezTo>
                    <a:pt x="1" y="134"/>
                    <a:pt x="72" y="238"/>
                    <a:pt x="152" y="238"/>
                  </a:cubicBezTo>
                  <a:cubicBezTo>
                    <a:pt x="175" y="238"/>
                    <a:pt x="199" y="229"/>
                    <a:pt x="221" y="208"/>
                  </a:cubicBezTo>
                  <a:lnTo>
                    <a:pt x="251" y="178"/>
                  </a:lnTo>
                  <a:cubicBezTo>
                    <a:pt x="325" y="105"/>
                    <a:pt x="253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24"/>
            <p:cNvSpPr/>
            <p:nvPr/>
          </p:nvSpPr>
          <p:spPr>
            <a:xfrm>
              <a:off x="5802725" y="111025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7" y="1"/>
                    <a:pt x="2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6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24"/>
            <p:cNvSpPr/>
            <p:nvPr/>
          </p:nvSpPr>
          <p:spPr>
            <a:xfrm>
              <a:off x="5135700" y="1110500"/>
              <a:ext cx="8200" cy="6725"/>
            </a:xfrm>
            <a:custGeom>
              <a:avLst/>
              <a:gdLst/>
              <a:ahLst/>
              <a:cxnLst/>
              <a:rect l="l" t="t" r="r" b="b"/>
              <a:pathLst>
                <a:path w="328" h="269" extrusionOk="0">
                  <a:moveTo>
                    <a:pt x="122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5"/>
                    <a:pt x="67" y="196"/>
                  </a:cubicBezTo>
                  <a:cubicBezTo>
                    <a:pt x="97" y="214"/>
                    <a:pt x="125" y="234"/>
                    <a:pt x="155" y="254"/>
                  </a:cubicBezTo>
                  <a:cubicBezTo>
                    <a:pt x="170" y="264"/>
                    <a:pt x="188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6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24"/>
            <p:cNvSpPr/>
            <p:nvPr/>
          </p:nvSpPr>
          <p:spPr>
            <a:xfrm>
              <a:off x="5684725" y="1110700"/>
              <a:ext cx="8700" cy="5750"/>
            </a:xfrm>
            <a:custGeom>
              <a:avLst/>
              <a:gdLst/>
              <a:ahLst/>
              <a:cxnLst/>
              <a:rect l="l" t="t" r="r" b="b"/>
              <a:pathLst>
                <a:path w="348" h="230" extrusionOk="0">
                  <a:moveTo>
                    <a:pt x="69" y="0"/>
                  </a:moveTo>
                  <a:cubicBezTo>
                    <a:pt x="35" y="0"/>
                    <a:pt x="0" y="22"/>
                    <a:pt x="0" y="66"/>
                  </a:cubicBezTo>
                  <a:lnTo>
                    <a:pt x="0" y="96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86" y="164"/>
                    <a:pt x="102" y="159"/>
                    <a:pt x="115" y="149"/>
                  </a:cubicBezTo>
                  <a:cubicBezTo>
                    <a:pt x="124" y="193"/>
                    <a:pt x="157" y="229"/>
                    <a:pt x="213" y="229"/>
                  </a:cubicBezTo>
                  <a:cubicBezTo>
                    <a:pt x="347" y="229"/>
                    <a:pt x="347" y="20"/>
                    <a:pt x="213" y="20"/>
                  </a:cubicBezTo>
                  <a:cubicBezTo>
                    <a:pt x="179" y="20"/>
                    <a:pt x="155" y="33"/>
                    <a:pt x="138" y="53"/>
                  </a:cubicBezTo>
                  <a:cubicBezTo>
                    <a:pt x="131" y="18"/>
                    <a:pt x="100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24"/>
            <p:cNvSpPr/>
            <p:nvPr/>
          </p:nvSpPr>
          <p:spPr>
            <a:xfrm>
              <a:off x="6031625" y="11108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24"/>
            <p:cNvSpPr/>
            <p:nvPr/>
          </p:nvSpPr>
          <p:spPr>
            <a:xfrm>
              <a:off x="5736075" y="11115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1" y="71"/>
                    <a:pt x="49" y="119"/>
                  </a:cubicBezTo>
                  <a:cubicBezTo>
                    <a:pt x="60" y="130"/>
                    <a:pt x="69" y="140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24"/>
            <p:cNvSpPr/>
            <p:nvPr/>
          </p:nvSpPr>
          <p:spPr>
            <a:xfrm>
              <a:off x="5354550" y="11120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0"/>
                  </a:moveTo>
                  <a:cubicBezTo>
                    <a:pt x="49" y="0"/>
                    <a:pt x="0" y="70"/>
                    <a:pt x="51" y="118"/>
                  </a:cubicBezTo>
                  <a:cubicBezTo>
                    <a:pt x="70" y="136"/>
                    <a:pt x="91" y="155"/>
                    <a:pt x="112" y="175"/>
                  </a:cubicBezTo>
                  <a:cubicBezTo>
                    <a:pt x="126" y="188"/>
                    <a:pt x="143" y="194"/>
                    <a:pt x="158" y="194"/>
                  </a:cubicBezTo>
                  <a:cubicBezTo>
                    <a:pt x="213" y="194"/>
                    <a:pt x="262" y="125"/>
                    <a:pt x="210" y="77"/>
                  </a:cubicBezTo>
                  <a:cubicBezTo>
                    <a:pt x="190" y="57"/>
                    <a:pt x="171" y="38"/>
                    <a:pt x="150" y="20"/>
                  </a:cubicBezTo>
                  <a:cubicBezTo>
                    <a:pt x="136" y="6"/>
                    <a:pt x="119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24"/>
            <p:cNvSpPr/>
            <p:nvPr/>
          </p:nvSpPr>
          <p:spPr>
            <a:xfrm>
              <a:off x="5215650" y="11122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49" y="1"/>
                  </a:moveTo>
                  <a:cubicBezTo>
                    <a:pt x="103" y="1"/>
                    <a:pt x="64" y="33"/>
                    <a:pt x="49" y="77"/>
                  </a:cubicBezTo>
                  <a:cubicBezTo>
                    <a:pt x="39" y="107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20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8" y="80"/>
                    <a:pt x="228" y="19"/>
                    <a:pt x="177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24"/>
            <p:cNvSpPr/>
            <p:nvPr/>
          </p:nvSpPr>
          <p:spPr>
            <a:xfrm>
              <a:off x="5456250" y="1114975"/>
              <a:ext cx="8300" cy="7425"/>
            </a:xfrm>
            <a:custGeom>
              <a:avLst/>
              <a:gdLst/>
              <a:ahLst/>
              <a:cxnLst/>
              <a:rect l="l" t="t" r="r" b="b"/>
              <a:pathLst>
                <a:path w="332" h="297" extrusionOk="0">
                  <a:moveTo>
                    <a:pt x="187" y="1"/>
                  </a:moveTo>
                  <a:cubicBezTo>
                    <a:pt x="156" y="1"/>
                    <a:pt x="124" y="15"/>
                    <a:pt x="103" y="50"/>
                  </a:cubicBezTo>
                  <a:cubicBezTo>
                    <a:pt x="85" y="80"/>
                    <a:pt x="67" y="111"/>
                    <a:pt x="48" y="141"/>
                  </a:cubicBezTo>
                  <a:cubicBezTo>
                    <a:pt x="1" y="221"/>
                    <a:pt x="73" y="296"/>
                    <a:pt x="145" y="296"/>
                  </a:cubicBezTo>
                  <a:cubicBezTo>
                    <a:pt x="176" y="296"/>
                    <a:pt x="208" y="282"/>
                    <a:pt x="229" y="247"/>
                  </a:cubicBezTo>
                  <a:cubicBezTo>
                    <a:pt x="247" y="217"/>
                    <a:pt x="265" y="185"/>
                    <a:pt x="284" y="156"/>
                  </a:cubicBezTo>
                  <a:cubicBezTo>
                    <a:pt x="331" y="76"/>
                    <a:pt x="259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24"/>
            <p:cNvSpPr/>
            <p:nvPr/>
          </p:nvSpPr>
          <p:spPr>
            <a:xfrm>
              <a:off x="5393150" y="1115025"/>
              <a:ext cx="6375" cy="6450"/>
            </a:xfrm>
            <a:custGeom>
              <a:avLst/>
              <a:gdLst/>
              <a:ahLst/>
              <a:cxnLst/>
              <a:rect l="l" t="t" r="r" b="b"/>
              <a:pathLst>
                <a:path w="255" h="258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8" y="27"/>
                    <a:pt x="1" y="75"/>
                    <a:pt x="24" y="105"/>
                  </a:cubicBezTo>
                  <a:cubicBezTo>
                    <a:pt x="54" y="144"/>
                    <a:pt x="83" y="183"/>
                    <a:pt x="112" y="223"/>
                  </a:cubicBezTo>
                  <a:cubicBezTo>
                    <a:pt x="127" y="243"/>
                    <a:pt x="150" y="257"/>
                    <a:pt x="174" y="257"/>
                  </a:cubicBezTo>
                  <a:cubicBezTo>
                    <a:pt x="185" y="257"/>
                    <a:pt x="196" y="254"/>
                    <a:pt x="207" y="248"/>
                  </a:cubicBezTo>
                  <a:cubicBezTo>
                    <a:pt x="236" y="230"/>
                    <a:pt x="255" y="182"/>
                    <a:pt x="231" y="152"/>
                  </a:cubicBezTo>
                  <a:cubicBezTo>
                    <a:pt x="202" y="113"/>
                    <a:pt x="173" y="74"/>
                    <a:pt x="143" y="35"/>
                  </a:cubicBezTo>
                  <a:cubicBezTo>
                    <a:pt x="128" y="15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24"/>
            <p:cNvSpPr/>
            <p:nvPr/>
          </p:nvSpPr>
          <p:spPr>
            <a:xfrm>
              <a:off x="5312825" y="11155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01" y="0"/>
                  </a:moveTo>
                  <a:cubicBezTo>
                    <a:pt x="48" y="0"/>
                    <a:pt x="1" y="69"/>
                    <a:pt x="49" y="119"/>
                  </a:cubicBezTo>
                  <a:lnTo>
                    <a:pt x="79" y="148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8" y="169"/>
                    <a:pt x="226" y="99"/>
                    <a:pt x="177" y="50"/>
                  </a:cubicBezTo>
                  <a:lnTo>
                    <a:pt x="147" y="21"/>
                  </a:ln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24"/>
            <p:cNvSpPr/>
            <p:nvPr/>
          </p:nvSpPr>
          <p:spPr>
            <a:xfrm>
              <a:off x="6102175" y="1115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189" y="1"/>
                  </a:moveTo>
                  <a:cubicBezTo>
                    <a:pt x="182" y="1"/>
                    <a:pt x="174" y="2"/>
                    <a:pt x="166" y="5"/>
                  </a:cubicBezTo>
                  <a:cubicBezTo>
                    <a:pt x="137" y="15"/>
                    <a:pt x="108" y="25"/>
                    <a:pt x="78" y="35"/>
                  </a:cubicBezTo>
                  <a:cubicBezTo>
                    <a:pt x="1" y="59"/>
                    <a:pt x="23" y="172"/>
                    <a:pt x="91" y="172"/>
                  </a:cubicBezTo>
                  <a:cubicBezTo>
                    <a:pt x="98" y="172"/>
                    <a:pt x="106" y="170"/>
                    <a:pt x="114" y="168"/>
                  </a:cubicBezTo>
                  <a:cubicBezTo>
                    <a:pt x="144" y="157"/>
                    <a:pt x="173" y="149"/>
                    <a:pt x="202" y="139"/>
                  </a:cubicBezTo>
                  <a:cubicBezTo>
                    <a:pt x="279" y="112"/>
                    <a:pt x="257" y="1"/>
                    <a:pt x="1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24"/>
            <p:cNvSpPr/>
            <p:nvPr/>
          </p:nvSpPr>
          <p:spPr>
            <a:xfrm>
              <a:off x="5045950" y="11156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24"/>
            <p:cNvSpPr/>
            <p:nvPr/>
          </p:nvSpPr>
          <p:spPr>
            <a:xfrm>
              <a:off x="5078900" y="11159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199" y="0"/>
                  </a:moveTo>
                  <a:cubicBezTo>
                    <a:pt x="155" y="0"/>
                    <a:pt x="112" y="11"/>
                    <a:pt x="70" y="31"/>
                  </a:cubicBezTo>
                  <a:cubicBezTo>
                    <a:pt x="0" y="66"/>
                    <a:pt x="44" y="159"/>
                    <a:pt x="108" y="159"/>
                  </a:cubicBezTo>
                  <a:cubicBezTo>
                    <a:pt x="118" y="159"/>
                    <a:pt x="129" y="157"/>
                    <a:pt x="140" y="152"/>
                  </a:cubicBezTo>
                  <a:cubicBezTo>
                    <a:pt x="158" y="143"/>
                    <a:pt x="175" y="140"/>
                    <a:pt x="193" y="140"/>
                  </a:cubicBezTo>
                  <a:cubicBezTo>
                    <a:pt x="216" y="140"/>
                    <a:pt x="238" y="146"/>
                    <a:pt x="260" y="155"/>
                  </a:cubicBezTo>
                  <a:cubicBezTo>
                    <a:pt x="266" y="157"/>
                    <a:pt x="272" y="159"/>
                    <a:pt x="279" y="159"/>
                  </a:cubicBezTo>
                  <a:cubicBezTo>
                    <a:pt x="308" y="159"/>
                    <a:pt x="338" y="133"/>
                    <a:pt x="346" y="105"/>
                  </a:cubicBezTo>
                  <a:cubicBezTo>
                    <a:pt x="357" y="66"/>
                    <a:pt x="333" y="35"/>
                    <a:pt x="298" y="20"/>
                  </a:cubicBezTo>
                  <a:cubicBezTo>
                    <a:pt x="266" y="7"/>
                    <a:pt x="232" y="0"/>
                    <a:pt x="19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24"/>
            <p:cNvSpPr/>
            <p:nvPr/>
          </p:nvSpPr>
          <p:spPr>
            <a:xfrm>
              <a:off x="5305150" y="11162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1"/>
                  </a:moveTo>
                  <a:cubicBezTo>
                    <a:pt x="0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24"/>
            <p:cNvSpPr/>
            <p:nvPr/>
          </p:nvSpPr>
          <p:spPr>
            <a:xfrm>
              <a:off x="5822675" y="1116300"/>
              <a:ext cx="1775" cy="2450"/>
            </a:xfrm>
            <a:custGeom>
              <a:avLst/>
              <a:gdLst/>
              <a:ahLst/>
              <a:cxnLst/>
              <a:rect l="l" t="t" r="r" b="b"/>
              <a:pathLst>
                <a:path w="71" h="98" extrusionOk="0">
                  <a:moveTo>
                    <a:pt x="36" y="0"/>
                  </a:moveTo>
                  <a:cubicBezTo>
                    <a:pt x="18" y="0"/>
                    <a:pt x="0" y="11"/>
                    <a:pt x="0" y="33"/>
                  </a:cubicBezTo>
                  <a:lnTo>
                    <a:pt x="0" y="63"/>
                  </a:lnTo>
                  <a:cubicBezTo>
                    <a:pt x="0" y="86"/>
                    <a:pt x="18" y="97"/>
                    <a:pt x="36" y="97"/>
                  </a:cubicBezTo>
                  <a:cubicBezTo>
                    <a:pt x="53" y="97"/>
                    <a:pt x="71" y="86"/>
                    <a:pt x="71" y="63"/>
                  </a:cubicBezTo>
                  <a:lnTo>
                    <a:pt x="71" y="33"/>
                  </a:lnTo>
                  <a:cubicBezTo>
                    <a:pt x="71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24"/>
            <p:cNvSpPr/>
            <p:nvPr/>
          </p:nvSpPr>
          <p:spPr>
            <a:xfrm>
              <a:off x="5963850" y="1117225"/>
              <a:ext cx="6975" cy="5700"/>
            </a:xfrm>
            <a:custGeom>
              <a:avLst/>
              <a:gdLst/>
              <a:ahLst/>
              <a:cxnLst/>
              <a:rect l="l" t="t" r="r" b="b"/>
              <a:pathLst>
                <a:path w="279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6"/>
                    <a:pt x="46" y="130"/>
                  </a:cubicBezTo>
                  <a:cubicBezTo>
                    <a:pt x="85" y="160"/>
                    <a:pt x="123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3"/>
                    <a:pt x="258" y="193"/>
                  </a:cubicBezTo>
                  <a:cubicBezTo>
                    <a:pt x="279" y="158"/>
                    <a:pt x="263" y="120"/>
                    <a:pt x="233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24"/>
            <p:cNvSpPr/>
            <p:nvPr/>
          </p:nvSpPr>
          <p:spPr>
            <a:xfrm>
              <a:off x="4973250" y="1117650"/>
              <a:ext cx="5725" cy="5575"/>
            </a:xfrm>
            <a:custGeom>
              <a:avLst/>
              <a:gdLst/>
              <a:ahLst/>
              <a:cxnLst/>
              <a:rect l="l" t="t" r="r" b="b"/>
              <a:pathLst>
                <a:path w="229" h="223" extrusionOk="0">
                  <a:moveTo>
                    <a:pt x="76" y="0"/>
                  </a:moveTo>
                  <a:cubicBezTo>
                    <a:pt x="42" y="0"/>
                    <a:pt x="6" y="23"/>
                    <a:pt x="4" y="67"/>
                  </a:cubicBezTo>
                  <a:cubicBezTo>
                    <a:pt x="1" y="138"/>
                    <a:pt x="47" y="197"/>
                    <a:pt x="115" y="218"/>
                  </a:cubicBezTo>
                  <a:cubicBezTo>
                    <a:pt x="123" y="221"/>
                    <a:pt x="130" y="222"/>
                    <a:pt x="137" y="222"/>
                  </a:cubicBezTo>
                  <a:cubicBezTo>
                    <a:pt x="205" y="222"/>
                    <a:pt x="229" y="109"/>
                    <a:pt x="152" y="86"/>
                  </a:cubicBezTo>
                  <a:cubicBezTo>
                    <a:pt x="138" y="82"/>
                    <a:pt x="142" y="76"/>
                    <a:pt x="143" y="67"/>
                  </a:cubicBezTo>
                  <a:cubicBezTo>
                    <a:pt x="145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24"/>
            <p:cNvSpPr/>
            <p:nvPr/>
          </p:nvSpPr>
          <p:spPr>
            <a:xfrm>
              <a:off x="5537400" y="1118500"/>
              <a:ext cx="1775" cy="5325"/>
            </a:xfrm>
            <a:custGeom>
              <a:avLst/>
              <a:gdLst/>
              <a:ahLst/>
              <a:cxnLst/>
              <a:rect l="l" t="t" r="r" b="b"/>
              <a:pathLst>
                <a:path w="71" h="213" extrusionOk="0">
                  <a:moveTo>
                    <a:pt x="36" y="0"/>
                  </a:moveTo>
                  <a:cubicBezTo>
                    <a:pt x="18" y="0"/>
                    <a:pt x="1" y="11"/>
                    <a:pt x="1" y="33"/>
                  </a:cubicBezTo>
                  <a:lnTo>
                    <a:pt x="1" y="179"/>
                  </a:lnTo>
                  <a:cubicBezTo>
                    <a:pt x="1" y="202"/>
                    <a:pt x="18" y="213"/>
                    <a:pt x="36" y="213"/>
                  </a:cubicBezTo>
                  <a:cubicBezTo>
                    <a:pt x="53" y="213"/>
                    <a:pt x="70" y="202"/>
                    <a:pt x="70" y="179"/>
                  </a:cubicBezTo>
                  <a:lnTo>
                    <a:pt x="70" y="33"/>
                  </a:lnTo>
                  <a:cubicBezTo>
                    <a:pt x="70" y="11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24"/>
            <p:cNvSpPr/>
            <p:nvPr/>
          </p:nvSpPr>
          <p:spPr>
            <a:xfrm>
              <a:off x="6040650" y="11203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149" y="139"/>
                    <a:pt x="149" y="139"/>
                    <a:pt x="149" y="139"/>
                  </a:cubicBezTo>
                  <a:cubicBezTo>
                    <a:pt x="237" y="139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24"/>
            <p:cNvSpPr/>
            <p:nvPr/>
          </p:nvSpPr>
          <p:spPr>
            <a:xfrm>
              <a:off x="4906825" y="11210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236" y="139"/>
                    <a:pt x="236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24"/>
            <p:cNvSpPr/>
            <p:nvPr/>
          </p:nvSpPr>
          <p:spPr>
            <a:xfrm>
              <a:off x="5276325" y="11213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3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24"/>
            <p:cNvSpPr/>
            <p:nvPr/>
          </p:nvSpPr>
          <p:spPr>
            <a:xfrm>
              <a:off x="5664300" y="1121575"/>
              <a:ext cx="9825" cy="6400"/>
            </a:xfrm>
            <a:custGeom>
              <a:avLst/>
              <a:gdLst/>
              <a:ahLst/>
              <a:cxnLst/>
              <a:rect l="l" t="t" r="r" b="b"/>
              <a:pathLst>
                <a:path w="393" h="256" extrusionOk="0">
                  <a:moveTo>
                    <a:pt x="90" y="0"/>
                  </a:moveTo>
                  <a:cubicBezTo>
                    <a:pt x="2" y="0"/>
                    <a:pt x="0" y="138"/>
                    <a:pt x="91" y="139"/>
                  </a:cubicBezTo>
                  <a:cubicBezTo>
                    <a:pt x="114" y="139"/>
                    <a:pt x="132" y="129"/>
                    <a:pt x="144" y="115"/>
                  </a:cubicBezTo>
                  <a:cubicBezTo>
                    <a:pt x="162" y="179"/>
                    <a:pt x="215" y="229"/>
                    <a:pt x="278" y="251"/>
                  </a:cubicBezTo>
                  <a:cubicBezTo>
                    <a:pt x="287" y="254"/>
                    <a:pt x="295" y="255"/>
                    <a:pt x="302" y="255"/>
                  </a:cubicBezTo>
                  <a:cubicBezTo>
                    <a:pt x="369" y="255"/>
                    <a:pt x="392" y="144"/>
                    <a:pt x="316" y="117"/>
                  </a:cubicBezTo>
                  <a:cubicBezTo>
                    <a:pt x="287" y="107"/>
                    <a:pt x="275" y="81"/>
                    <a:pt x="272" y="53"/>
                  </a:cubicBezTo>
                  <a:cubicBezTo>
                    <a:pt x="268" y="21"/>
                    <a:pt x="234" y="1"/>
                    <a:pt x="203" y="1"/>
                  </a:cubicBezTo>
                  <a:cubicBezTo>
                    <a:pt x="197" y="1"/>
                    <a:pt x="191" y="2"/>
                    <a:pt x="186" y="3"/>
                  </a:cubicBezTo>
                  <a:cubicBezTo>
                    <a:pt x="169" y="9"/>
                    <a:pt x="157" y="19"/>
                    <a:pt x="148" y="31"/>
                  </a:cubicBezTo>
                  <a:cubicBezTo>
                    <a:pt x="137" y="14"/>
                    <a:pt x="118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24"/>
            <p:cNvSpPr/>
            <p:nvPr/>
          </p:nvSpPr>
          <p:spPr>
            <a:xfrm>
              <a:off x="5736200" y="11224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17" y="1"/>
                  </a:moveTo>
                  <a:cubicBezTo>
                    <a:pt x="82" y="1"/>
                    <a:pt x="48" y="18"/>
                    <a:pt x="28" y="51"/>
                  </a:cubicBezTo>
                  <a:cubicBezTo>
                    <a:pt x="1" y="98"/>
                    <a:pt x="14" y="168"/>
                    <a:pt x="65" y="194"/>
                  </a:cubicBezTo>
                  <a:cubicBezTo>
                    <a:pt x="85" y="205"/>
                    <a:pt x="105" y="213"/>
                    <a:pt x="123" y="223"/>
                  </a:cubicBezTo>
                  <a:cubicBezTo>
                    <a:pt x="140" y="232"/>
                    <a:pt x="159" y="236"/>
                    <a:pt x="177" y="236"/>
                  </a:cubicBezTo>
                  <a:cubicBezTo>
                    <a:pt x="212" y="236"/>
                    <a:pt x="246" y="220"/>
                    <a:pt x="266" y="186"/>
                  </a:cubicBezTo>
                  <a:cubicBezTo>
                    <a:pt x="293" y="139"/>
                    <a:pt x="279" y="70"/>
                    <a:pt x="229" y="44"/>
                  </a:cubicBezTo>
                  <a:cubicBezTo>
                    <a:pt x="209" y="34"/>
                    <a:pt x="189" y="24"/>
                    <a:pt x="170" y="14"/>
                  </a:cubicBezTo>
                  <a:cubicBezTo>
                    <a:pt x="153" y="5"/>
                    <a:pt x="135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24"/>
            <p:cNvSpPr/>
            <p:nvPr/>
          </p:nvSpPr>
          <p:spPr>
            <a:xfrm>
              <a:off x="4922925" y="11225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24"/>
            <p:cNvSpPr/>
            <p:nvPr/>
          </p:nvSpPr>
          <p:spPr>
            <a:xfrm>
              <a:off x="4878925" y="1123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24"/>
            <p:cNvSpPr/>
            <p:nvPr/>
          </p:nvSpPr>
          <p:spPr>
            <a:xfrm>
              <a:off x="5515225" y="11234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24"/>
            <p:cNvSpPr/>
            <p:nvPr/>
          </p:nvSpPr>
          <p:spPr>
            <a:xfrm>
              <a:off x="5602300" y="11237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1"/>
                  </a:moveTo>
                  <a:cubicBezTo>
                    <a:pt x="63" y="1"/>
                    <a:pt x="50" y="4"/>
                    <a:pt x="40" y="11"/>
                  </a:cubicBezTo>
                  <a:cubicBezTo>
                    <a:pt x="5" y="31"/>
                    <a:pt x="0" y="72"/>
                    <a:pt x="16" y="105"/>
                  </a:cubicBezTo>
                  <a:cubicBezTo>
                    <a:pt x="37" y="152"/>
                    <a:pt x="57" y="202"/>
                    <a:pt x="79" y="250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3" y="280"/>
                    <a:pt x="173" y="275"/>
                  </a:cubicBezTo>
                  <a:cubicBezTo>
                    <a:pt x="209" y="254"/>
                    <a:pt x="214" y="214"/>
                    <a:pt x="198" y="180"/>
                  </a:cubicBezTo>
                  <a:cubicBezTo>
                    <a:pt x="177" y="132"/>
                    <a:pt x="157" y="83"/>
                    <a:pt x="135" y="35"/>
                  </a:cubicBezTo>
                  <a:cubicBezTo>
                    <a:pt x="125" y="12"/>
                    <a:pt x="10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24"/>
            <p:cNvSpPr/>
            <p:nvPr/>
          </p:nvSpPr>
          <p:spPr>
            <a:xfrm>
              <a:off x="5432650" y="11245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0"/>
                  </a:moveTo>
                  <a:cubicBezTo>
                    <a:pt x="98" y="0"/>
                    <a:pt x="80" y="5"/>
                    <a:pt x="64" y="14"/>
                  </a:cubicBezTo>
                  <a:cubicBezTo>
                    <a:pt x="12" y="44"/>
                    <a:pt x="1" y="106"/>
                    <a:pt x="27" y="157"/>
                  </a:cubicBezTo>
                  <a:cubicBezTo>
                    <a:pt x="37" y="175"/>
                    <a:pt x="46" y="195"/>
                    <a:pt x="57" y="215"/>
                  </a:cubicBezTo>
                  <a:cubicBezTo>
                    <a:pt x="73" y="248"/>
                    <a:pt x="109" y="266"/>
                    <a:pt x="146" y="266"/>
                  </a:cubicBezTo>
                  <a:cubicBezTo>
                    <a:pt x="164" y="266"/>
                    <a:pt x="183" y="261"/>
                    <a:pt x="199" y="252"/>
                  </a:cubicBezTo>
                  <a:cubicBezTo>
                    <a:pt x="251" y="222"/>
                    <a:pt x="262" y="160"/>
                    <a:pt x="236" y="110"/>
                  </a:cubicBezTo>
                  <a:cubicBezTo>
                    <a:pt x="226" y="91"/>
                    <a:pt x="216" y="71"/>
                    <a:pt x="207" y="51"/>
                  </a:cubicBezTo>
                  <a:cubicBezTo>
                    <a:pt x="190" y="18"/>
                    <a:pt x="153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24"/>
            <p:cNvSpPr/>
            <p:nvPr/>
          </p:nvSpPr>
          <p:spPr>
            <a:xfrm>
              <a:off x="4885525" y="1124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24"/>
            <p:cNvSpPr/>
            <p:nvPr/>
          </p:nvSpPr>
          <p:spPr>
            <a:xfrm>
              <a:off x="5694150" y="11260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24"/>
            <p:cNvSpPr/>
            <p:nvPr/>
          </p:nvSpPr>
          <p:spPr>
            <a:xfrm>
              <a:off x="5103525" y="112615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6" y="1"/>
                  </a:moveTo>
                  <a:cubicBezTo>
                    <a:pt x="28" y="1"/>
                    <a:pt x="4" y="35"/>
                    <a:pt x="30" y="59"/>
                  </a:cubicBezTo>
                  <a:cubicBezTo>
                    <a:pt x="44" y="70"/>
                    <a:pt x="43" y="82"/>
                    <a:pt x="28" y="94"/>
                  </a:cubicBezTo>
                  <a:cubicBezTo>
                    <a:pt x="0" y="116"/>
                    <a:pt x="25" y="151"/>
                    <a:pt x="54" y="151"/>
                  </a:cubicBezTo>
                  <a:cubicBezTo>
                    <a:pt x="62" y="151"/>
                    <a:pt x="70" y="148"/>
                    <a:pt x="77" y="143"/>
                  </a:cubicBezTo>
                  <a:cubicBezTo>
                    <a:pt x="118" y="109"/>
                    <a:pt x="118" y="44"/>
                    <a:pt x="80" y="10"/>
                  </a:cubicBezTo>
                  <a:cubicBezTo>
                    <a:pt x="72" y="3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24"/>
            <p:cNvSpPr/>
            <p:nvPr/>
          </p:nvSpPr>
          <p:spPr>
            <a:xfrm>
              <a:off x="5225875" y="1127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24"/>
            <p:cNvSpPr/>
            <p:nvPr/>
          </p:nvSpPr>
          <p:spPr>
            <a:xfrm>
              <a:off x="5873750" y="112737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0"/>
                  </a:moveTo>
                  <a:cubicBezTo>
                    <a:pt x="1" y="2"/>
                    <a:pt x="1" y="71"/>
                    <a:pt x="45" y="71"/>
                  </a:cubicBezTo>
                  <a:cubicBezTo>
                    <a:pt x="91" y="71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24"/>
            <p:cNvSpPr/>
            <p:nvPr/>
          </p:nvSpPr>
          <p:spPr>
            <a:xfrm>
              <a:off x="6073800" y="11286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0" y="35"/>
                    <a:pt x="11" y="87"/>
                  </a:cubicBezTo>
                  <a:cubicBezTo>
                    <a:pt x="21" y="136"/>
                    <a:pt x="30" y="183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7"/>
                    <a:pt x="155" y="98"/>
                    <a:pt x="144" y="51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24"/>
            <p:cNvSpPr/>
            <p:nvPr/>
          </p:nvSpPr>
          <p:spPr>
            <a:xfrm>
              <a:off x="5018175" y="1130050"/>
              <a:ext cx="6950" cy="4300"/>
            </a:xfrm>
            <a:custGeom>
              <a:avLst/>
              <a:gdLst/>
              <a:ahLst/>
              <a:cxnLst/>
              <a:rect l="l" t="t" r="r" b="b"/>
              <a:pathLst>
                <a:path w="278" h="172" extrusionOk="0">
                  <a:moveTo>
                    <a:pt x="90" y="1"/>
                  </a:moveTo>
                  <a:cubicBezTo>
                    <a:pt x="23" y="1"/>
                    <a:pt x="0" y="113"/>
                    <a:pt x="76" y="139"/>
                  </a:cubicBezTo>
                  <a:cubicBezTo>
                    <a:pt x="106" y="149"/>
                    <a:pt x="134" y="160"/>
                    <a:pt x="164" y="168"/>
                  </a:cubicBezTo>
                  <a:cubicBezTo>
                    <a:pt x="172" y="171"/>
                    <a:pt x="180" y="172"/>
                    <a:pt x="187" y="172"/>
                  </a:cubicBezTo>
                  <a:cubicBezTo>
                    <a:pt x="254" y="172"/>
                    <a:pt x="278" y="61"/>
                    <a:pt x="201" y="35"/>
                  </a:cubicBezTo>
                  <a:cubicBezTo>
                    <a:pt x="172" y="25"/>
                    <a:pt x="143" y="15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24"/>
            <p:cNvSpPr/>
            <p:nvPr/>
          </p:nvSpPr>
          <p:spPr>
            <a:xfrm>
              <a:off x="5566050" y="113005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0"/>
                  </a:moveTo>
                  <a:cubicBezTo>
                    <a:pt x="86" y="0"/>
                    <a:pt x="49" y="20"/>
                    <a:pt x="31" y="52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3"/>
                    <a:pt x="126" y="233"/>
                    <a:pt x="156" y="253"/>
                  </a:cubicBezTo>
                  <a:cubicBezTo>
                    <a:pt x="171" y="263"/>
                    <a:pt x="188" y="267"/>
                    <a:pt x="205" y="267"/>
                  </a:cubicBezTo>
                  <a:cubicBezTo>
                    <a:pt x="242" y="267"/>
                    <a:pt x="280" y="246"/>
                    <a:pt x="298" y="215"/>
                  </a:cubicBezTo>
                  <a:cubicBezTo>
                    <a:pt x="327" y="165"/>
                    <a:pt x="307" y="104"/>
                    <a:pt x="261" y="73"/>
                  </a:cubicBezTo>
                  <a:cubicBezTo>
                    <a:pt x="231" y="53"/>
                    <a:pt x="203" y="33"/>
                    <a:pt x="173" y="15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24"/>
            <p:cNvSpPr/>
            <p:nvPr/>
          </p:nvSpPr>
          <p:spPr>
            <a:xfrm>
              <a:off x="5646025" y="1131725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1" y="293"/>
                  </a:cubicBezTo>
                  <a:cubicBezTo>
                    <a:pt x="101" y="295"/>
                    <a:pt x="110" y="296"/>
                    <a:pt x="119" y="296"/>
                  </a:cubicBezTo>
                  <a:cubicBezTo>
                    <a:pt x="165" y="296"/>
                    <a:pt x="204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7" y="79"/>
                    <a:pt x="228" y="18"/>
                    <a:pt x="176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24"/>
            <p:cNvSpPr/>
            <p:nvPr/>
          </p:nvSpPr>
          <p:spPr>
            <a:xfrm>
              <a:off x="5062625" y="11318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8" y="1"/>
                  </a:moveTo>
                  <a:cubicBezTo>
                    <a:pt x="44" y="1"/>
                    <a:pt x="1" y="94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7" y="74"/>
                    <a:pt x="198" y="39"/>
                  </a:cubicBezTo>
                  <a:cubicBezTo>
                    <a:pt x="178" y="29"/>
                    <a:pt x="159" y="19"/>
                    <a:pt x="140" y="9"/>
                  </a:cubicBezTo>
                  <a:cubicBezTo>
                    <a:pt x="129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24"/>
            <p:cNvSpPr/>
            <p:nvPr/>
          </p:nvSpPr>
          <p:spPr>
            <a:xfrm>
              <a:off x="5118575" y="1131875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1"/>
                  </a:moveTo>
                  <a:cubicBezTo>
                    <a:pt x="99" y="1"/>
                    <a:pt x="89" y="2"/>
                    <a:pt x="80" y="4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7" y="159"/>
                    <a:pt x="131" y="169"/>
                    <a:pt x="154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7" y="21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24"/>
            <p:cNvSpPr/>
            <p:nvPr/>
          </p:nvSpPr>
          <p:spPr>
            <a:xfrm>
              <a:off x="5759675" y="1131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2" y="0"/>
                    <a:pt x="0" y="104"/>
                    <a:pt x="73" y="178"/>
                  </a:cubicBezTo>
                  <a:cubicBezTo>
                    <a:pt x="84" y="188"/>
                    <a:pt x="93" y="199"/>
                    <a:pt x="103" y="208"/>
                  </a:cubicBez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3" y="134"/>
                    <a:pt x="250" y="61"/>
                  </a:cubicBezTo>
                  <a:lnTo>
                    <a:pt x="220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24"/>
            <p:cNvSpPr/>
            <p:nvPr/>
          </p:nvSpPr>
          <p:spPr>
            <a:xfrm>
              <a:off x="5149600" y="1131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79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24"/>
            <p:cNvSpPr/>
            <p:nvPr/>
          </p:nvSpPr>
          <p:spPr>
            <a:xfrm>
              <a:off x="5249125" y="1132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40" y="12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24"/>
            <p:cNvSpPr/>
            <p:nvPr/>
          </p:nvSpPr>
          <p:spPr>
            <a:xfrm>
              <a:off x="5852150" y="1132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7" y="0"/>
                  </a:moveTo>
                  <a:cubicBezTo>
                    <a:pt x="159" y="0"/>
                    <a:pt x="141" y="5"/>
                    <a:pt x="124" y="14"/>
                  </a:cubicBezTo>
                  <a:cubicBezTo>
                    <a:pt x="104" y="24"/>
                    <a:pt x="84" y="33"/>
                    <a:pt x="65" y="44"/>
                  </a:cubicBezTo>
                  <a:cubicBezTo>
                    <a:pt x="15" y="68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3" y="232"/>
                    <a:pt x="170" y="223"/>
                  </a:cubicBezTo>
                  <a:cubicBezTo>
                    <a:pt x="189" y="213"/>
                    <a:pt x="209" y="204"/>
                    <a:pt x="228" y="194"/>
                  </a:cubicBezTo>
                  <a:cubicBezTo>
                    <a:pt x="279" y="169"/>
                    <a:pt x="293" y="98"/>
                    <a:pt x="266" y="51"/>
                  </a:cubicBezTo>
                  <a:cubicBezTo>
                    <a:pt x="246" y="17"/>
                    <a:pt x="212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24"/>
            <p:cNvSpPr/>
            <p:nvPr/>
          </p:nvSpPr>
          <p:spPr>
            <a:xfrm>
              <a:off x="5049075" y="11324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24"/>
            <p:cNvSpPr/>
            <p:nvPr/>
          </p:nvSpPr>
          <p:spPr>
            <a:xfrm>
              <a:off x="5903750" y="1133075"/>
              <a:ext cx="8225" cy="5250"/>
            </a:xfrm>
            <a:custGeom>
              <a:avLst/>
              <a:gdLst/>
              <a:ahLst/>
              <a:cxnLst/>
              <a:rect l="l" t="t" r="r" b="b"/>
              <a:pathLst>
                <a:path w="329" h="210" extrusionOk="0">
                  <a:moveTo>
                    <a:pt x="135" y="0"/>
                  </a:moveTo>
                  <a:cubicBezTo>
                    <a:pt x="2" y="0"/>
                    <a:pt x="0" y="210"/>
                    <a:pt x="135" y="210"/>
                  </a:cubicBezTo>
                  <a:lnTo>
                    <a:pt x="194" y="210"/>
                  </a:lnTo>
                  <a:cubicBezTo>
                    <a:pt x="329" y="210"/>
                    <a:pt x="329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24"/>
            <p:cNvSpPr/>
            <p:nvPr/>
          </p:nvSpPr>
          <p:spPr>
            <a:xfrm>
              <a:off x="6003675" y="11335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24"/>
            <p:cNvSpPr/>
            <p:nvPr/>
          </p:nvSpPr>
          <p:spPr>
            <a:xfrm>
              <a:off x="5953650" y="11347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2" y="225"/>
                    <a:pt x="146" y="260"/>
                    <a:pt x="222" y="267"/>
                  </a:cubicBezTo>
                  <a:cubicBezTo>
                    <a:pt x="225" y="267"/>
                    <a:pt x="228" y="267"/>
                    <a:pt x="231" y="267"/>
                  </a:cubicBezTo>
                  <a:cubicBezTo>
                    <a:pt x="283" y="267"/>
                    <a:pt x="327" y="212"/>
                    <a:pt x="327" y="163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9"/>
                    <a:pt x="227" y="55"/>
                    <a:pt x="225" y="52"/>
                  </a:cubicBezTo>
                  <a:cubicBezTo>
                    <a:pt x="205" y="16"/>
                    <a:pt x="173" y="0"/>
                    <a:pt x="14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24"/>
            <p:cNvSpPr/>
            <p:nvPr/>
          </p:nvSpPr>
          <p:spPr>
            <a:xfrm>
              <a:off x="5880325" y="1134750"/>
              <a:ext cx="2950" cy="3225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47" y="0"/>
                  </a:moveTo>
                  <a:cubicBezTo>
                    <a:pt x="24" y="0"/>
                    <a:pt x="0" y="25"/>
                    <a:pt x="14" y="52"/>
                  </a:cubicBezTo>
                  <a:cubicBezTo>
                    <a:pt x="25" y="72"/>
                    <a:pt x="35" y="92"/>
                    <a:pt x="44" y="111"/>
                  </a:cubicBezTo>
                  <a:cubicBezTo>
                    <a:pt x="50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3" y="76"/>
                  </a:cubicBezTo>
                  <a:cubicBezTo>
                    <a:pt x="93" y="57"/>
                    <a:pt x="85" y="37"/>
                    <a:pt x="74" y="18"/>
                  </a:cubicBezTo>
                  <a:cubicBezTo>
                    <a:pt x="68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24"/>
            <p:cNvSpPr/>
            <p:nvPr/>
          </p:nvSpPr>
          <p:spPr>
            <a:xfrm>
              <a:off x="4897950" y="113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24"/>
            <p:cNvSpPr/>
            <p:nvPr/>
          </p:nvSpPr>
          <p:spPr>
            <a:xfrm>
              <a:off x="4946375" y="1135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24"/>
            <p:cNvSpPr/>
            <p:nvPr/>
          </p:nvSpPr>
          <p:spPr>
            <a:xfrm>
              <a:off x="5476325" y="11351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24"/>
            <p:cNvSpPr/>
            <p:nvPr/>
          </p:nvSpPr>
          <p:spPr>
            <a:xfrm>
              <a:off x="5509225" y="11354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202" y="1"/>
                  </a:moveTo>
                  <a:cubicBezTo>
                    <a:pt x="157" y="1"/>
                    <a:pt x="113" y="12"/>
                    <a:pt x="71" y="33"/>
                  </a:cubicBezTo>
                  <a:cubicBezTo>
                    <a:pt x="1" y="66"/>
                    <a:pt x="45" y="160"/>
                    <a:pt x="110" y="160"/>
                  </a:cubicBezTo>
                  <a:cubicBezTo>
                    <a:pt x="119" y="160"/>
                    <a:pt x="130" y="158"/>
                    <a:pt x="140" y="153"/>
                  </a:cubicBezTo>
                  <a:cubicBezTo>
                    <a:pt x="159" y="144"/>
                    <a:pt x="177" y="140"/>
                    <a:pt x="195" y="140"/>
                  </a:cubicBezTo>
                  <a:cubicBezTo>
                    <a:pt x="217" y="140"/>
                    <a:pt x="239" y="146"/>
                    <a:pt x="261" y="155"/>
                  </a:cubicBezTo>
                  <a:cubicBezTo>
                    <a:pt x="267" y="158"/>
                    <a:pt x="273" y="159"/>
                    <a:pt x="280" y="159"/>
                  </a:cubicBezTo>
                  <a:cubicBezTo>
                    <a:pt x="310" y="159"/>
                    <a:pt x="339" y="134"/>
                    <a:pt x="347" y="107"/>
                  </a:cubicBezTo>
                  <a:cubicBezTo>
                    <a:pt x="358" y="66"/>
                    <a:pt x="333" y="35"/>
                    <a:pt x="299" y="20"/>
                  </a:cubicBezTo>
                  <a:cubicBezTo>
                    <a:pt x="267" y="7"/>
                    <a:pt x="234" y="1"/>
                    <a:pt x="2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24"/>
            <p:cNvSpPr/>
            <p:nvPr/>
          </p:nvSpPr>
          <p:spPr>
            <a:xfrm>
              <a:off x="5735500" y="11357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8" y="0"/>
                  </a:moveTo>
                  <a:cubicBezTo>
                    <a:pt x="1" y="0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24"/>
            <p:cNvSpPr/>
            <p:nvPr/>
          </p:nvSpPr>
          <p:spPr>
            <a:xfrm>
              <a:off x="5996325" y="11364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24"/>
            <p:cNvSpPr/>
            <p:nvPr/>
          </p:nvSpPr>
          <p:spPr>
            <a:xfrm>
              <a:off x="5403575" y="1137125"/>
              <a:ext cx="5750" cy="5600"/>
            </a:xfrm>
            <a:custGeom>
              <a:avLst/>
              <a:gdLst/>
              <a:ahLst/>
              <a:cxnLst/>
              <a:rect l="l" t="t" r="r" b="b"/>
              <a:pathLst>
                <a:path w="230" h="224" extrusionOk="0">
                  <a:moveTo>
                    <a:pt x="77" y="1"/>
                  </a:moveTo>
                  <a:cubicBezTo>
                    <a:pt x="42" y="1"/>
                    <a:pt x="7" y="23"/>
                    <a:pt x="4" y="68"/>
                  </a:cubicBezTo>
                  <a:cubicBezTo>
                    <a:pt x="0" y="138"/>
                    <a:pt x="47" y="199"/>
                    <a:pt x="114" y="220"/>
                  </a:cubicBezTo>
                  <a:cubicBezTo>
                    <a:pt x="122" y="222"/>
                    <a:pt x="129" y="223"/>
                    <a:pt x="136" y="223"/>
                  </a:cubicBezTo>
                  <a:cubicBezTo>
                    <a:pt x="206" y="223"/>
                    <a:pt x="230" y="109"/>
                    <a:pt x="153" y="86"/>
                  </a:cubicBezTo>
                  <a:cubicBezTo>
                    <a:pt x="139" y="82"/>
                    <a:pt x="142" y="77"/>
                    <a:pt x="143" y="68"/>
                  </a:cubicBezTo>
                  <a:cubicBezTo>
                    <a:pt x="145" y="23"/>
                    <a:pt x="11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24"/>
            <p:cNvSpPr/>
            <p:nvPr/>
          </p:nvSpPr>
          <p:spPr>
            <a:xfrm>
              <a:off x="4908250" y="1137925"/>
              <a:ext cx="4475" cy="3450"/>
            </a:xfrm>
            <a:custGeom>
              <a:avLst/>
              <a:gdLst/>
              <a:ahLst/>
              <a:cxnLst/>
              <a:rect l="l" t="t" r="r" b="b"/>
              <a:pathLst>
                <a:path w="179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0" y="138"/>
                    <a:pt x="91" y="138"/>
                  </a:cubicBezTo>
                  <a:cubicBezTo>
                    <a:pt x="178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24"/>
            <p:cNvSpPr/>
            <p:nvPr/>
          </p:nvSpPr>
          <p:spPr>
            <a:xfrm>
              <a:off x="5935675" y="1138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24"/>
            <p:cNvSpPr/>
            <p:nvPr/>
          </p:nvSpPr>
          <p:spPr>
            <a:xfrm>
              <a:off x="5866100" y="1138800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1"/>
                  </a:moveTo>
                  <a:cubicBezTo>
                    <a:pt x="72" y="1"/>
                    <a:pt x="1" y="104"/>
                    <a:pt x="73" y="178"/>
                  </a:cubicBezTo>
                  <a:cubicBezTo>
                    <a:pt x="121" y="227"/>
                    <a:pt x="169" y="277"/>
                    <a:pt x="216" y="328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7" y="255"/>
                    <a:pt x="365" y="181"/>
                  </a:cubicBezTo>
                  <a:cubicBezTo>
                    <a:pt x="316" y="132"/>
                    <a:pt x="268" y="81"/>
                    <a:pt x="221" y="32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24"/>
            <p:cNvSpPr/>
            <p:nvPr/>
          </p:nvSpPr>
          <p:spPr>
            <a:xfrm>
              <a:off x="5038775" y="11388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6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3"/>
                    <a:pt x="349" y="105"/>
                  </a:cubicBezTo>
                  <a:cubicBezTo>
                    <a:pt x="299" y="75"/>
                    <a:pt x="252" y="45"/>
                    <a:pt x="203" y="17"/>
                  </a:cubicBezTo>
                  <a:cubicBezTo>
                    <a:pt x="185" y="6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24"/>
            <p:cNvSpPr/>
            <p:nvPr/>
          </p:nvSpPr>
          <p:spPr>
            <a:xfrm>
              <a:off x="5813525" y="11397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2" y="1"/>
                  </a:moveTo>
                  <a:cubicBezTo>
                    <a:pt x="152" y="1"/>
                    <a:pt x="141" y="5"/>
                    <a:pt x="133" y="16"/>
                  </a:cubicBezTo>
                  <a:cubicBezTo>
                    <a:pt x="109" y="49"/>
                    <a:pt x="76" y="74"/>
                    <a:pt x="38" y="89"/>
                  </a:cubicBezTo>
                  <a:cubicBezTo>
                    <a:pt x="1" y="103"/>
                    <a:pt x="11" y="158"/>
                    <a:pt x="44" y="158"/>
                  </a:cubicBezTo>
                  <a:cubicBezTo>
                    <a:pt x="47" y="158"/>
                    <a:pt x="51" y="158"/>
                    <a:pt x="56" y="156"/>
                  </a:cubicBezTo>
                  <a:cubicBezTo>
                    <a:pt x="113" y="134"/>
                    <a:pt x="157" y="100"/>
                    <a:pt x="193" y="51"/>
                  </a:cubicBezTo>
                  <a:cubicBezTo>
                    <a:pt x="212" y="26"/>
                    <a:pt x="187" y="1"/>
                    <a:pt x="16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24"/>
            <p:cNvSpPr/>
            <p:nvPr/>
          </p:nvSpPr>
          <p:spPr>
            <a:xfrm>
              <a:off x="5337175" y="11405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148" y="139"/>
                    <a:pt x="149" y="140"/>
                    <a:pt x="149" y="140"/>
                  </a:cubicBezTo>
                  <a:cubicBezTo>
                    <a:pt x="237" y="140"/>
                    <a:pt x="239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24"/>
            <p:cNvSpPr/>
            <p:nvPr/>
          </p:nvSpPr>
          <p:spPr>
            <a:xfrm>
              <a:off x="5706625" y="114085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24"/>
            <p:cNvSpPr/>
            <p:nvPr/>
          </p:nvSpPr>
          <p:spPr>
            <a:xfrm>
              <a:off x="5060800" y="1141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24"/>
            <p:cNvSpPr/>
            <p:nvPr/>
          </p:nvSpPr>
          <p:spPr>
            <a:xfrm>
              <a:off x="5185525" y="1141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1" y="138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24"/>
            <p:cNvSpPr/>
            <p:nvPr/>
          </p:nvSpPr>
          <p:spPr>
            <a:xfrm>
              <a:off x="5353300" y="11420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24"/>
            <p:cNvSpPr/>
            <p:nvPr/>
          </p:nvSpPr>
          <p:spPr>
            <a:xfrm>
              <a:off x="5195775" y="1142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24"/>
            <p:cNvSpPr/>
            <p:nvPr/>
          </p:nvSpPr>
          <p:spPr>
            <a:xfrm>
              <a:off x="5309275" y="11426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24"/>
            <p:cNvSpPr/>
            <p:nvPr/>
          </p:nvSpPr>
          <p:spPr>
            <a:xfrm>
              <a:off x="5133425" y="1142800"/>
              <a:ext cx="11050" cy="8925"/>
            </a:xfrm>
            <a:custGeom>
              <a:avLst/>
              <a:gdLst/>
              <a:ahLst/>
              <a:cxnLst/>
              <a:rect l="l" t="t" r="r" b="b"/>
              <a:pathLst>
                <a:path w="442" h="35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cubicBezTo>
                    <a:pt x="123" y="227"/>
                    <a:pt x="171" y="276"/>
                    <a:pt x="221" y="325"/>
                  </a:cubicBezTo>
                  <a:cubicBezTo>
                    <a:pt x="242" y="347"/>
                    <a:pt x="267" y="356"/>
                    <a:pt x="290" y="356"/>
                  </a:cubicBezTo>
                  <a:cubicBezTo>
                    <a:pt x="370" y="356"/>
                    <a:pt x="441" y="252"/>
                    <a:pt x="368" y="179"/>
                  </a:cubicBezTo>
                  <a:cubicBezTo>
                    <a:pt x="319" y="129"/>
                    <a:pt x="270" y="81"/>
                    <a:pt x="222" y="31"/>
                  </a:cubicBez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24"/>
            <p:cNvSpPr/>
            <p:nvPr/>
          </p:nvSpPr>
          <p:spPr>
            <a:xfrm>
              <a:off x="6051050" y="1143200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6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5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24"/>
            <p:cNvSpPr/>
            <p:nvPr/>
          </p:nvSpPr>
          <p:spPr>
            <a:xfrm>
              <a:off x="5166550" y="11437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0"/>
                    <a:pt x="27" y="106"/>
                  </a:cubicBezTo>
                  <a:cubicBezTo>
                    <a:pt x="37" y="125"/>
                    <a:pt x="47" y="144"/>
                    <a:pt x="57" y="164"/>
                  </a:cubicBezTo>
                  <a:cubicBezTo>
                    <a:pt x="70" y="188"/>
                    <a:pt x="90" y="198"/>
                    <a:pt x="111" y="198"/>
                  </a:cubicBezTo>
                  <a:cubicBezTo>
                    <a:pt x="157" y="198"/>
                    <a:pt x="205" y="149"/>
                    <a:pt x="177" y="94"/>
                  </a:cubicBezTo>
                  <a:cubicBezTo>
                    <a:pt x="167" y="75"/>
                    <a:pt x="159" y="55"/>
                    <a:pt x="148" y="35"/>
                  </a:cubicBezTo>
                  <a:cubicBezTo>
                    <a:pt x="136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24"/>
            <p:cNvSpPr/>
            <p:nvPr/>
          </p:nvSpPr>
          <p:spPr>
            <a:xfrm>
              <a:off x="5315900" y="11441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8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24"/>
            <p:cNvSpPr/>
            <p:nvPr/>
          </p:nvSpPr>
          <p:spPr>
            <a:xfrm>
              <a:off x="4991150" y="1145350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8"/>
                  </a:cubicBezTo>
                  <a:lnTo>
                    <a:pt x="161" y="266"/>
                  </a:lnTo>
                  <a:cubicBezTo>
                    <a:pt x="183" y="287"/>
                    <a:pt x="207" y="297"/>
                    <a:pt x="231" y="297"/>
                  </a:cubicBezTo>
                  <a:cubicBezTo>
                    <a:pt x="310" y="297"/>
                    <a:pt x="382" y="192"/>
                    <a:pt x="308" y="120"/>
                  </a:cubicBezTo>
                  <a:lnTo>
                    <a:pt x="220" y="31"/>
                  </a:lnTo>
                  <a:cubicBezTo>
                    <a:pt x="199" y="10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24"/>
            <p:cNvSpPr/>
            <p:nvPr/>
          </p:nvSpPr>
          <p:spPr>
            <a:xfrm>
              <a:off x="5533900" y="1145625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6" y="1"/>
                  </a:moveTo>
                  <a:cubicBezTo>
                    <a:pt x="28" y="1"/>
                    <a:pt x="4" y="36"/>
                    <a:pt x="30" y="60"/>
                  </a:cubicBezTo>
                  <a:cubicBezTo>
                    <a:pt x="43" y="71"/>
                    <a:pt x="40" y="83"/>
                    <a:pt x="28" y="94"/>
                  </a:cubicBezTo>
                  <a:cubicBezTo>
                    <a:pt x="0" y="117"/>
                    <a:pt x="25" y="152"/>
                    <a:pt x="54" y="152"/>
                  </a:cubicBezTo>
                  <a:cubicBezTo>
                    <a:pt x="62" y="152"/>
                    <a:pt x="70" y="149"/>
                    <a:pt x="77" y="144"/>
                  </a:cubicBezTo>
                  <a:cubicBezTo>
                    <a:pt x="118" y="110"/>
                    <a:pt x="118" y="45"/>
                    <a:pt x="80" y="10"/>
                  </a:cubicBezTo>
                  <a:cubicBezTo>
                    <a:pt x="72" y="4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24"/>
            <p:cNvSpPr/>
            <p:nvPr/>
          </p:nvSpPr>
          <p:spPr>
            <a:xfrm>
              <a:off x="5683550" y="1146525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1" y="35"/>
                  </a:cubicBezTo>
                  <a:cubicBezTo>
                    <a:pt x="1" y="70"/>
                    <a:pt x="16" y="107"/>
                    <a:pt x="46" y="130"/>
                  </a:cubicBezTo>
                  <a:cubicBezTo>
                    <a:pt x="84" y="160"/>
                    <a:pt x="124" y="188"/>
                    <a:pt x="164" y="218"/>
                  </a:cubicBezTo>
                  <a:cubicBezTo>
                    <a:pt x="173" y="224"/>
                    <a:pt x="185" y="228"/>
                    <a:pt x="196" y="228"/>
                  </a:cubicBezTo>
                  <a:cubicBezTo>
                    <a:pt x="221" y="228"/>
                    <a:pt x="247" y="213"/>
                    <a:pt x="259" y="193"/>
                  </a:cubicBezTo>
                  <a:cubicBezTo>
                    <a:pt x="279" y="159"/>
                    <a:pt x="264" y="120"/>
                    <a:pt x="234" y="98"/>
                  </a:cubicBezTo>
                  <a:cubicBezTo>
                    <a:pt x="195" y="68"/>
                    <a:pt x="156" y="40"/>
                    <a:pt x="116" y="10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24"/>
            <p:cNvSpPr/>
            <p:nvPr/>
          </p:nvSpPr>
          <p:spPr>
            <a:xfrm>
              <a:off x="5656250" y="11465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0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24"/>
            <p:cNvSpPr/>
            <p:nvPr/>
          </p:nvSpPr>
          <p:spPr>
            <a:xfrm>
              <a:off x="5713575" y="11475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4" y="1"/>
                  </a:moveTo>
                  <a:cubicBezTo>
                    <a:pt x="23" y="1"/>
                    <a:pt x="1" y="47"/>
                    <a:pt x="36" y="64"/>
                  </a:cubicBezTo>
                  <a:cubicBezTo>
                    <a:pt x="54" y="74"/>
                    <a:pt x="74" y="83"/>
                    <a:pt x="94" y="94"/>
                  </a:cubicBezTo>
                  <a:cubicBezTo>
                    <a:pt x="99" y="96"/>
                    <a:pt x="105" y="98"/>
                    <a:pt x="110" y="98"/>
                  </a:cubicBezTo>
                  <a:cubicBezTo>
                    <a:pt x="142" y="98"/>
                    <a:pt x="163" y="51"/>
                    <a:pt x="129" y="34"/>
                  </a:cubicBezTo>
                  <a:cubicBezTo>
                    <a:pt x="109" y="23"/>
                    <a:pt x="89" y="15"/>
                    <a:pt x="70" y="5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24"/>
            <p:cNvSpPr/>
            <p:nvPr/>
          </p:nvSpPr>
          <p:spPr>
            <a:xfrm>
              <a:off x="5972350" y="11487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24"/>
            <p:cNvSpPr/>
            <p:nvPr/>
          </p:nvSpPr>
          <p:spPr>
            <a:xfrm>
              <a:off x="5448525" y="1149550"/>
              <a:ext cx="6975" cy="4300"/>
            </a:xfrm>
            <a:custGeom>
              <a:avLst/>
              <a:gdLst/>
              <a:ahLst/>
              <a:cxnLst/>
              <a:rect l="l" t="t" r="r" b="b"/>
              <a:pathLst>
                <a:path w="279" h="172" extrusionOk="0">
                  <a:moveTo>
                    <a:pt x="91" y="0"/>
                  </a:moveTo>
                  <a:cubicBezTo>
                    <a:pt x="23" y="0"/>
                    <a:pt x="1" y="113"/>
                    <a:pt x="77" y="138"/>
                  </a:cubicBezTo>
                  <a:cubicBezTo>
                    <a:pt x="107" y="148"/>
                    <a:pt x="135" y="159"/>
                    <a:pt x="165" y="168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8" y="61"/>
                    <a:pt x="202" y="34"/>
                  </a:cubicBezTo>
                  <a:cubicBezTo>
                    <a:pt x="173" y="24"/>
                    <a:pt x="144" y="14"/>
                    <a:pt x="114" y="4"/>
                  </a:cubicBezTo>
                  <a:cubicBezTo>
                    <a:pt x="106" y="2"/>
                    <a:pt x="98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24"/>
            <p:cNvSpPr/>
            <p:nvPr/>
          </p:nvSpPr>
          <p:spPr>
            <a:xfrm>
              <a:off x="5664750" y="11501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24"/>
            <p:cNvSpPr/>
            <p:nvPr/>
          </p:nvSpPr>
          <p:spPr>
            <a:xfrm>
              <a:off x="5493000" y="11513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3" y="1"/>
                    <a:pt x="1" y="93"/>
                    <a:pt x="69" y="128"/>
                  </a:cubicBezTo>
                  <a:cubicBezTo>
                    <a:pt x="89" y="139"/>
                    <a:pt x="109" y="148"/>
                    <a:pt x="127" y="158"/>
                  </a:cubicBezTo>
                  <a:cubicBezTo>
                    <a:pt x="138" y="164"/>
                    <a:pt x="149" y="166"/>
                    <a:pt x="160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8" y="29"/>
                    <a:pt x="158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24"/>
            <p:cNvSpPr/>
            <p:nvPr/>
          </p:nvSpPr>
          <p:spPr>
            <a:xfrm>
              <a:off x="5548875" y="11513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1" y="19"/>
                    <a:pt x="26" y="134"/>
                    <a:pt x="98" y="139"/>
                  </a:cubicBezTo>
                  <a:cubicBezTo>
                    <a:pt x="110" y="159"/>
                    <a:pt x="134" y="169"/>
                    <a:pt x="157" y="169"/>
                  </a:cubicBezTo>
                  <a:cubicBezTo>
                    <a:pt x="170" y="169"/>
                    <a:pt x="182" y="166"/>
                    <a:pt x="192" y="159"/>
                  </a:cubicBezTo>
                  <a:cubicBezTo>
                    <a:pt x="228" y="139"/>
                    <a:pt x="232" y="99"/>
                    <a:pt x="216" y="65"/>
                  </a:cubicBezTo>
                  <a:cubicBezTo>
                    <a:pt x="197" y="21"/>
                    <a:pt x="153" y="0"/>
                    <a:pt x="10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24"/>
            <p:cNvSpPr/>
            <p:nvPr/>
          </p:nvSpPr>
          <p:spPr>
            <a:xfrm>
              <a:off x="5579950" y="115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6" name="Google Shape;25426;p24"/>
            <p:cNvSpPr/>
            <p:nvPr/>
          </p:nvSpPr>
          <p:spPr>
            <a:xfrm>
              <a:off x="5018000" y="11514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7" name="Google Shape;25427;p24"/>
            <p:cNvSpPr/>
            <p:nvPr/>
          </p:nvSpPr>
          <p:spPr>
            <a:xfrm>
              <a:off x="5679475" y="1151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4" y="193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8" name="Google Shape;25428;p24"/>
            <p:cNvSpPr/>
            <p:nvPr/>
          </p:nvSpPr>
          <p:spPr>
            <a:xfrm>
              <a:off x="5479450" y="1151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24"/>
            <p:cNvSpPr/>
            <p:nvPr/>
          </p:nvSpPr>
          <p:spPr>
            <a:xfrm>
              <a:off x="5846125" y="1154350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24"/>
            <p:cNvSpPr/>
            <p:nvPr/>
          </p:nvSpPr>
          <p:spPr>
            <a:xfrm>
              <a:off x="5328325" y="11544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24"/>
            <p:cNvSpPr/>
            <p:nvPr/>
          </p:nvSpPr>
          <p:spPr>
            <a:xfrm>
              <a:off x="5376725" y="1154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24"/>
            <p:cNvSpPr/>
            <p:nvPr/>
          </p:nvSpPr>
          <p:spPr>
            <a:xfrm>
              <a:off x="4890825" y="1154725"/>
              <a:ext cx="6875" cy="7150"/>
            </a:xfrm>
            <a:custGeom>
              <a:avLst/>
              <a:gdLst/>
              <a:ahLst/>
              <a:cxnLst/>
              <a:rect l="l" t="t" r="r" b="b"/>
              <a:pathLst>
                <a:path w="275" h="286" extrusionOk="0">
                  <a:moveTo>
                    <a:pt x="194" y="0"/>
                  </a:moveTo>
                  <a:cubicBezTo>
                    <a:pt x="176" y="0"/>
                    <a:pt x="159" y="6"/>
                    <a:pt x="148" y="20"/>
                  </a:cubicBezTo>
                  <a:cubicBezTo>
                    <a:pt x="109" y="70"/>
                    <a:pt x="68" y="118"/>
                    <a:pt x="30" y="167"/>
                  </a:cubicBezTo>
                  <a:cubicBezTo>
                    <a:pt x="6" y="196"/>
                    <a:pt x="1" y="237"/>
                    <a:pt x="30" y="266"/>
                  </a:cubicBezTo>
                  <a:cubicBezTo>
                    <a:pt x="43" y="278"/>
                    <a:pt x="63" y="286"/>
                    <a:pt x="82" y="286"/>
                  </a:cubicBezTo>
                  <a:cubicBezTo>
                    <a:pt x="100" y="286"/>
                    <a:pt x="117" y="279"/>
                    <a:pt x="128" y="266"/>
                  </a:cubicBezTo>
                  <a:cubicBezTo>
                    <a:pt x="167" y="216"/>
                    <a:pt x="207" y="168"/>
                    <a:pt x="246" y="119"/>
                  </a:cubicBezTo>
                  <a:cubicBezTo>
                    <a:pt x="269" y="90"/>
                    <a:pt x="274" y="49"/>
                    <a:pt x="246" y="20"/>
                  </a:cubicBezTo>
                  <a:cubicBezTo>
                    <a:pt x="233" y="8"/>
                    <a:pt x="213" y="0"/>
                    <a:pt x="1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24"/>
            <p:cNvSpPr/>
            <p:nvPr/>
          </p:nvSpPr>
          <p:spPr>
            <a:xfrm>
              <a:off x="5242700" y="1154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24"/>
            <p:cNvSpPr/>
            <p:nvPr/>
          </p:nvSpPr>
          <p:spPr>
            <a:xfrm>
              <a:off x="4947750" y="1155425"/>
              <a:ext cx="6850" cy="4400"/>
            </a:xfrm>
            <a:custGeom>
              <a:avLst/>
              <a:gdLst/>
              <a:ahLst/>
              <a:cxnLst/>
              <a:rect l="l" t="t" r="r" b="b"/>
              <a:pathLst>
                <a:path w="274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5" y="151"/>
                    <a:pt x="133" y="161"/>
                    <a:pt x="162" y="171"/>
                  </a:cubicBezTo>
                  <a:cubicBezTo>
                    <a:pt x="170" y="175"/>
                    <a:pt x="178" y="176"/>
                    <a:pt x="186" y="176"/>
                  </a:cubicBezTo>
                  <a:cubicBezTo>
                    <a:pt x="252" y="176"/>
                    <a:pt x="273" y="65"/>
                    <a:pt x="199" y="38"/>
                  </a:cubicBezTo>
                  <a:cubicBezTo>
                    <a:pt x="171" y="27"/>
                    <a:pt x="141" y="17"/>
                    <a:pt x="112" y="6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24"/>
            <p:cNvSpPr/>
            <p:nvPr/>
          </p:nvSpPr>
          <p:spPr>
            <a:xfrm>
              <a:off x="6030750" y="11556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24"/>
            <p:cNvSpPr/>
            <p:nvPr/>
          </p:nvSpPr>
          <p:spPr>
            <a:xfrm>
              <a:off x="6082125" y="1156450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02" y="0"/>
                  </a:moveTo>
                  <a:cubicBezTo>
                    <a:pt x="49" y="0"/>
                    <a:pt x="1" y="69"/>
                    <a:pt x="50" y="119"/>
                  </a:cubicBezTo>
                  <a:lnTo>
                    <a:pt x="80" y="148"/>
                  </a:lnTo>
                  <a:cubicBezTo>
                    <a:pt x="94" y="163"/>
                    <a:pt x="111" y="169"/>
                    <a:pt x="126" y="169"/>
                  </a:cubicBezTo>
                  <a:cubicBezTo>
                    <a:pt x="180" y="169"/>
                    <a:pt x="227" y="99"/>
                    <a:pt x="178" y="50"/>
                  </a:cubicBezTo>
                  <a:lnTo>
                    <a:pt x="148" y="21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24"/>
            <p:cNvSpPr/>
            <p:nvPr/>
          </p:nvSpPr>
          <p:spPr>
            <a:xfrm>
              <a:off x="5700600" y="1156950"/>
              <a:ext cx="6550" cy="4850"/>
            </a:xfrm>
            <a:custGeom>
              <a:avLst/>
              <a:gdLst/>
              <a:ahLst/>
              <a:cxnLst/>
              <a:rect l="l" t="t" r="r" b="b"/>
              <a:pathLst>
                <a:path w="262" h="194" extrusionOk="0">
                  <a:moveTo>
                    <a:pt x="103" y="0"/>
                  </a:moveTo>
                  <a:cubicBezTo>
                    <a:pt x="49" y="0"/>
                    <a:pt x="0" y="69"/>
                    <a:pt x="50" y="118"/>
                  </a:cubicBezTo>
                  <a:cubicBezTo>
                    <a:pt x="71" y="137"/>
                    <a:pt x="90" y="156"/>
                    <a:pt x="111" y="175"/>
                  </a:cubicBezTo>
                  <a:cubicBezTo>
                    <a:pt x="126" y="188"/>
                    <a:pt x="142" y="194"/>
                    <a:pt x="158" y="194"/>
                  </a:cubicBezTo>
                  <a:cubicBezTo>
                    <a:pt x="213" y="194"/>
                    <a:pt x="261" y="124"/>
                    <a:pt x="210" y="76"/>
                  </a:cubicBezTo>
                  <a:cubicBezTo>
                    <a:pt x="189" y="58"/>
                    <a:pt x="169" y="39"/>
                    <a:pt x="148" y="19"/>
                  </a:cubicBezTo>
                  <a:cubicBezTo>
                    <a:pt x="134" y="6"/>
                    <a:pt x="118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24"/>
            <p:cNvSpPr/>
            <p:nvPr/>
          </p:nvSpPr>
          <p:spPr>
            <a:xfrm>
              <a:off x="5338600" y="11574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24"/>
            <p:cNvSpPr/>
            <p:nvPr/>
          </p:nvSpPr>
          <p:spPr>
            <a:xfrm>
              <a:off x="4932375" y="11577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24"/>
            <p:cNvSpPr/>
            <p:nvPr/>
          </p:nvSpPr>
          <p:spPr>
            <a:xfrm>
              <a:off x="5274000" y="1157975"/>
              <a:ext cx="7100" cy="572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83" y="1"/>
                  </a:moveTo>
                  <a:cubicBezTo>
                    <a:pt x="167" y="1"/>
                    <a:pt x="151" y="7"/>
                    <a:pt x="137" y="22"/>
                  </a:cubicBezTo>
                  <a:lnTo>
                    <a:pt x="48" y="110"/>
                  </a:lnTo>
                  <a:cubicBezTo>
                    <a:pt x="0" y="159"/>
                    <a:pt x="48" y="229"/>
                    <a:pt x="101" y="229"/>
                  </a:cubicBezTo>
                  <a:cubicBezTo>
                    <a:pt x="116" y="229"/>
                    <a:pt x="133" y="223"/>
                    <a:pt x="147" y="208"/>
                  </a:cubicBezTo>
                  <a:lnTo>
                    <a:pt x="235" y="120"/>
                  </a:lnTo>
                  <a:cubicBezTo>
                    <a:pt x="284" y="71"/>
                    <a:pt x="23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24"/>
            <p:cNvSpPr/>
            <p:nvPr/>
          </p:nvSpPr>
          <p:spPr>
            <a:xfrm>
              <a:off x="5469125" y="11583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1" y="0"/>
                  </a:moveTo>
                  <a:cubicBezTo>
                    <a:pt x="60" y="0"/>
                    <a:pt x="0" y="138"/>
                    <a:pt x="97" y="196"/>
                  </a:cubicBezTo>
                  <a:cubicBezTo>
                    <a:pt x="147" y="226"/>
                    <a:pt x="194" y="256"/>
                    <a:pt x="243" y="284"/>
                  </a:cubicBezTo>
                  <a:cubicBezTo>
                    <a:pt x="262" y="296"/>
                    <a:pt x="280" y="300"/>
                    <a:pt x="297" y="300"/>
                  </a:cubicBezTo>
                  <a:cubicBezTo>
                    <a:pt x="387" y="300"/>
                    <a:pt x="446" y="163"/>
                    <a:pt x="350" y="104"/>
                  </a:cubicBezTo>
                  <a:cubicBezTo>
                    <a:pt x="300" y="75"/>
                    <a:pt x="252" y="45"/>
                    <a:pt x="204" y="16"/>
                  </a:cubicBezTo>
                  <a:cubicBezTo>
                    <a:pt x="186" y="5"/>
                    <a:pt x="168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24"/>
            <p:cNvSpPr/>
            <p:nvPr/>
          </p:nvSpPr>
          <p:spPr>
            <a:xfrm>
              <a:off x="5211600" y="11593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1" y="0"/>
                  </a:moveTo>
                  <a:cubicBezTo>
                    <a:pt x="203" y="0"/>
                    <a:pt x="185" y="8"/>
                    <a:pt x="170" y="21"/>
                  </a:cubicBezTo>
                  <a:cubicBezTo>
                    <a:pt x="160" y="28"/>
                    <a:pt x="148" y="31"/>
                    <a:pt x="135" y="31"/>
                  </a:cubicBezTo>
                  <a:cubicBezTo>
                    <a:pt x="130" y="31"/>
                    <a:pt x="124" y="31"/>
                    <a:pt x="119" y="30"/>
                  </a:cubicBezTo>
                  <a:cubicBezTo>
                    <a:pt x="113" y="28"/>
                    <a:pt x="107" y="28"/>
                    <a:pt x="101" y="28"/>
                  </a:cubicBezTo>
                  <a:cubicBezTo>
                    <a:pt x="27" y="28"/>
                    <a:pt x="1" y="145"/>
                    <a:pt x="82" y="162"/>
                  </a:cubicBezTo>
                  <a:cubicBezTo>
                    <a:pt x="100" y="167"/>
                    <a:pt x="117" y="169"/>
                    <a:pt x="134" y="169"/>
                  </a:cubicBezTo>
                  <a:cubicBezTo>
                    <a:pt x="183" y="169"/>
                    <a:pt x="227" y="151"/>
                    <a:pt x="268" y="119"/>
                  </a:cubicBezTo>
                  <a:cubicBezTo>
                    <a:pt x="296" y="95"/>
                    <a:pt x="292" y="45"/>
                    <a:pt x="268" y="21"/>
                  </a:cubicBezTo>
                  <a:cubicBezTo>
                    <a:pt x="254" y="7"/>
                    <a:pt x="238" y="0"/>
                    <a:pt x="2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24"/>
            <p:cNvSpPr/>
            <p:nvPr/>
          </p:nvSpPr>
          <p:spPr>
            <a:xfrm>
              <a:off x="5113575" y="115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24"/>
            <p:cNvSpPr/>
            <p:nvPr/>
          </p:nvSpPr>
          <p:spPr>
            <a:xfrm>
              <a:off x="5739200" y="1159900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1"/>
                  </a:moveTo>
                  <a:cubicBezTo>
                    <a:pt x="70" y="1"/>
                    <a:pt x="59" y="3"/>
                    <a:pt x="48" y="10"/>
                  </a:cubicBezTo>
                  <a:cubicBezTo>
                    <a:pt x="18" y="28"/>
                    <a:pt x="0" y="75"/>
                    <a:pt x="23" y="105"/>
                  </a:cubicBezTo>
                  <a:cubicBezTo>
                    <a:pt x="53" y="144"/>
                    <a:pt x="81" y="184"/>
                    <a:pt x="111" y="222"/>
                  </a:cubicBezTo>
                  <a:cubicBezTo>
                    <a:pt x="126" y="243"/>
                    <a:pt x="148" y="257"/>
                    <a:pt x="172" y="257"/>
                  </a:cubicBezTo>
                  <a:cubicBezTo>
                    <a:pt x="183" y="257"/>
                    <a:pt x="194" y="254"/>
                    <a:pt x="205" y="247"/>
                  </a:cubicBezTo>
                  <a:cubicBezTo>
                    <a:pt x="235" y="231"/>
                    <a:pt x="254" y="184"/>
                    <a:pt x="230" y="153"/>
                  </a:cubicBezTo>
                  <a:cubicBezTo>
                    <a:pt x="200" y="114"/>
                    <a:pt x="172" y="74"/>
                    <a:pt x="142" y="35"/>
                  </a:cubicBezTo>
                  <a:cubicBezTo>
                    <a:pt x="127" y="14"/>
                    <a:pt x="105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24"/>
            <p:cNvSpPr/>
            <p:nvPr/>
          </p:nvSpPr>
          <p:spPr>
            <a:xfrm>
              <a:off x="5802325" y="115990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2"/>
                    <a:pt x="48" y="142"/>
                  </a:cubicBezTo>
                  <a:cubicBezTo>
                    <a:pt x="0" y="222"/>
                    <a:pt x="72" y="296"/>
                    <a:pt x="144" y="296"/>
                  </a:cubicBezTo>
                  <a:cubicBezTo>
                    <a:pt x="175" y="296"/>
                    <a:pt x="207" y="282"/>
                    <a:pt x="228" y="247"/>
                  </a:cubicBezTo>
                  <a:cubicBezTo>
                    <a:pt x="246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24"/>
            <p:cNvSpPr/>
            <p:nvPr/>
          </p:nvSpPr>
          <p:spPr>
            <a:xfrm>
              <a:off x="5658850" y="1160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24"/>
            <p:cNvSpPr/>
            <p:nvPr/>
          </p:nvSpPr>
          <p:spPr>
            <a:xfrm>
              <a:off x="5491175" y="1160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24"/>
            <p:cNvSpPr/>
            <p:nvPr/>
          </p:nvSpPr>
          <p:spPr>
            <a:xfrm>
              <a:off x="5072650" y="11610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5" y="0"/>
                  </a:moveTo>
                  <a:cubicBezTo>
                    <a:pt x="108" y="0"/>
                    <a:pt x="72" y="17"/>
                    <a:pt x="55" y="51"/>
                  </a:cubicBezTo>
                  <a:cubicBezTo>
                    <a:pt x="45" y="71"/>
                    <a:pt x="35" y="90"/>
                    <a:pt x="25" y="109"/>
                  </a:cubicBezTo>
                  <a:cubicBezTo>
                    <a:pt x="0" y="159"/>
                    <a:pt x="12" y="222"/>
                    <a:pt x="62" y="252"/>
                  </a:cubicBezTo>
                  <a:cubicBezTo>
                    <a:pt x="78" y="261"/>
                    <a:pt x="96" y="265"/>
                    <a:pt x="114" y="265"/>
                  </a:cubicBezTo>
                  <a:cubicBezTo>
                    <a:pt x="151" y="265"/>
                    <a:pt x="188" y="248"/>
                    <a:pt x="205" y="215"/>
                  </a:cubicBezTo>
                  <a:cubicBezTo>
                    <a:pt x="215" y="195"/>
                    <a:pt x="224" y="175"/>
                    <a:pt x="234" y="156"/>
                  </a:cubicBezTo>
                  <a:cubicBezTo>
                    <a:pt x="260" y="106"/>
                    <a:pt x="248" y="44"/>
                    <a:pt x="197" y="14"/>
                  </a:cubicBezTo>
                  <a:cubicBezTo>
                    <a:pt x="181" y="5"/>
                    <a:pt x="163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24"/>
            <p:cNvSpPr/>
            <p:nvPr/>
          </p:nvSpPr>
          <p:spPr>
            <a:xfrm>
              <a:off x="5615850" y="11611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2" y="0"/>
                    <a:pt x="1" y="137"/>
                    <a:pt x="90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lnTo>
                    <a:pt x="90" y="0"/>
                  </a:lnTo>
                  <a:cubicBezTo>
                    <a:pt x="90" y="0"/>
                    <a:pt x="9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24"/>
            <p:cNvSpPr/>
            <p:nvPr/>
          </p:nvSpPr>
          <p:spPr>
            <a:xfrm>
              <a:off x="5626125" y="116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2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24"/>
            <p:cNvSpPr/>
            <p:nvPr/>
          </p:nvSpPr>
          <p:spPr>
            <a:xfrm>
              <a:off x="5563800" y="1162300"/>
              <a:ext cx="11050" cy="8900"/>
            </a:xfrm>
            <a:custGeom>
              <a:avLst/>
              <a:gdLst/>
              <a:ahLst/>
              <a:cxnLst/>
              <a:rect l="l" t="t" r="r" b="b"/>
              <a:pathLst>
                <a:path w="442" h="356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cubicBezTo>
                    <a:pt x="123" y="227"/>
                    <a:pt x="171" y="276"/>
                    <a:pt x="220" y="325"/>
                  </a:cubicBezTo>
                  <a:cubicBezTo>
                    <a:pt x="242" y="347"/>
                    <a:pt x="266" y="356"/>
                    <a:pt x="290" y="356"/>
                  </a:cubicBezTo>
                  <a:cubicBezTo>
                    <a:pt x="369" y="356"/>
                    <a:pt x="441" y="252"/>
                    <a:pt x="367" y="178"/>
                  </a:cubicBezTo>
                  <a:cubicBezTo>
                    <a:pt x="319" y="129"/>
                    <a:pt x="271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24"/>
            <p:cNvSpPr/>
            <p:nvPr/>
          </p:nvSpPr>
          <p:spPr>
            <a:xfrm>
              <a:off x="5596850" y="116320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89"/>
                    <a:pt x="91" y="199"/>
                    <a:pt x="112" y="199"/>
                  </a:cubicBezTo>
                  <a:cubicBezTo>
                    <a:pt x="158" y="199"/>
                    <a:pt x="207" y="149"/>
                    <a:pt x="179" y="95"/>
                  </a:cubicBezTo>
                  <a:cubicBezTo>
                    <a:pt x="169" y="75"/>
                    <a:pt x="159" y="56"/>
                    <a:pt x="149" y="37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24"/>
            <p:cNvSpPr/>
            <p:nvPr/>
          </p:nvSpPr>
          <p:spPr>
            <a:xfrm>
              <a:off x="5883425" y="116340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3"/>
                    <a:pt x="17" y="214"/>
                    <a:pt x="35" y="214"/>
                  </a:cubicBezTo>
                  <a:cubicBezTo>
                    <a:pt x="52" y="214"/>
                    <a:pt x="70" y="203"/>
                    <a:pt x="71" y="181"/>
                  </a:cubicBezTo>
                  <a:lnTo>
                    <a:pt x="71" y="35"/>
                  </a:lnTo>
                  <a:cubicBezTo>
                    <a:pt x="71" y="12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24"/>
            <p:cNvSpPr/>
            <p:nvPr/>
          </p:nvSpPr>
          <p:spPr>
            <a:xfrm>
              <a:off x="5421475" y="1164850"/>
              <a:ext cx="9600" cy="7425"/>
            </a:xfrm>
            <a:custGeom>
              <a:avLst/>
              <a:gdLst/>
              <a:ahLst/>
              <a:cxnLst/>
              <a:rect l="l" t="t" r="r" b="b"/>
              <a:pathLst>
                <a:path w="384" h="297" extrusionOk="0">
                  <a:moveTo>
                    <a:pt x="152" y="0"/>
                  </a:moveTo>
                  <a:cubicBezTo>
                    <a:pt x="72" y="0"/>
                    <a:pt x="1" y="104"/>
                    <a:pt x="75" y="178"/>
                  </a:cubicBezTo>
                  <a:lnTo>
                    <a:pt x="163" y="266"/>
                  </a:lnTo>
                  <a:cubicBezTo>
                    <a:pt x="184" y="287"/>
                    <a:pt x="209" y="296"/>
                    <a:pt x="232" y="296"/>
                  </a:cubicBezTo>
                  <a:cubicBezTo>
                    <a:pt x="312" y="296"/>
                    <a:pt x="384" y="193"/>
                    <a:pt x="310" y="120"/>
                  </a:cubicBezTo>
                  <a:lnTo>
                    <a:pt x="222" y="32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24"/>
            <p:cNvSpPr/>
            <p:nvPr/>
          </p:nvSpPr>
          <p:spPr>
            <a:xfrm>
              <a:off x="5042325" y="11667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1"/>
                  </a:moveTo>
                  <a:cubicBezTo>
                    <a:pt x="89" y="1"/>
                    <a:pt x="50" y="22"/>
                    <a:pt x="32" y="53"/>
                  </a:cubicBezTo>
                  <a:cubicBezTo>
                    <a:pt x="1" y="107"/>
                    <a:pt x="25" y="162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1" y="277"/>
                    <a:pt x="328" y="247"/>
                  </a:cubicBezTo>
                  <a:cubicBezTo>
                    <a:pt x="359" y="193"/>
                    <a:pt x="337" y="138"/>
                    <a:pt x="291" y="104"/>
                  </a:cubicBezTo>
                  <a:cubicBezTo>
                    <a:pt x="253" y="74"/>
                    <a:pt x="213" y="46"/>
                    <a:pt x="175" y="16"/>
                  </a:cubicBezTo>
                  <a:cubicBezTo>
                    <a:pt x="161" y="5"/>
                    <a:pt x="144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24"/>
            <p:cNvSpPr/>
            <p:nvPr/>
          </p:nvSpPr>
          <p:spPr>
            <a:xfrm>
              <a:off x="5148025" y="11671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24"/>
            <p:cNvSpPr/>
            <p:nvPr/>
          </p:nvSpPr>
          <p:spPr>
            <a:xfrm>
              <a:off x="5861275" y="11683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24"/>
            <p:cNvSpPr/>
            <p:nvPr/>
          </p:nvSpPr>
          <p:spPr>
            <a:xfrm>
              <a:off x="5948300" y="1168625"/>
              <a:ext cx="5375" cy="7100"/>
            </a:xfrm>
            <a:custGeom>
              <a:avLst/>
              <a:gdLst/>
              <a:ahLst/>
              <a:cxnLst/>
              <a:rect l="l" t="t" r="r" b="b"/>
              <a:pathLst>
                <a:path w="215" h="284" extrusionOk="0">
                  <a:moveTo>
                    <a:pt x="77" y="0"/>
                  </a:moveTo>
                  <a:cubicBezTo>
                    <a:pt x="64" y="0"/>
                    <a:pt x="51" y="4"/>
                    <a:pt x="41" y="10"/>
                  </a:cubicBezTo>
                  <a:cubicBezTo>
                    <a:pt x="6" y="31"/>
                    <a:pt x="0" y="70"/>
                    <a:pt x="16" y="104"/>
                  </a:cubicBezTo>
                  <a:cubicBezTo>
                    <a:pt x="37" y="152"/>
                    <a:pt x="57" y="202"/>
                    <a:pt x="80" y="249"/>
                  </a:cubicBezTo>
                  <a:cubicBezTo>
                    <a:pt x="90" y="273"/>
                    <a:pt x="115" y="284"/>
                    <a:pt x="139" y="284"/>
                  </a:cubicBezTo>
                  <a:cubicBezTo>
                    <a:pt x="151" y="284"/>
                    <a:pt x="164" y="280"/>
                    <a:pt x="175" y="274"/>
                  </a:cubicBezTo>
                  <a:cubicBezTo>
                    <a:pt x="210" y="254"/>
                    <a:pt x="215" y="213"/>
                    <a:pt x="199" y="179"/>
                  </a:cubicBezTo>
                  <a:cubicBezTo>
                    <a:pt x="179" y="131"/>
                    <a:pt x="157" y="83"/>
                    <a:pt x="135" y="34"/>
                  </a:cubicBezTo>
                  <a:cubicBezTo>
                    <a:pt x="125" y="12"/>
                    <a:pt x="101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24"/>
            <p:cNvSpPr/>
            <p:nvPr/>
          </p:nvSpPr>
          <p:spPr>
            <a:xfrm>
              <a:off x="4970500" y="1168900"/>
              <a:ext cx="6175" cy="4950"/>
            </a:xfrm>
            <a:custGeom>
              <a:avLst/>
              <a:gdLst/>
              <a:ahLst/>
              <a:cxnLst/>
              <a:rect l="l" t="t" r="r" b="b"/>
              <a:pathLst>
                <a:path w="247" h="198" extrusionOk="0">
                  <a:moveTo>
                    <a:pt x="95" y="0"/>
                  </a:moveTo>
                  <a:cubicBezTo>
                    <a:pt x="48" y="0"/>
                    <a:pt x="1" y="50"/>
                    <a:pt x="30" y="104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5"/>
                    <a:pt x="122" y="197"/>
                    <a:pt x="148" y="197"/>
                  </a:cubicBezTo>
                  <a:lnTo>
                    <a:pt x="185" y="197"/>
                  </a:lnTo>
                  <a:cubicBezTo>
                    <a:pt x="190" y="197"/>
                    <a:pt x="195" y="196"/>
                    <a:pt x="200" y="194"/>
                  </a:cubicBezTo>
                  <a:lnTo>
                    <a:pt x="201" y="194"/>
                  </a:lnTo>
                  <a:cubicBezTo>
                    <a:pt x="202" y="194"/>
                    <a:pt x="204" y="193"/>
                    <a:pt x="204" y="193"/>
                  </a:cubicBezTo>
                  <a:cubicBezTo>
                    <a:pt x="217" y="188"/>
                    <a:pt x="228" y="177"/>
                    <a:pt x="235" y="166"/>
                  </a:cubicBezTo>
                  <a:cubicBezTo>
                    <a:pt x="242" y="155"/>
                    <a:pt x="246" y="141"/>
                    <a:pt x="246" y="129"/>
                  </a:cubicBezTo>
                  <a:cubicBezTo>
                    <a:pt x="246" y="109"/>
                    <a:pt x="240" y="93"/>
                    <a:pt x="228" y="82"/>
                  </a:cubicBezTo>
                  <a:cubicBezTo>
                    <a:pt x="217" y="70"/>
                    <a:pt x="204" y="61"/>
                    <a:pt x="184" y="59"/>
                  </a:cubicBezTo>
                  <a:cubicBezTo>
                    <a:pt x="181" y="59"/>
                    <a:pt x="180" y="58"/>
                    <a:pt x="178" y="58"/>
                  </a:cubicBezTo>
                  <a:cubicBezTo>
                    <a:pt x="164" y="57"/>
                    <a:pt x="155" y="46"/>
                    <a:pt x="150" y="35"/>
                  </a:cubicBezTo>
                  <a:cubicBezTo>
                    <a:pt x="137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24"/>
            <p:cNvSpPr/>
            <p:nvPr/>
          </p:nvSpPr>
          <p:spPr>
            <a:xfrm>
              <a:off x="5778700" y="11694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3"/>
                  </a:cubicBezTo>
                  <a:cubicBezTo>
                    <a:pt x="12" y="42"/>
                    <a:pt x="0" y="105"/>
                    <a:pt x="26" y="155"/>
                  </a:cubicBezTo>
                  <a:cubicBezTo>
                    <a:pt x="36" y="175"/>
                    <a:pt x="45" y="195"/>
                    <a:pt x="55" y="213"/>
                  </a:cubicBezTo>
                  <a:cubicBezTo>
                    <a:pt x="72" y="247"/>
                    <a:pt x="109" y="265"/>
                    <a:pt x="146" y="265"/>
                  </a:cubicBezTo>
                  <a:cubicBezTo>
                    <a:pt x="164" y="265"/>
                    <a:pt x="183" y="261"/>
                    <a:pt x="198" y="252"/>
                  </a:cubicBezTo>
                  <a:cubicBezTo>
                    <a:pt x="250" y="222"/>
                    <a:pt x="261" y="160"/>
                    <a:pt x="235" y="109"/>
                  </a:cubicBezTo>
                  <a:cubicBezTo>
                    <a:pt x="225" y="89"/>
                    <a:pt x="216" y="70"/>
                    <a:pt x="205" y="51"/>
                  </a:cubicBezTo>
                  <a:cubicBezTo>
                    <a:pt x="189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24"/>
            <p:cNvSpPr/>
            <p:nvPr/>
          </p:nvSpPr>
          <p:spPr>
            <a:xfrm>
              <a:off x="5448350" y="11709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1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24"/>
            <p:cNvSpPr/>
            <p:nvPr/>
          </p:nvSpPr>
          <p:spPr>
            <a:xfrm>
              <a:off x="5003475" y="11712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24"/>
            <p:cNvSpPr/>
            <p:nvPr/>
          </p:nvSpPr>
          <p:spPr>
            <a:xfrm>
              <a:off x="5161300" y="117215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6" y="1"/>
                  </a:moveTo>
                  <a:cubicBezTo>
                    <a:pt x="81" y="1"/>
                    <a:pt x="47" y="17"/>
                    <a:pt x="28" y="52"/>
                  </a:cubicBezTo>
                  <a:cubicBezTo>
                    <a:pt x="1" y="98"/>
                    <a:pt x="14" y="168"/>
                    <a:pt x="65" y="193"/>
                  </a:cubicBezTo>
                  <a:cubicBezTo>
                    <a:pt x="85" y="204"/>
                    <a:pt x="104" y="213"/>
                    <a:pt x="123" y="223"/>
                  </a:cubicBezTo>
                  <a:cubicBezTo>
                    <a:pt x="140" y="232"/>
                    <a:pt x="159" y="237"/>
                    <a:pt x="177" y="237"/>
                  </a:cubicBezTo>
                  <a:cubicBezTo>
                    <a:pt x="213" y="237"/>
                    <a:pt x="246" y="220"/>
                    <a:pt x="266" y="186"/>
                  </a:cubicBezTo>
                  <a:cubicBezTo>
                    <a:pt x="293" y="140"/>
                    <a:pt x="278" y="69"/>
                    <a:pt x="229" y="43"/>
                  </a:cubicBezTo>
                  <a:cubicBezTo>
                    <a:pt x="209" y="33"/>
                    <a:pt x="189" y="25"/>
                    <a:pt x="170" y="14"/>
                  </a:cubicBezTo>
                  <a:cubicBezTo>
                    <a:pt x="153" y="5"/>
                    <a:pt x="134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24"/>
            <p:cNvSpPr/>
            <p:nvPr/>
          </p:nvSpPr>
          <p:spPr>
            <a:xfrm>
              <a:off x="5321200" y="1174200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4" y="1"/>
                  </a:moveTo>
                  <a:cubicBezTo>
                    <a:pt x="176" y="1"/>
                    <a:pt x="159" y="7"/>
                    <a:pt x="148" y="21"/>
                  </a:cubicBezTo>
                  <a:cubicBezTo>
                    <a:pt x="108" y="70"/>
                    <a:pt x="68" y="119"/>
                    <a:pt x="30" y="167"/>
                  </a:cubicBezTo>
                  <a:cubicBezTo>
                    <a:pt x="6" y="197"/>
                    <a:pt x="1" y="238"/>
                    <a:pt x="30" y="266"/>
                  </a:cubicBezTo>
                  <a:cubicBezTo>
                    <a:pt x="43" y="279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6"/>
                  </a:cubicBezTo>
                  <a:cubicBezTo>
                    <a:pt x="166" y="217"/>
                    <a:pt x="207" y="168"/>
                    <a:pt x="246" y="120"/>
                  </a:cubicBezTo>
                  <a:cubicBezTo>
                    <a:pt x="268" y="91"/>
                    <a:pt x="274" y="49"/>
                    <a:pt x="246" y="21"/>
                  </a:cubicBezTo>
                  <a:cubicBezTo>
                    <a:pt x="233" y="8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24"/>
            <p:cNvSpPr/>
            <p:nvPr/>
          </p:nvSpPr>
          <p:spPr>
            <a:xfrm>
              <a:off x="5673050" y="11744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8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24"/>
            <p:cNvSpPr/>
            <p:nvPr/>
          </p:nvSpPr>
          <p:spPr>
            <a:xfrm>
              <a:off x="4919025" y="1174625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4" y="160"/>
                    <a:pt x="163" y="170"/>
                  </a:cubicBezTo>
                  <a:cubicBezTo>
                    <a:pt x="171" y="173"/>
                    <a:pt x="179" y="175"/>
                    <a:pt x="187" y="175"/>
                  </a:cubicBezTo>
                  <a:cubicBezTo>
                    <a:pt x="252" y="175"/>
                    <a:pt x="275" y="63"/>
                    <a:pt x="199" y="36"/>
                  </a:cubicBezTo>
                  <a:cubicBezTo>
                    <a:pt x="171" y="26"/>
                    <a:pt x="141" y="16"/>
                    <a:pt x="113" y="5"/>
                  </a:cubicBezTo>
                  <a:cubicBezTo>
                    <a:pt x="105" y="2"/>
                    <a:pt x="97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24"/>
            <p:cNvSpPr/>
            <p:nvPr/>
          </p:nvSpPr>
          <p:spPr>
            <a:xfrm>
              <a:off x="5912100" y="11749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2" y="1"/>
                  </a:moveTo>
                  <a:cubicBezTo>
                    <a:pt x="86" y="1"/>
                    <a:pt x="48" y="21"/>
                    <a:pt x="29" y="52"/>
                  </a:cubicBezTo>
                  <a:cubicBezTo>
                    <a:pt x="0" y="103"/>
                    <a:pt x="21" y="164"/>
                    <a:pt x="67" y="195"/>
                  </a:cubicBezTo>
                  <a:cubicBezTo>
                    <a:pt x="96" y="215"/>
                    <a:pt x="125" y="234"/>
                    <a:pt x="154" y="253"/>
                  </a:cubicBezTo>
                  <a:cubicBezTo>
                    <a:pt x="170" y="263"/>
                    <a:pt x="187" y="268"/>
                    <a:pt x="205" y="268"/>
                  </a:cubicBezTo>
                  <a:cubicBezTo>
                    <a:pt x="242" y="268"/>
                    <a:pt x="279" y="248"/>
                    <a:pt x="297" y="216"/>
                  </a:cubicBezTo>
                  <a:cubicBezTo>
                    <a:pt x="327" y="165"/>
                    <a:pt x="308" y="104"/>
                    <a:pt x="260" y="73"/>
                  </a:cubicBezTo>
                  <a:cubicBezTo>
                    <a:pt x="230" y="54"/>
                    <a:pt x="202" y="35"/>
                    <a:pt x="172" y="15"/>
                  </a:cubicBezTo>
                  <a:cubicBezTo>
                    <a:pt x="157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24"/>
            <p:cNvSpPr/>
            <p:nvPr/>
          </p:nvSpPr>
          <p:spPr>
            <a:xfrm>
              <a:off x="5378100" y="117497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0"/>
                  </a:moveTo>
                  <a:cubicBezTo>
                    <a:pt x="22" y="0"/>
                    <a:pt x="0" y="110"/>
                    <a:pt x="75" y="137"/>
                  </a:cubicBezTo>
                  <a:cubicBezTo>
                    <a:pt x="104" y="148"/>
                    <a:pt x="133" y="158"/>
                    <a:pt x="163" y="171"/>
                  </a:cubicBezTo>
                  <a:cubicBezTo>
                    <a:pt x="171" y="174"/>
                    <a:pt x="179" y="175"/>
                    <a:pt x="187" y="175"/>
                  </a:cubicBezTo>
                  <a:cubicBezTo>
                    <a:pt x="253" y="175"/>
                    <a:pt x="274" y="64"/>
                    <a:pt x="200" y="37"/>
                  </a:cubicBezTo>
                  <a:cubicBezTo>
                    <a:pt x="172" y="27"/>
                    <a:pt x="142" y="16"/>
                    <a:pt x="113" y="5"/>
                  </a:cubicBezTo>
                  <a:cubicBezTo>
                    <a:pt x="104" y="2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24"/>
            <p:cNvSpPr/>
            <p:nvPr/>
          </p:nvSpPr>
          <p:spPr>
            <a:xfrm>
              <a:off x="5992050" y="11766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0"/>
                  </a:moveTo>
                  <a:cubicBezTo>
                    <a:pt x="103" y="0"/>
                    <a:pt x="64" y="32"/>
                    <a:pt x="48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0" y="217"/>
                    <a:pt x="40" y="279"/>
                    <a:pt x="92" y="293"/>
                  </a:cubicBezTo>
                  <a:cubicBezTo>
                    <a:pt x="101" y="296"/>
                    <a:pt x="110" y="297"/>
                    <a:pt x="119" y="297"/>
                  </a:cubicBezTo>
                  <a:cubicBezTo>
                    <a:pt x="165" y="297"/>
                    <a:pt x="204" y="265"/>
                    <a:pt x="219" y="221"/>
                  </a:cubicBezTo>
                  <a:cubicBezTo>
                    <a:pt x="229" y="191"/>
                    <a:pt x="239" y="163"/>
                    <a:pt x="249" y="133"/>
                  </a:cubicBezTo>
                  <a:cubicBezTo>
                    <a:pt x="268" y="80"/>
                    <a:pt x="228" y="20"/>
                    <a:pt x="177" y="4"/>
                  </a:cubicBezTo>
                  <a:cubicBezTo>
                    <a:pt x="167" y="2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24"/>
            <p:cNvSpPr/>
            <p:nvPr/>
          </p:nvSpPr>
          <p:spPr>
            <a:xfrm>
              <a:off x="5362750" y="11772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24"/>
            <p:cNvSpPr/>
            <p:nvPr/>
          </p:nvSpPr>
          <p:spPr>
            <a:xfrm>
              <a:off x="5704375" y="1177475"/>
              <a:ext cx="7100" cy="5700"/>
            </a:xfrm>
            <a:custGeom>
              <a:avLst/>
              <a:gdLst/>
              <a:ahLst/>
              <a:cxnLst/>
              <a:rect l="l" t="t" r="r" b="b"/>
              <a:pathLst>
                <a:path w="284" h="228" extrusionOk="0">
                  <a:moveTo>
                    <a:pt x="184" y="0"/>
                  </a:moveTo>
                  <a:cubicBezTo>
                    <a:pt x="168" y="0"/>
                    <a:pt x="152" y="7"/>
                    <a:pt x="137" y="21"/>
                  </a:cubicBezTo>
                  <a:lnTo>
                    <a:pt x="49" y="109"/>
                  </a:lnTo>
                  <a:cubicBezTo>
                    <a:pt x="0" y="158"/>
                    <a:pt x="48" y="228"/>
                    <a:pt x="102" y="228"/>
                  </a:cubicBezTo>
                  <a:cubicBezTo>
                    <a:pt x="117" y="228"/>
                    <a:pt x="133" y="222"/>
                    <a:pt x="148" y="207"/>
                  </a:cubicBezTo>
                  <a:lnTo>
                    <a:pt x="236" y="119"/>
                  </a:lnTo>
                  <a:cubicBezTo>
                    <a:pt x="284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24"/>
            <p:cNvSpPr/>
            <p:nvPr/>
          </p:nvSpPr>
          <p:spPr>
            <a:xfrm>
              <a:off x="5641975" y="1178775"/>
              <a:ext cx="7375" cy="4275"/>
            </a:xfrm>
            <a:custGeom>
              <a:avLst/>
              <a:gdLst/>
              <a:ahLst/>
              <a:cxnLst/>
              <a:rect l="l" t="t" r="r" b="b"/>
              <a:pathLst>
                <a:path w="295" h="171" extrusionOk="0">
                  <a:moveTo>
                    <a:pt x="219" y="1"/>
                  </a:moveTo>
                  <a:cubicBezTo>
                    <a:pt x="201" y="1"/>
                    <a:pt x="183" y="8"/>
                    <a:pt x="167" y="21"/>
                  </a:cubicBezTo>
                  <a:cubicBezTo>
                    <a:pt x="159" y="30"/>
                    <a:pt x="147" y="33"/>
                    <a:pt x="136" y="33"/>
                  </a:cubicBezTo>
                  <a:cubicBezTo>
                    <a:pt x="130" y="33"/>
                    <a:pt x="124" y="32"/>
                    <a:pt x="119" y="31"/>
                  </a:cubicBezTo>
                  <a:cubicBezTo>
                    <a:pt x="113" y="30"/>
                    <a:pt x="107" y="29"/>
                    <a:pt x="101" y="29"/>
                  </a:cubicBezTo>
                  <a:cubicBezTo>
                    <a:pt x="27" y="29"/>
                    <a:pt x="1" y="146"/>
                    <a:pt x="81" y="165"/>
                  </a:cubicBezTo>
                  <a:cubicBezTo>
                    <a:pt x="99" y="169"/>
                    <a:pt x="116" y="171"/>
                    <a:pt x="132" y="171"/>
                  </a:cubicBezTo>
                  <a:cubicBezTo>
                    <a:pt x="181" y="171"/>
                    <a:pt x="226" y="153"/>
                    <a:pt x="266" y="119"/>
                  </a:cubicBezTo>
                  <a:cubicBezTo>
                    <a:pt x="295" y="96"/>
                    <a:pt x="291" y="46"/>
                    <a:pt x="266" y="21"/>
                  </a:cubicBezTo>
                  <a:cubicBezTo>
                    <a:pt x="252" y="7"/>
                    <a:pt x="236" y="1"/>
                    <a:pt x="2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24"/>
            <p:cNvSpPr/>
            <p:nvPr/>
          </p:nvSpPr>
          <p:spPr>
            <a:xfrm>
              <a:off x="5116150" y="11789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40" y="49"/>
                  </a:cubicBezTo>
                  <a:cubicBezTo>
                    <a:pt x="15" y="141"/>
                    <a:pt x="2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1"/>
                  </a:cubicBezTo>
                  <a:cubicBezTo>
                    <a:pt x="141" y="248"/>
                    <a:pt x="151" y="167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24"/>
            <p:cNvSpPr/>
            <p:nvPr/>
          </p:nvSpPr>
          <p:spPr>
            <a:xfrm>
              <a:off x="5543900" y="1179250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1" y="1"/>
                  </a:moveTo>
                  <a:cubicBezTo>
                    <a:pt x="2" y="1"/>
                    <a:pt x="1" y="139"/>
                    <a:pt x="91" y="139"/>
                  </a:cubicBezTo>
                  <a:cubicBezTo>
                    <a:pt x="181" y="139"/>
                    <a:pt x="181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24"/>
            <p:cNvSpPr/>
            <p:nvPr/>
          </p:nvSpPr>
          <p:spPr>
            <a:xfrm>
              <a:off x="5822350" y="1180000"/>
              <a:ext cx="3525" cy="4125"/>
            </a:xfrm>
            <a:custGeom>
              <a:avLst/>
              <a:gdLst/>
              <a:ahLst/>
              <a:cxnLst/>
              <a:rect l="l" t="t" r="r" b="b"/>
              <a:pathLst>
                <a:path w="141" h="165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24"/>
            <p:cNvSpPr/>
            <p:nvPr/>
          </p:nvSpPr>
          <p:spPr>
            <a:xfrm>
              <a:off x="5855300" y="1180350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2"/>
                    <a:pt x="69" y="31"/>
                  </a:cubicBezTo>
                  <a:cubicBezTo>
                    <a:pt x="0" y="65"/>
                    <a:pt x="44" y="160"/>
                    <a:pt x="109" y="160"/>
                  </a:cubicBezTo>
                  <a:cubicBezTo>
                    <a:pt x="119" y="160"/>
                    <a:pt x="129" y="157"/>
                    <a:pt x="140" y="152"/>
                  </a:cubicBezTo>
                  <a:cubicBezTo>
                    <a:pt x="158" y="144"/>
                    <a:pt x="176" y="140"/>
                    <a:pt x="194" y="140"/>
                  </a:cubicBezTo>
                  <a:cubicBezTo>
                    <a:pt x="216" y="140"/>
                    <a:pt x="238" y="145"/>
                    <a:pt x="260" y="155"/>
                  </a:cubicBezTo>
                  <a:cubicBezTo>
                    <a:pt x="266" y="157"/>
                    <a:pt x="272" y="158"/>
                    <a:pt x="278" y="158"/>
                  </a:cubicBezTo>
                  <a:cubicBezTo>
                    <a:pt x="308" y="158"/>
                    <a:pt x="338" y="133"/>
                    <a:pt x="346" y="106"/>
                  </a:cubicBezTo>
                  <a:cubicBezTo>
                    <a:pt x="357" y="65"/>
                    <a:pt x="332" y="34"/>
                    <a:pt x="298" y="20"/>
                  </a:cubicBezTo>
                  <a:cubicBezTo>
                    <a:pt x="266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24"/>
            <p:cNvSpPr/>
            <p:nvPr/>
          </p:nvSpPr>
          <p:spPr>
            <a:xfrm>
              <a:off x="5502975" y="1180525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1"/>
                    <a:pt x="37" y="91"/>
                    <a:pt x="27" y="110"/>
                  </a:cubicBezTo>
                  <a:cubicBezTo>
                    <a:pt x="1" y="161"/>
                    <a:pt x="13" y="223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5" y="195"/>
                    <a:pt x="226" y="177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24"/>
            <p:cNvSpPr/>
            <p:nvPr/>
          </p:nvSpPr>
          <p:spPr>
            <a:xfrm>
              <a:off x="6081550" y="11806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48" y="139"/>
                  </a:lnTo>
                  <a:cubicBezTo>
                    <a:pt x="237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24"/>
            <p:cNvSpPr/>
            <p:nvPr/>
          </p:nvSpPr>
          <p:spPr>
            <a:xfrm>
              <a:off x="5749625" y="1182000"/>
              <a:ext cx="5750" cy="5625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77" y="1"/>
                  </a:moveTo>
                  <a:cubicBezTo>
                    <a:pt x="43" y="1"/>
                    <a:pt x="7" y="23"/>
                    <a:pt x="5" y="68"/>
                  </a:cubicBezTo>
                  <a:cubicBezTo>
                    <a:pt x="1" y="140"/>
                    <a:pt x="48" y="200"/>
                    <a:pt x="117" y="221"/>
                  </a:cubicBezTo>
                  <a:cubicBezTo>
                    <a:pt x="124" y="223"/>
                    <a:pt x="131" y="224"/>
                    <a:pt x="138" y="224"/>
                  </a:cubicBezTo>
                  <a:cubicBezTo>
                    <a:pt x="206" y="224"/>
                    <a:pt x="230" y="111"/>
                    <a:pt x="153" y="86"/>
                  </a:cubicBezTo>
                  <a:cubicBezTo>
                    <a:pt x="139" y="82"/>
                    <a:pt x="143" y="77"/>
                    <a:pt x="144" y="68"/>
                  </a:cubicBezTo>
                  <a:cubicBezTo>
                    <a:pt x="146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24"/>
            <p:cNvSpPr/>
            <p:nvPr/>
          </p:nvSpPr>
          <p:spPr>
            <a:xfrm>
              <a:off x="5080125" y="11852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90"/>
                  </a:lnTo>
                  <a:cubicBezTo>
                    <a:pt x="1" y="257"/>
                    <a:pt x="53" y="291"/>
                    <a:pt x="105" y="291"/>
                  </a:cubicBezTo>
                  <a:cubicBezTo>
                    <a:pt x="157" y="291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24"/>
            <p:cNvSpPr/>
            <p:nvPr/>
          </p:nvSpPr>
          <p:spPr>
            <a:xfrm>
              <a:off x="5683200" y="11854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lnTo>
                    <a:pt x="148" y="138"/>
                  </a:lnTo>
                  <a:cubicBezTo>
                    <a:pt x="237" y="138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24"/>
            <p:cNvSpPr/>
            <p:nvPr/>
          </p:nvSpPr>
          <p:spPr>
            <a:xfrm>
              <a:off x="6052675" y="1185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24"/>
            <p:cNvSpPr/>
            <p:nvPr/>
          </p:nvSpPr>
          <p:spPr>
            <a:xfrm>
              <a:off x="5472700" y="1186225"/>
              <a:ext cx="9000" cy="7475"/>
            </a:xfrm>
            <a:custGeom>
              <a:avLst/>
              <a:gdLst/>
              <a:ahLst/>
              <a:cxnLst/>
              <a:rect l="l" t="t" r="r" b="b"/>
              <a:pathLst>
                <a:path w="360" h="299" extrusionOk="0">
                  <a:moveTo>
                    <a:pt x="126" y="0"/>
                  </a:moveTo>
                  <a:cubicBezTo>
                    <a:pt x="88" y="0"/>
                    <a:pt x="49" y="22"/>
                    <a:pt x="32" y="53"/>
                  </a:cubicBezTo>
                  <a:cubicBezTo>
                    <a:pt x="1" y="106"/>
                    <a:pt x="25" y="162"/>
                    <a:pt x="69" y="195"/>
                  </a:cubicBezTo>
                  <a:cubicBezTo>
                    <a:pt x="108" y="225"/>
                    <a:pt x="147" y="254"/>
                    <a:pt x="186" y="283"/>
                  </a:cubicBezTo>
                  <a:cubicBezTo>
                    <a:pt x="201" y="294"/>
                    <a:pt x="218" y="299"/>
                    <a:pt x="235" y="299"/>
                  </a:cubicBezTo>
                  <a:cubicBezTo>
                    <a:pt x="272" y="299"/>
                    <a:pt x="310" y="277"/>
                    <a:pt x="328" y="246"/>
                  </a:cubicBezTo>
                  <a:cubicBezTo>
                    <a:pt x="359" y="193"/>
                    <a:pt x="336" y="137"/>
                    <a:pt x="291" y="104"/>
                  </a:cubicBezTo>
                  <a:cubicBezTo>
                    <a:pt x="252" y="74"/>
                    <a:pt x="213" y="45"/>
                    <a:pt x="175" y="16"/>
                  </a:cubicBezTo>
                  <a:cubicBezTo>
                    <a:pt x="160" y="5"/>
                    <a:pt x="143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24"/>
            <p:cNvSpPr/>
            <p:nvPr/>
          </p:nvSpPr>
          <p:spPr>
            <a:xfrm>
              <a:off x="4872350" y="11862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6"/>
                    <a:pt x="30" y="185"/>
                    <a:pt x="40" y="234"/>
                  </a:cubicBezTo>
                  <a:cubicBezTo>
                    <a:pt x="48" y="269"/>
                    <a:pt x="74" y="284"/>
                    <a:pt x="101" y="284"/>
                  </a:cubicBezTo>
                  <a:cubicBezTo>
                    <a:pt x="142" y="284"/>
                    <a:pt x="185" y="250"/>
                    <a:pt x="174" y="197"/>
                  </a:cubicBezTo>
                  <a:cubicBezTo>
                    <a:pt x="164" y="149"/>
                    <a:pt x="153" y="100"/>
                    <a:pt x="144" y="51"/>
                  </a:cubicBezTo>
                  <a:cubicBezTo>
                    <a:pt x="137" y="16"/>
                    <a:pt x="111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24"/>
            <p:cNvSpPr/>
            <p:nvPr/>
          </p:nvSpPr>
          <p:spPr>
            <a:xfrm>
              <a:off x="5578375" y="11866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24"/>
            <p:cNvSpPr/>
            <p:nvPr/>
          </p:nvSpPr>
          <p:spPr>
            <a:xfrm>
              <a:off x="5193475" y="118695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1" y="1"/>
                    <a:pt x="0" y="105"/>
                    <a:pt x="73" y="179"/>
                  </a:cubicBezTo>
                  <a:cubicBezTo>
                    <a:pt x="83" y="189"/>
                    <a:pt x="93" y="199"/>
                    <a:pt x="103" y="208"/>
                  </a:cubicBez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24"/>
            <p:cNvSpPr/>
            <p:nvPr/>
          </p:nvSpPr>
          <p:spPr>
            <a:xfrm>
              <a:off x="5699350" y="1186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24"/>
            <p:cNvSpPr/>
            <p:nvPr/>
          </p:nvSpPr>
          <p:spPr>
            <a:xfrm>
              <a:off x="5655325" y="1187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24"/>
            <p:cNvSpPr/>
            <p:nvPr/>
          </p:nvSpPr>
          <p:spPr>
            <a:xfrm>
              <a:off x="5012275" y="11880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lnTo>
                    <a:pt x="89" y="1"/>
                  </a:lnTo>
                  <a:cubicBezTo>
                    <a:pt x="89" y="1"/>
                    <a:pt x="88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24"/>
            <p:cNvSpPr/>
            <p:nvPr/>
          </p:nvSpPr>
          <p:spPr>
            <a:xfrm>
              <a:off x="5097900" y="1188250"/>
              <a:ext cx="6500" cy="4975"/>
            </a:xfrm>
            <a:custGeom>
              <a:avLst/>
              <a:gdLst/>
              <a:ahLst/>
              <a:cxnLst/>
              <a:rect l="l" t="t" r="r" b="b"/>
              <a:pathLst>
                <a:path w="260" h="199" extrusionOk="0">
                  <a:moveTo>
                    <a:pt x="103" y="1"/>
                  </a:moveTo>
                  <a:cubicBezTo>
                    <a:pt x="48" y="1"/>
                    <a:pt x="1" y="70"/>
                    <a:pt x="51" y="119"/>
                  </a:cubicBezTo>
                  <a:cubicBezTo>
                    <a:pt x="71" y="139"/>
                    <a:pt x="92" y="159"/>
                    <a:pt x="110" y="178"/>
                  </a:cubicBezTo>
                  <a:cubicBezTo>
                    <a:pt x="125" y="192"/>
                    <a:pt x="141" y="198"/>
                    <a:pt x="157" y="198"/>
                  </a:cubicBezTo>
                  <a:cubicBezTo>
                    <a:pt x="212" y="198"/>
                    <a:pt x="259" y="129"/>
                    <a:pt x="209" y="80"/>
                  </a:cubicBezTo>
                  <a:cubicBezTo>
                    <a:pt x="190" y="60"/>
                    <a:pt x="169" y="41"/>
                    <a:pt x="150" y="21"/>
                  </a:cubicBezTo>
                  <a:cubicBezTo>
                    <a:pt x="135" y="7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24"/>
            <p:cNvSpPr/>
            <p:nvPr/>
          </p:nvSpPr>
          <p:spPr>
            <a:xfrm>
              <a:off x="5400875" y="1188400"/>
              <a:ext cx="6200" cy="4975"/>
            </a:xfrm>
            <a:custGeom>
              <a:avLst/>
              <a:gdLst/>
              <a:ahLst/>
              <a:cxnLst/>
              <a:rect l="l" t="t" r="r" b="b"/>
              <a:pathLst>
                <a:path w="248" h="199" extrusionOk="0">
                  <a:moveTo>
                    <a:pt x="95" y="0"/>
                  </a:moveTo>
                  <a:cubicBezTo>
                    <a:pt x="48" y="0"/>
                    <a:pt x="0" y="50"/>
                    <a:pt x="30" y="105"/>
                  </a:cubicBezTo>
                  <a:cubicBezTo>
                    <a:pt x="45" y="134"/>
                    <a:pt x="67" y="155"/>
                    <a:pt x="93" y="170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4" y="196"/>
                    <a:pt x="200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30" y="179"/>
                    <a:pt x="236" y="167"/>
                  </a:cubicBezTo>
                  <a:cubicBezTo>
                    <a:pt x="243" y="155"/>
                    <a:pt x="247" y="142"/>
                    <a:pt x="247" y="129"/>
                  </a:cubicBezTo>
                  <a:cubicBezTo>
                    <a:pt x="247" y="110"/>
                    <a:pt x="241" y="95"/>
                    <a:pt x="230" y="82"/>
                  </a:cubicBezTo>
                  <a:cubicBezTo>
                    <a:pt x="219" y="71"/>
                    <a:pt x="205" y="61"/>
                    <a:pt x="185" y="60"/>
                  </a:cubicBezTo>
                  <a:cubicBezTo>
                    <a:pt x="183" y="60"/>
                    <a:pt x="181" y="59"/>
                    <a:pt x="179" y="59"/>
                  </a:cubicBezTo>
                  <a:cubicBezTo>
                    <a:pt x="164" y="58"/>
                    <a:pt x="157" y="46"/>
                    <a:pt x="152" y="36"/>
                  </a:cubicBezTo>
                  <a:cubicBezTo>
                    <a:pt x="138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24"/>
            <p:cNvSpPr/>
            <p:nvPr/>
          </p:nvSpPr>
          <p:spPr>
            <a:xfrm>
              <a:off x="5661925" y="11890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8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80" y="138"/>
                    <a:pt x="180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24"/>
            <p:cNvSpPr/>
            <p:nvPr/>
          </p:nvSpPr>
          <p:spPr>
            <a:xfrm>
              <a:off x="4898550" y="11899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179" y="138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24"/>
            <p:cNvSpPr/>
            <p:nvPr/>
          </p:nvSpPr>
          <p:spPr>
            <a:xfrm>
              <a:off x="5879925" y="1190550"/>
              <a:ext cx="2975" cy="3800"/>
            </a:xfrm>
            <a:custGeom>
              <a:avLst/>
              <a:gdLst/>
              <a:ahLst/>
              <a:cxnLst/>
              <a:rect l="l" t="t" r="r" b="b"/>
              <a:pathLst>
                <a:path w="119" h="152" extrusionOk="0">
                  <a:moveTo>
                    <a:pt x="57" y="0"/>
                  </a:moveTo>
                  <a:cubicBezTo>
                    <a:pt x="28" y="0"/>
                    <a:pt x="4" y="36"/>
                    <a:pt x="30" y="58"/>
                  </a:cubicBezTo>
                  <a:cubicBezTo>
                    <a:pt x="45" y="71"/>
                    <a:pt x="42" y="82"/>
                    <a:pt x="28" y="94"/>
                  </a:cubicBezTo>
                  <a:cubicBezTo>
                    <a:pt x="0" y="117"/>
                    <a:pt x="25" y="151"/>
                    <a:pt x="54" y="151"/>
                  </a:cubicBezTo>
                  <a:cubicBezTo>
                    <a:pt x="62" y="151"/>
                    <a:pt x="70" y="149"/>
                    <a:pt x="77" y="143"/>
                  </a:cubicBezTo>
                  <a:cubicBezTo>
                    <a:pt x="118" y="109"/>
                    <a:pt x="118" y="45"/>
                    <a:pt x="80" y="10"/>
                  </a:cubicBezTo>
                  <a:cubicBezTo>
                    <a:pt x="73" y="3"/>
                    <a:pt x="64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24"/>
            <p:cNvSpPr/>
            <p:nvPr/>
          </p:nvSpPr>
          <p:spPr>
            <a:xfrm>
              <a:off x="5433850" y="11906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24"/>
            <p:cNvSpPr/>
            <p:nvPr/>
          </p:nvSpPr>
          <p:spPr>
            <a:xfrm>
              <a:off x="6002275" y="1191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24"/>
            <p:cNvSpPr/>
            <p:nvPr/>
          </p:nvSpPr>
          <p:spPr>
            <a:xfrm>
              <a:off x="5591675" y="1191625"/>
              <a:ext cx="7300" cy="5950"/>
            </a:xfrm>
            <a:custGeom>
              <a:avLst/>
              <a:gdLst/>
              <a:ahLst/>
              <a:cxnLst/>
              <a:rect l="l" t="t" r="r" b="b"/>
              <a:pathLst>
                <a:path w="292" h="238" extrusionOk="0">
                  <a:moveTo>
                    <a:pt x="114" y="1"/>
                  </a:moveTo>
                  <a:cubicBezTo>
                    <a:pt x="79" y="1"/>
                    <a:pt x="45" y="18"/>
                    <a:pt x="26" y="52"/>
                  </a:cubicBezTo>
                  <a:cubicBezTo>
                    <a:pt x="0" y="98"/>
                    <a:pt x="13" y="170"/>
                    <a:pt x="64" y="195"/>
                  </a:cubicBezTo>
                  <a:cubicBezTo>
                    <a:pt x="83" y="205"/>
                    <a:pt x="102" y="214"/>
                    <a:pt x="122" y="225"/>
                  </a:cubicBezTo>
                  <a:cubicBezTo>
                    <a:pt x="139" y="233"/>
                    <a:pt x="157" y="238"/>
                    <a:pt x="175" y="238"/>
                  </a:cubicBezTo>
                  <a:cubicBezTo>
                    <a:pt x="211" y="238"/>
                    <a:pt x="245" y="221"/>
                    <a:pt x="265" y="186"/>
                  </a:cubicBezTo>
                  <a:cubicBezTo>
                    <a:pt x="292" y="140"/>
                    <a:pt x="277" y="70"/>
                    <a:pt x="226" y="44"/>
                  </a:cubicBezTo>
                  <a:cubicBezTo>
                    <a:pt x="208" y="34"/>
                    <a:pt x="188" y="25"/>
                    <a:pt x="168" y="14"/>
                  </a:cubicBezTo>
                  <a:cubicBezTo>
                    <a:pt x="151" y="5"/>
                    <a:pt x="132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24"/>
            <p:cNvSpPr/>
            <p:nvPr/>
          </p:nvSpPr>
          <p:spPr>
            <a:xfrm>
              <a:off x="4954300" y="11923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24"/>
            <p:cNvSpPr/>
            <p:nvPr/>
          </p:nvSpPr>
          <p:spPr>
            <a:xfrm>
              <a:off x="5242925" y="11929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24"/>
            <p:cNvSpPr/>
            <p:nvPr/>
          </p:nvSpPr>
          <p:spPr>
            <a:xfrm>
              <a:off x="4917925" y="1193725"/>
              <a:ext cx="4675" cy="7125"/>
            </a:xfrm>
            <a:custGeom>
              <a:avLst/>
              <a:gdLst/>
              <a:ahLst/>
              <a:cxnLst/>
              <a:rect l="l" t="t" r="r" b="b"/>
              <a:pathLst>
                <a:path w="187" h="285" extrusionOk="0">
                  <a:moveTo>
                    <a:pt x="102" y="1"/>
                  </a:moveTo>
                  <a:cubicBezTo>
                    <a:pt x="75" y="1"/>
                    <a:pt x="50" y="16"/>
                    <a:pt x="43" y="51"/>
                  </a:cubicBezTo>
                  <a:cubicBezTo>
                    <a:pt x="33" y="100"/>
                    <a:pt x="22" y="148"/>
                    <a:pt x="12" y="198"/>
                  </a:cubicBezTo>
                  <a:cubicBezTo>
                    <a:pt x="1" y="250"/>
                    <a:pt x="45" y="284"/>
                    <a:pt x="86" y="284"/>
                  </a:cubicBezTo>
                  <a:cubicBezTo>
                    <a:pt x="112" y="284"/>
                    <a:pt x="138" y="269"/>
                    <a:pt x="145" y="235"/>
                  </a:cubicBezTo>
                  <a:cubicBezTo>
                    <a:pt x="155" y="185"/>
                    <a:pt x="165" y="138"/>
                    <a:pt x="176" y="89"/>
                  </a:cubicBezTo>
                  <a:cubicBezTo>
                    <a:pt x="187" y="36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24"/>
            <p:cNvSpPr/>
            <p:nvPr/>
          </p:nvSpPr>
          <p:spPr>
            <a:xfrm>
              <a:off x="5349350" y="1194150"/>
              <a:ext cx="6900" cy="4325"/>
            </a:xfrm>
            <a:custGeom>
              <a:avLst/>
              <a:gdLst/>
              <a:ahLst/>
              <a:cxnLst/>
              <a:rect l="l" t="t" r="r" b="b"/>
              <a:pathLst>
                <a:path w="276" h="173" extrusionOk="0">
                  <a:moveTo>
                    <a:pt x="89" y="0"/>
                  </a:moveTo>
                  <a:cubicBezTo>
                    <a:pt x="23" y="0"/>
                    <a:pt x="1" y="111"/>
                    <a:pt x="75" y="137"/>
                  </a:cubicBezTo>
                  <a:cubicBezTo>
                    <a:pt x="104" y="148"/>
                    <a:pt x="133" y="158"/>
                    <a:pt x="162" y="168"/>
                  </a:cubicBezTo>
                  <a:cubicBezTo>
                    <a:pt x="171" y="171"/>
                    <a:pt x="179" y="173"/>
                    <a:pt x="187" y="173"/>
                  </a:cubicBezTo>
                  <a:cubicBezTo>
                    <a:pt x="254" y="173"/>
                    <a:pt x="275" y="62"/>
                    <a:pt x="201" y="36"/>
                  </a:cubicBezTo>
                  <a:cubicBezTo>
                    <a:pt x="173" y="25"/>
                    <a:pt x="143" y="15"/>
                    <a:pt x="113" y="5"/>
                  </a:cubicBezTo>
                  <a:cubicBezTo>
                    <a:pt x="104" y="2"/>
                    <a:pt x="96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24"/>
            <p:cNvSpPr/>
            <p:nvPr/>
          </p:nvSpPr>
          <p:spPr>
            <a:xfrm>
              <a:off x="5794575" y="1194450"/>
              <a:ext cx="7000" cy="4325"/>
            </a:xfrm>
            <a:custGeom>
              <a:avLst/>
              <a:gdLst/>
              <a:ahLst/>
              <a:cxnLst/>
              <a:rect l="l" t="t" r="r" b="b"/>
              <a:pathLst>
                <a:path w="280" h="173" extrusionOk="0">
                  <a:moveTo>
                    <a:pt x="90" y="1"/>
                  </a:moveTo>
                  <a:cubicBezTo>
                    <a:pt x="23" y="1"/>
                    <a:pt x="0" y="112"/>
                    <a:pt x="77" y="139"/>
                  </a:cubicBezTo>
                  <a:cubicBezTo>
                    <a:pt x="107" y="149"/>
                    <a:pt x="135" y="159"/>
                    <a:pt x="165" y="169"/>
                  </a:cubicBezTo>
                  <a:cubicBezTo>
                    <a:pt x="173" y="171"/>
                    <a:pt x="180" y="172"/>
                    <a:pt x="187" y="172"/>
                  </a:cubicBezTo>
                  <a:cubicBezTo>
                    <a:pt x="255" y="172"/>
                    <a:pt x="279" y="60"/>
                    <a:pt x="202" y="35"/>
                  </a:cubicBezTo>
                  <a:cubicBezTo>
                    <a:pt x="173" y="25"/>
                    <a:pt x="144" y="14"/>
                    <a:pt x="114" y="5"/>
                  </a:cubicBezTo>
                  <a:cubicBezTo>
                    <a:pt x="106" y="2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24"/>
            <p:cNvSpPr/>
            <p:nvPr/>
          </p:nvSpPr>
          <p:spPr>
            <a:xfrm>
              <a:off x="5839025" y="1196250"/>
              <a:ext cx="6675" cy="4125"/>
            </a:xfrm>
            <a:custGeom>
              <a:avLst/>
              <a:gdLst/>
              <a:ahLst/>
              <a:cxnLst/>
              <a:rect l="l" t="t" r="r" b="b"/>
              <a:pathLst>
                <a:path w="267" h="165" extrusionOk="0">
                  <a:moveTo>
                    <a:pt x="106" y="0"/>
                  </a:moveTo>
                  <a:cubicBezTo>
                    <a:pt x="43" y="0"/>
                    <a:pt x="0" y="93"/>
                    <a:pt x="70" y="127"/>
                  </a:cubicBezTo>
                  <a:cubicBezTo>
                    <a:pt x="89" y="138"/>
                    <a:pt x="108" y="146"/>
                    <a:pt x="128" y="157"/>
                  </a:cubicBezTo>
                  <a:cubicBezTo>
                    <a:pt x="139" y="162"/>
                    <a:pt x="150" y="165"/>
                    <a:pt x="161" y="165"/>
                  </a:cubicBezTo>
                  <a:cubicBezTo>
                    <a:pt x="225" y="165"/>
                    <a:pt x="267" y="72"/>
                    <a:pt x="198" y="38"/>
                  </a:cubicBezTo>
                  <a:cubicBezTo>
                    <a:pt x="178" y="27"/>
                    <a:pt x="159" y="19"/>
                    <a:pt x="139" y="9"/>
                  </a:cubicBezTo>
                  <a:cubicBezTo>
                    <a:pt x="128" y="3"/>
                    <a:pt x="117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24"/>
            <p:cNvSpPr/>
            <p:nvPr/>
          </p:nvSpPr>
          <p:spPr>
            <a:xfrm>
              <a:off x="5894950" y="1196275"/>
              <a:ext cx="5800" cy="4225"/>
            </a:xfrm>
            <a:custGeom>
              <a:avLst/>
              <a:gdLst/>
              <a:ahLst/>
              <a:cxnLst/>
              <a:rect l="l" t="t" r="r" b="b"/>
              <a:pathLst>
                <a:path w="232" h="169" extrusionOk="0">
                  <a:moveTo>
                    <a:pt x="108" y="1"/>
                  </a:moveTo>
                  <a:cubicBezTo>
                    <a:pt x="99" y="1"/>
                    <a:pt x="90" y="2"/>
                    <a:pt x="81" y="3"/>
                  </a:cubicBezTo>
                  <a:cubicBezTo>
                    <a:pt x="0" y="20"/>
                    <a:pt x="25" y="135"/>
                    <a:pt x="98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8" y="169"/>
                    <a:pt x="181" y="166"/>
                    <a:pt x="191" y="160"/>
                  </a:cubicBezTo>
                  <a:cubicBezTo>
                    <a:pt x="227" y="139"/>
                    <a:pt x="231" y="99"/>
                    <a:pt x="216" y="66"/>
                  </a:cubicBezTo>
                  <a:cubicBezTo>
                    <a:pt x="196" y="22"/>
                    <a:pt x="153" y="1"/>
                    <a:pt x="10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24"/>
            <p:cNvSpPr/>
            <p:nvPr/>
          </p:nvSpPr>
          <p:spPr>
            <a:xfrm>
              <a:off x="5926000" y="1196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24"/>
            <p:cNvSpPr/>
            <p:nvPr/>
          </p:nvSpPr>
          <p:spPr>
            <a:xfrm>
              <a:off x="6025525" y="11967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1"/>
                    <a:pt x="34" y="193"/>
                    <a:pt x="69" y="193"/>
                  </a:cubicBezTo>
                  <a:cubicBezTo>
                    <a:pt x="103" y="193"/>
                    <a:pt x="138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24"/>
            <p:cNvSpPr/>
            <p:nvPr/>
          </p:nvSpPr>
          <p:spPr>
            <a:xfrm>
              <a:off x="5825475" y="1196850"/>
              <a:ext cx="4525" cy="3450"/>
            </a:xfrm>
            <a:custGeom>
              <a:avLst/>
              <a:gdLst/>
              <a:ahLst/>
              <a:cxnLst/>
              <a:rect l="l" t="t" r="r" b="b"/>
              <a:pathLst>
                <a:path w="181" h="138" extrusionOk="0">
                  <a:moveTo>
                    <a:pt x="90" y="0"/>
                  </a:moveTo>
                  <a:cubicBezTo>
                    <a:pt x="1" y="0"/>
                    <a:pt x="0" y="138"/>
                    <a:pt x="90" y="138"/>
                  </a:cubicBezTo>
                  <a:cubicBezTo>
                    <a:pt x="181" y="138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24"/>
            <p:cNvSpPr/>
            <p:nvPr/>
          </p:nvSpPr>
          <p:spPr>
            <a:xfrm>
              <a:off x="5546525" y="11984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5" y="1"/>
                    <a:pt x="49" y="15"/>
                    <a:pt x="40" y="49"/>
                  </a:cubicBezTo>
                  <a:cubicBezTo>
                    <a:pt x="14" y="141"/>
                    <a:pt x="1" y="235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0"/>
                  </a:cubicBezTo>
                  <a:cubicBezTo>
                    <a:pt x="140" y="247"/>
                    <a:pt x="151" y="167"/>
                    <a:pt x="173" y="86"/>
                  </a:cubicBezTo>
                  <a:cubicBezTo>
                    <a:pt x="188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24"/>
            <p:cNvSpPr/>
            <p:nvPr/>
          </p:nvSpPr>
          <p:spPr>
            <a:xfrm>
              <a:off x="5674350" y="119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24"/>
            <p:cNvSpPr/>
            <p:nvPr/>
          </p:nvSpPr>
          <p:spPr>
            <a:xfrm>
              <a:off x="5722775" y="11994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8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24"/>
            <p:cNvSpPr/>
            <p:nvPr/>
          </p:nvSpPr>
          <p:spPr>
            <a:xfrm>
              <a:off x="5684625" y="1202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79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24"/>
            <p:cNvSpPr/>
            <p:nvPr/>
          </p:nvSpPr>
          <p:spPr>
            <a:xfrm>
              <a:off x="5815175" y="1203225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7"/>
                  </a:cubicBezTo>
                  <a:cubicBezTo>
                    <a:pt x="145" y="227"/>
                    <a:pt x="194" y="256"/>
                    <a:pt x="242" y="285"/>
                  </a:cubicBezTo>
                  <a:cubicBezTo>
                    <a:pt x="260" y="296"/>
                    <a:pt x="278" y="301"/>
                    <a:pt x="295" y="301"/>
                  </a:cubicBezTo>
                  <a:cubicBezTo>
                    <a:pt x="385" y="301"/>
                    <a:pt x="445" y="164"/>
                    <a:pt x="349" y="105"/>
                  </a:cubicBezTo>
                  <a:cubicBezTo>
                    <a:pt x="299" y="75"/>
                    <a:pt x="252" y="46"/>
                    <a:pt x="202" y="17"/>
                  </a:cubicBezTo>
                  <a:cubicBezTo>
                    <a:pt x="184" y="6"/>
                    <a:pt x="166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24"/>
            <p:cNvSpPr/>
            <p:nvPr/>
          </p:nvSpPr>
          <p:spPr>
            <a:xfrm>
              <a:off x="5078950" y="12035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4" y="33"/>
                    <a:pt x="49" y="77"/>
                  </a:cubicBezTo>
                  <a:cubicBezTo>
                    <a:pt x="38" y="107"/>
                    <a:pt x="29" y="135"/>
                    <a:pt x="19" y="165"/>
                  </a:cubicBezTo>
                  <a:cubicBezTo>
                    <a:pt x="1" y="218"/>
                    <a:pt x="39" y="279"/>
                    <a:pt x="91" y="294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5" y="297"/>
                    <a:pt x="205" y="265"/>
                    <a:pt x="220" y="221"/>
                  </a:cubicBezTo>
                  <a:cubicBezTo>
                    <a:pt x="230" y="191"/>
                    <a:pt x="239" y="163"/>
                    <a:pt x="250" y="133"/>
                  </a:cubicBezTo>
                  <a:cubicBezTo>
                    <a:pt x="267" y="80"/>
                    <a:pt x="230" y="19"/>
                    <a:pt x="177" y="5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24"/>
            <p:cNvSpPr/>
            <p:nvPr/>
          </p:nvSpPr>
          <p:spPr>
            <a:xfrm>
              <a:off x="5510475" y="1204750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90"/>
                  </a:lnTo>
                  <a:cubicBezTo>
                    <a:pt x="0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9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24"/>
            <p:cNvSpPr/>
            <p:nvPr/>
          </p:nvSpPr>
          <p:spPr>
            <a:xfrm>
              <a:off x="5837175" y="12056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24"/>
            <p:cNvSpPr/>
            <p:nvPr/>
          </p:nvSpPr>
          <p:spPr>
            <a:xfrm>
              <a:off x="5302675" y="12057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6" y="0"/>
                  </a:moveTo>
                  <a:cubicBezTo>
                    <a:pt x="45" y="0"/>
                    <a:pt x="1" y="35"/>
                    <a:pt x="11" y="87"/>
                  </a:cubicBezTo>
                  <a:cubicBezTo>
                    <a:pt x="21" y="136"/>
                    <a:pt x="31" y="184"/>
                    <a:pt x="41" y="234"/>
                  </a:cubicBezTo>
                  <a:cubicBezTo>
                    <a:pt x="48" y="269"/>
                    <a:pt x="74" y="284"/>
                    <a:pt x="100" y="284"/>
                  </a:cubicBezTo>
                  <a:cubicBezTo>
                    <a:pt x="141" y="284"/>
                    <a:pt x="185" y="249"/>
                    <a:pt x="175" y="197"/>
                  </a:cubicBezTo>
                  <a:cubicBezTo>
                    <a:pt x="164" y="148"/>
                    <a:pt x="155" y="100"/>
                    <a:pt x="145" y="50"/>
                  </a:cubicBezTo>
                  <a:cubicBezTo>
                    <a:pt x="138" y="15"/>
                    <a:pt x="112" y="0"/>
                    <a:pt x="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24"/>
            <p:cNvSpPr/>
            <p:nvPr/>
          </p:nvSpPr>
          <p:spPr>
            <a:xfrm>
              <a:off x="5961900" y="12060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1" y="138"/>
                    <a:pt x="91" y="139"/>
                  </a:cubicBezTo>
                  <a:lnTo>
                    <a:pt x="120" y="139"/>
                  </a:lnTo>
                  <a:cubicBezTo>
                    <a:pt x="209" y="139"/>
                    <a:pt x="209" y="1"/>
                    <a:pt x="120" y="1"/>
                  </a:cubicBezTo>
                  <a:lnTo>
                    <a:pt x="91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24"/>
            <p:cNvSpPr/>
            <p:nvPr/>
          </p:nvSpPr>
          <p:spPr>
            <a:xfrm>
              <a:off x="5623850" y="1206475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4" y="134"/>
                    <a:pt x="250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24"/>
            <p:cNvSpPr/>
            <p:nvPr/>
          </p:nvSpPr>
          <p:spPr>
            <a:xfrm>
              <a:off x="5972175" y="12067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24"/>
            <p:cNvSpPr/>
            <p:nvPr/>
          </p:nvSpPr>
          <p:spPr>
            <a:xfrm>
              <a:off x="5909825" y="1207175"/>
              <a:ext cx="11025" cy="8950"/>
            </a:xfrm>
            <a:custGeom>
              <a:avLst/>
              <a:gdLst/>
              <a:ahLst/>
              <a:cxnLst/>
              <a:rect l="l" t="t" r="r" b="b"/>
              <a:pathLst>
                <a:path w="441" h="358" extrusionOk="0">
                  <a:moveTo>
                    <a:pt x="152" y="1"/>
                  </a:moveTo>
                  <a:cubicBezTo>
                    <a:pt x="72" y="1"/>
                    <a:pt x="1" y="106"/>
                    <a:pt x="73" y="179"/>
                  </a:cubicBezTo>
                  <a:cubicBezTo>
                    <a:pt x="123" y="227"/>
                    <a:pt x="171" y="277"/>
                    <a:pt x="220" y="326"/>
                  </a:cubicBezTo>
                  <a:cubicBezTo>
                    <a:pt x="241" y="348"/>
                    <a:pt x="266" y="357"/>
                    <a:pt x="290" y="357"/>
                  </a:cubicBezTo>
                  <a:cubicBezTo>
                    <a:pt x="370" y="357"/>
                    <a:pt x="440" y="252"/>
                    <a:pt x="368" y="180"/>
                  </a:cubicBezTo>
                  <a:cubicBezTo>
                    <a:pt x="319" y="130"/>
                    <a:pt x="270" y="81"/>
                    <a:pt x="222" y="32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24"/>
            <p:cNvSpPr/>
            <p:nvPr/>
          </p:nvSpPr>
          <p:spPr>
            <a:xfrm>
              <a:off x="5442600" y="1207600"/>
              <a:ext cx="5275" cy="3450"/>
            </a:xfrm>
            <a:custGeom>
              <a:avLst/>
              <a:gdLst/>
              <a:ahLst/>
              <a:cxnLst/>
              <a:rect l="l" t="t" r="r" b="b"/>
              <a:pathLst>
                <a:path w="211" h="138" extrusionOk="0">
                  <a:moveTo>
                    <a:pt x="91" y="0"/>
                  </a:moveTo>
                  <a:cubicBezTo>
                    <a:pt x="2" y="0"/>
                    <a:pt x="1" y="138"/>
                    <a:pt x="91" y="138"/>
                  </a:cubicBezTo>
                  <a:lnTo>
                    <a:pt x="121" y="138"/>
                  </a:lnTo>
                  <a:cubicBezTo>
                    <a:pt x="210" y="138"/>
                    <a:pt x="210" y="0"/>
                    <a:pt x="12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24"/>
            <p:cNvSpPr/>
            <p:nvPr/>
          </p:nvSpPr>
          <p:spPr>
            <a:xfrm>
              <a:off x="5528275" y="1207775"/>
              <a:ext cx="6450" cy="4925"/>
            </a:xfrm>
            <a:custGeom>
              <a:avLst/>
              <a:gdLst/>
              <a:ahLst/>
              <a:cxnLst/>
              <a:rect l="l" t="t" r="r" b="b"/>
              <a:pathLst>
                <a:path w="258" h="197" extrusionOk="0">
                  <a:moveTo>
                    <a:pt x="102" y="0"/>
                  </a:moveTo>
                  <a:cubicBezTo>
                    <a:pt x="48" y="0"/>
                    <a:pt x="0" y="70"/>
                    <a:pt x="50" y="118"/>
                  </a:cubicBezTo>
                  <a:cubicBezTo>
                    <a:pt x="69" y="138"/>
                    <a:pt x="89" y="157"/>
                    <a:pt x="109" y="177"/>
                  </a:cubicBezTo>
                  <a:cubicBezTo>
                    <a:pt x="124" y="191"/>
                    <a:pt x="140" y="196"/>
                    <a:pt x="156" y="196"/>
                  </a:cubicBezTo>
                  <a:cubicBezTo>
                    <a:pt x="210" y="196"/>
                    <a:pt x="258" y="127"/>
                    <a:pt x="207" y="78"/>
                  </a:cubicBezTo>
                  <a:cubicBezTo>
                    <a:pt x="188" y="58"/>
                    <a:pt x="167" y="40"/>
                    <a:pt x="148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24"/>
            <p:cNvSpPr/>
            <p:nvPr/>
          </p:nvSpPr>
          <p:spPr>
            <a:xfrm>
              <a:off x="5047200" y="12079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1" y="70"/>
                    <a:pt x="49" y="120"/>
                  </a:cubicBezTo>
                  <a:cubicBezTo>
                    <a:pt x="89" y="158"/>
                    <a:pt x="127" y="199"/>
                    <a:pt x="166" y="237"/>
                  </a:cubicBezTo>
                  <a:cubicBezTo>
                    <a:pt x="181" y="252"/>
                    <a:pt x="197" y="258"/>
                    <a:pt x="213" y="258"/>
                  </a:cubicBezTo>
                  <a:cubicBezTo>
                    <a:pt x="266" y="258"/>
                    <a:pt x="314" y="188"/>
                    <a:pt x="265" y="138"/>
                  </a:cubicBezTo>
                  <a:cubicBezTo>
                    <a:pt x="226" y="100"/>
                    <a:pt x="187" y="60"/>
                    <a:pt x="148" y="21"/>
                  </a:cubicBezTo>
                  <a:cubicBezTo>
                    <a:pt x="133" y="7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24"/>
            <p:cNvSpPr/>
            <p:nvPr/>
          </p:nvSpPr>
          <p:spPr>
            <a:xfrm>
              <a:off x="5942950" y="120812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4" y="0"/>
                  </a:moveTo>
                  <a:cubicBezTo>
                    <a:pt x="49" y="0"/>
                    <a:pt x="1" y="51"/>
                    <a:pt x="27" y="106"/>
                  </a:cubicBezTo>
                  <a:cubicBezTo>
                    <a:pt x="37" y="125"/>
                    <a:pt x="47" y="145"/>
                    <a:pt x="57" y="164"/>
                  </a:cubicBezTo>
                  <a:cubicBezTo>
                    <a:pt x="70" y="188"/>
                    <a:pt x="90" y="199"/>
                    <a:pt x="111" y="199"/>
                  </a:cubicBezTo>
                  <a:cubicBezTo>
                    <a:pt x="157" y="199"/>
                    <a:pt x="205" y="148"/>
                    <a:pt x="177" y="94"/>
                  </a:cubicBezTo>
                  <a:cubicBezTo>
                    <a:pt x="167" y="74"/>
                    <a:pt x="158" y="55"/>
                    <a:pt x="147" y="36"/>
                  </a:cubicBezTo>
                  <a:cubicBezTo>
                    <a:pt x="135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24"/>
            <p:cNvSpPr/>
            <p:nvPr/>
          </p:nvSpPr>
          <p:spPr>
            <a:xfrm>
              <a:off x="5130800" y="12089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2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108" y="178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7" y="199"/>
                    <a:pt x="255" y="129"/>
                    <a:pt x="206" y="80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24"/>
            <p:cNvSpPr/>
            <p:nvPr/>
          </p:nvSpPr>
          <p:spPr>
            <a:xfrm>
              <a:off x="5328925" y="12094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24"/>
            <p:cNvSpPr/>
            <p:nvPr/>
          </p:nvSpPr>
          <p:spPr>
            <a:xfrm>
              <a:off x="5163675" y="12096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5" y="210"/>
                    <a:pt x="136" y="210"/>
                  </a:cubicBezTo>
                  <a:cubicBezTo>
                    <a:pt x="268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24"/>
            <p:cNvSpPr/>
            <p:nvPr/>
          </p:nvSpPr>
          <p:spPr>
            <a:xfrm>
              <a:off x="5767525" y="1209750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61" y="266"/>
                  </a:lnTo>
                  <a:cubicBezTo>
                    <a:pt x="183" y="288"/>
                    <a:pt x="207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24"/>
            <p:cNvSpPr/>
            <p:nvPr/>
          </p:nvSpPr>
          <p:spPr>
            <a:xfrm>
              <a:off x="5204375" y="1209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24"/>
            <p:cNvSpPr/>
            <p:nvPr/>
          </p:nvSpPr>
          <p:spPr>
            <a:xfrm>
              <a:off x="5016600" y="12114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1"/>
                  </a:moveTo>
                  <a:cubicBezTo>
                    <a:pt x="72" y="1"/>
                    <a:pt x="1" y="105"/>
                    <a:pt x="73" y="179"/>
                  </a:cubicBezTo>
                  <a:cubicBezTo>
                    <a:pt x="91" y="198"/>
                    <a:pt x="111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50" y="166"/>
                    <a:pt x="278" y="92"/>
                  </a:cubicBezTo>
                  <a:cubicBezTo>
                    <a:pt x="258" y="73"/>
                    <a:pt x="238" y="52"/>
                    <a:pt x="221" y="33"/>
                  </a:cubicBezTo>
                  <a:cubicBezTo>
                    <a:pt x="199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24"/>
            <p:cNvSpPr/>
            <p:nvPr/>
          </p:nvSpPr>
          <p:spPr>
            <a:xfrm>
              <a:off x="4949400" y="12115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8" y="106"/>
                    <a:pt x="18" y="136"/>
                  </a:cubicBezTo>
                  <a:cubicBezTo>
                    <a:pt x="1" y="188"/>
                    <a:pt x="42" y="222"/>
                    <a:pt x="84" y="222"/>
                  </a:cubicBezTo>
                  <a:cubicBezTo>
                    <a:pt x="112" y="222"/>
                    <a:pt x="140" y="207"/>
                    <a:pt x="152" y="174"/>
                  </a:cubicBezTo>
                  <a:cubicBezTo>
                    <a:pt x="162" y="145"/>
                    <a:pt x="170" y="116"/>
                    <a:pt x="181" y="86"/>
                  </a:cubicBezTo>
                  <a:cubicBezTo>
                    <a:pt x="198" y="35"/>
                    <a:pt x="156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24"/>
            <p:cNvSpPr/>
            <p:nvPr/>
          </p:nvSpPr>
          <p:spPr>
            <a:xfrm>
              <a:off x="5384625" y="12118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2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24"/>
            <p:cNvSpPr/>
            <p:nvPr/>
          </p:nvSpPr>
          <p:spPr>
            <a:xfrm>
              <a:off x="5181000" y="1211925"/>
              <a:ext cx="6775" cy="7400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51" y="1"/>
                  </a:moveTo>
                  <a:cubicBezTo>
                    <a:pt x="104" y="1"/>
                    <a:pt x="66" y="33"/>
                    <a:pt x="50" y="77"/>
                  </a:cubicBezTo>
                  <a:cubicBezTo>
                    <a:pt x="40" y="105"/>
                    <a:pt x="29" y="135"/>
                    <a:pt x="19" y="164"/>
                  </a:cubicBezTo>
                  <a:cubicBezTo>
                    <a:pt x="0" y="217"/>
                    <a:pt x="40" y="278"/>
                    <a:pt x="91" y="291"/>
                  </a:cubicBezTo>
                  <a:cubicBezTo>
                    <a:pt x="101" y="294"/>
                    <a:pt x="110" y="295"/>
                    <a:pt x="119" y="295"/>
                  </a:cubicBezTo>
                  <a:cubicBezTo>
                    <a:pt x="164" y="295"/>
                    <a:pt x="203" y="264"/>
                    <a:pt x="220" y="219"/>
                  </a:cubicBezTo>
                  <a:cubicBezTo>
                    <a:pt x="230" y="191"/>
                    <a:pt x="241" y="161"/>
                    <a:pt x="251" y="133"/>
                  </a:cubicBezTo>
                  <a:cubicBezTo>
                    <a:pt x="271" y="79"/>
                    <a:pt x="230" y="19"/>
                    <a:pt x="178" y="4"/>
                  </a:cubicBezTo>
                  <a:cubicBezTo>
                    <a:pt x="169" y="2"/>
                    <a:pt x="160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24"/>
            <p:cNvSpPr/>
            <p:nvPr/>
          </p:nvSpPr>
          <p:spPr>
            <a:xfrm>
              <a:off x="5673300" y="1212450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269" y="210"/>
                    <a:pt x="269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24"/>
            <p:cNvSpPr/>
            <p:nvPr/>
          </p:nvSpPr>
          <p:spPr>
            <a:xfrm>
              <a:off x="5348300" y="1213250"/>
              <a:ext cx="4675" cy="7075"/>
            </a:xfrm>
            <a:custGeom>
              <a:avLst/>
              <a:gdLst/>
              <a:ahLst/>
              <a:cxnLst/>
              <a:rect l="l" t="t" r="r" b="b"/>
              <a:pathLst>
                <a:path w="187" h="283" extrusionOk="0">
                  <a:moveTo>
                    <a:pt x="102" y="0"/>
                  </a:moveTo>
                  <a:cubicBezTo>
                    <a:pt x="75" y="0"/>
                    <a:pt x="50" y="15"/>
                    <a:pt x="43" y="50"/>
                  </a:cubicBezTo>
                  <a:cubicBezTo>
                    <a:pt x="32" y="98"/>
                    <a:pt x="22" y="146"/>
                    <a:pt x="12" y="196"/>
                  </a:cubicBezTo>
                  <a:cubicBezTo>
                    <a:pt x="0" y="248"/>
                    <a:pt x="45" y="283"/>
                    <a:pt x="85" y="283"/>
                  </a:cubicBezTo>
                  <a:cubicBezTo>
                    <a:pt x="112" y="283"/>
                    <a:pt x="137" y="268"/>
                    <a:pt x="144" y="233"/>
                  </a:cubicBezTo>
                  <a:cubicBezTo>
                    <a:pt x="155" y="184"/>
                    <a:pt x="165" y="137"/>
                    <a:pt x="175" y="87"/>
                  </a:cubicBezTo>
                  <a:cubicBezTo>
                    <a:pt x="187" y="35"/>
                    <a:pt x="143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24"/>
            <p:cNvSpPr/>
            <p:nvPr/>
          </p:nvSpPr>
          <p:spPr>
            <a:xfrm>
              <a:off x="4987950" y="1215025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4" y="1"/>
                    <a:pt x="110" y="20"/>
                    <a:pt x="89" y="52"/>
                  </a:cubicBezTo>
                  <a:cubicBezTo>
                    <a:pt x="71" y="82"/>
                    <a:pt x="51" y="110"/>
                    <a:pt x="31" y="140"/>
                  </a:cubicBezTo>
                  <a:cubicBezTo>
                    <a:pt x="0" y="187"/>
                    <a:pt x="22" y="255"/>
                    <a:pt x="69" y="283"/>
                  </a:cubicBezTo>
                  <a:cubicBezTo>
                    <a:pt x="85" y="293"/>
                    <a:pt x="102" y="297"/>
                    <a:pt x="120" y="297"/>
                  </a:cubicBezTo>
                  <a:cubicBezTo>
                    <a:pt x="156" y="297"/>
                    <a:pt x="190" y="278"/>
                    <a:pt x="211" y="245"/>
                  </a:cubicBezTo>
                  <a:cubicBezTo>
                    <a:pt x="231" y="216"/>
                    <a:pt x="250" y="187"/>
                    <a:pt x="270" y="157"/>
                  </a:cubicBezTo>
                  <a:cubicBezTo>
                    <a:pt x="301" y="110"/>
                    <a:pt x="279" y="42"/>
                    <a:pt x="232" y="15"/>
                  </a:cubicBezTo>
                  <a:cubicBezTo>
                    <a:pt x="215" y="5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24"/>
            <p:cNvSpPr/>
            <p:nvPr/>
          </p:nvSpPr>
          <p:spPr>
            <a:xfrm>
              <a:off x="5794375" y="1215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24"/>
            <p:cNvSpPr/>
            <p:nvPr/>
          </p:nvSpPr>
          <p:spPr>
            <a:xfrm>
              <a:off x="4911000" y="12186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8" y="1"/>
                    <a:pt x="0" y="51"/>
                    <a:pt x="27" y="106"/>
                  </a:cubicBezTo>
                  <a:cubicBezTo>
                    <a:pt x="37" y="126"/>
                    <a:pt x="47" y="146"/>
                    <a:pt x="57" y="164"/>
                  </a:cubicBezTo>
                  <a:cubicBezTo>
                    <a:pt x="69" y="189"/>
                    <a:pt x="90" y="199"/>
                    <a:pt x="111" y="199"/>
                  </a:cubicBezTo>
                  <a:cubicBezTo>
                    <a:pt x="157" y="199"/>
                    <a:pt x="205" y="149"/>
                    <a:pt x="177" y="95"/>
                  </a:cubicBezTo>
                  <a:cubicBezTo>
                    <a:pt x="167" y="75"/>
                    <a:pt x="157" y="55"/>
                    <a:pt x="147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24"/>
            <p:cNvSpPr/>
            <p:nvPr/>
          </p:nvSpPr>
          <p:spPr>
            <a:xfrm>
              <a:off x="5667225" y="12191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93" y="0"/>
                  </a:moveTo>
                  <a:cubicBezTo>
                    <a:pt x="176" y="0"/>
                    <a:pt x="158" y="7"/>
                    <a:pt x="147" y="21"/>
                  </a:cubicBezTo>
                  <a:cubicBezTo>
                    <a:pt x="109" y="70"/>
                    <a:pt x="68" y="117"/>
                    <a:pt x="30" y="167"/>
                  </a:cubicBezTo>
                  <a:cubicBezTo>
                    <a:pt x="6" y="197"/>
                    <a:pt x="1" y="236"/>
                    <a:pt x="30" y="265"/>
                  </a:cubicBezTo>
                  <a:cubicBezTo>
                    <a:pt x="42" y="278"/>
                    <a:pt x="62" y="286"/>
                    <a:pt x="82" y="286"/>
                  </a:cubicBezTo>
                  <a:cubicBezTo>
                    <a:pt x="99" y="286"/>
                    <a:pt x="117" y="280"/>
                    <a:pt x="128" y="265"/>
                  </a:cubicBezTo>
                  <a:cubicBezTo>
                    <a:pt x="167" y="216"/>
                    <a:pt x="207" y="168"/>
                    <a:pt x="245" y="119"/>
                  </a:cubicBezTo>
                  <a:cubicBezTo>
                    <a:pt x="269" y="89"/>
                    <a:pt x="274" y="49"/>
                    <a:pt x="245" y="21"/>
                  </a:cubicBezTo>
                  <a:cubicBezTo>
                    <a:pt x="233" y="8"/>
                    <a:pt x="213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24"/>
            <p:cNvSpPr/>
            <p:nvPr/>
          </p:nvSpPr>
          <p:spPr>
            <a:xfrm>
              <a:off x="6019100" y="1219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24"/>
            <p:cNvSpPr/>
            <p:nvPr/>
          </p:nvSpPr>
          <p:spPr>
            <a:xfrm>
              <a:off x="5724150" y="1219825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3" y="149"/>
                    <a:pt x="133" y="160"/>
                    <a:pt x="162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2" y="176"/>
                    <a:pt x="274" y="64"/>
                    <a:pt x="199" y="37"/>
                  </a:cubicBezTo>
                  <a:cubicBezTo>
                    <a:pt x="170" y="27"/>
                    <a:pt x="141" y="17"/>
                    <a:pt x="112" y="5"/>
                  </a:cubicBezTo>
                  <a:cubicBezTo>
                    <a:pt x="103" y="2"/>
                    <a:pt x="95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24"/>
            <p:cNvSpPr/>
            <p:nvPr/>
          </p:nvSpPr>
          <p:spPr>
            <a:xfrm>
              <a:off x="5229825" y="1220275"/>
              <a:ext cx="3450" cy="4125"/>
            </a:xfrm>
            <a:custGeom>
              <a:avLst/>
              <a:gdLst/>
              <a:ahLst/>
              <a:cxnLst/>
              <a:rect l="l" t="t" r="r" b="b"/>
              <a:pathLst>
                <a:path w="138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24"/>
            <p:cNvSpPr/>
            <p:nvPr/>
          </p:nvSpPr>
          <p:spPr>
            <a:xfrm>
              <a:off x="5708775" y="1222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24"/>
            <p:cNvSpPr/>
            <p:nvPr/>
          </p:nvSpPr>
          <p:spPr>
            <a:xfrm>
              <a:off x="6050400" y="1222400"/>
              <a:ext cx="7125" cy="5700"/>
            </a:xfrm>
            <a:custGeom>
              <a:avLst/>
              <a:gdLst/>
              <a:ahLst/>
              <a:cxnLst/>
              <a:rect l="l" t="t" r="r" b="b"/>
              <a:pathLst>
                <a:path w="285" h="228" extrusionOk="0">
                  <a:moveTo>
                    <a:pt x="184" y="0"/>
                  </a:moveTo>
                  <a:cubicBezTo>
                    <a:pt x="168" y="0"/>
                    <a:pt x="152" y="6"/>
                    <a:pt x="138" y="20"/>
                  </a:cubicBezTo>
                  <a:lnTo>
                    <a:pt x="49" y="109"/>
                  </a:lnTo>
                  <a:cubicBezTo>
                    <a:pt x="1" y="157"/>
                    <a:pt x="48" y="227"/>
                    <a:pt x="102" y="227"/>
                  </a:cubicBezTo>
                  <a:cubicBezTo>
                    <a:pt x="117" y="227"/>
                    <a:pt x="134" y="221"/>
                    <a:pt x="148" y="207"/>
                  </a:cubicBezTo>
                  <a:lnTo>
                    <a:pt x="236" y="119"/>
                  </a:lnTo>
                  <a:cubicBezTo>
                    <a:pt x="285" y="70"/>
                    <a:pt x="237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24"/>
            <p:cNvSpPr/>
            <p:nvPr/>
          </p:nvSpPr>
          <p:spPr>
            <a:xfrm>
              <a:off x="5509325" y="1223050"/>
              <a:ext cx="6700" cy="7400"/>
            </a:xfrm>
            <a:custGeom>
              <a:avLst/>
              <a:gdLst/>
              <a:ahLst/>
              <a:cxnLst/>
              <a:rect l="l" t="t" r="r" b="b"/>
              <a:pathLst>
                <a:path w="268" h="296" extrusionOk="0">
                  <a:moveTo>
                    <a:pt x="149" y="0"/>
                  </a:moveTo>
                  <a:cubicBezTo>
                    <a:pt x="103" y="0"/>
                    <a:pt x="64" y="31"/>
                    <a:pt x="48" y="76"/>
                  </a:cubicBezTo>
                  <a:cubicBezTo>
                    <a:pt x="38" y="105"/>
                    <a:pt x="29" y="134"/>
                    <a:pt x="18" y="164"/>
                  </a:cubicBezTo>
                  <a:cubicBezTo>
                    <a:pt x="1" y="217"/>
                    <a:pt x="39" y="278"/>
                    <a:pt x="91" y="292"/>
                  </a:cubicBezTo>
                  <a:cubicBezTo>
                    <a:pt x="100" y="294"/>
                    <a:pt x="110" y="296"/>
                    <a:pt x="119" y="296"/>
                  </a:cubicBezTo>
                  <a:cubicBezTo>
                    <a:pt x="165" y="296"/>
                    <a:pt x="205" y="264"/>
                    <a:pt x="219" y="219"/>
                  </a:cubicBezTo>
                  <a:cubicBezTo>
                    <a:pt x="230" y="190"/>
                    <a:pt x="239" y="161"/>
                    <a:pt x="249" y="131"/>
                  </a:cubicBezTo>
                  <a:cubicBezTo>
                    <a:pt x="267" y="78"/>
                    <a:pt x="229" y="17"/>
                    <a:pt x="177" y="4"/>
                  </a:cubicBezTo>
                  <a:cubicBezTo>
                    <a:pt x="168" y="1"/>
                    <a:pt x="15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24"/>
            <p:cNvSpPr/>
            <p:nvPr/>
          </p:nvSpPr>
          <p:spPr>
            <a:xfrm>
              <a:off x="5128575" y="1223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24"/>
            <p:cNvSpPr/>
            <p:nvPr/>
          </p:nvSpPr>
          <p:spPr>
            <a:xfrm>
              <a:off x="5988000" y="1223725"/>
              <a:ext cx="7425" cy="4250"/>
            </a:xfrm>
            <a:custGeom>
              <a:avLst/>
              <a:gdLst/>
              <a:ahLst/>
              <a:cxnLst/>
              <a:rect l="l" t="t" r="r" b="b"/>
              <a:pathLst>
                <a:path w="297" h="170" extrusionOk="0">
                  <a:moveTo>
                    <a:pt x="220" y="0"/>
                  </a:moveTo>
                  <a:cubicBezTo>
                    <a:pt x="202" y="0"/>
                    <a:pt x="184" y="7"/>
                    <a:pt x="169" y="20"/>
                  </a:cubicBezTo>
                  <a:cubicBezTo>
                    <a:pt x="159" y="28"/>
                    <a:pt x="148" y="32"/>
                    <a:pt x="135" y="32"/>
                  </a:cubicBezTo>
                  <a:cubicBezTo>
                    <a:pt x="130" y="32"/>
                    <a:pt x="124" y="31"/>
                    <a:pt x="119" y="30"/>
                  </a:cubicBezTo>
                  <a:cubicBezTo>
                    <a:pt x="113" y="28"/>
                    <a:pt x="107" y="27"/>
                    <a:pt x="101" y="27"/>
                  </a:cubicBezTo>
                  <a:cubicBezTo>
                    <a:pt x="27" y="27"/>
                    <a:pt x="1" y="145"/>
                    <a:pt x="81" y="163"/>
                  </a:cubicBezTo>
                  <a:cubicBezTo>
                    <a:pt x="98" y="167"/>
                    <a:pt x="115" y="170"/>
                    <a:pt x="132" y="170"/>
                  </a:cubicBezTo>
                  <a:cubicBezTo>
                    <a:pt x="181" y="170"/>
                    <a:pt x="226" y="152"/>
                    <a:pt x="266" y="118"/>
                  </a:cubicBezTo>
                  <a:cubicBezTo>
                    <a:pt x="296" y="94"/>
                    <a:pt x="292" y="45"/>
                    <a:pt x="267" y="20"/>
                  </a:cubicBezTo>
                  <a:cubicBezTo>
                    <a:pt x="254" y="7"/>
                    <a:pt x="237" y="0"/>
                    <a:pt x="2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24"/>
            <p:cNvSpPr/>
            <p:nvPr/>
          </p:nvSpPr>
          <p:spPr>
            <a:xfrm>
              <a:off x="5889975" y="12241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7" y="0"/>
                  </a:moveTo>
                  <a:cubicBezTo>
                    <a:pt x="0" y="0"/>
                    <a:pt x="1" y="138"/>
                    <a:pt x="89" y="138"/>
                  </a:cubicBezTo>
                  <a:cubicBezTo>
                    <a:pt x="178" y="138"/>
                    <a:pt x="178" y="0"/>
                    <a:pt x="89" y="0"/>
                  </a:cubicBezTo>
                  <a:cubicBezTo>
                    <a:pt x="89" y="0"/>
                    <a:pt x="88" y="0"/>
                    <a:pt x="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24"/>
            <p:cNvSpPr/>
            <p:nvPr/>
          </p:nvSpPr>
          <p:spPr>
            <a:xfrm>
              <a:off x="5849050" y="122545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0"/>
                    <a:pt x="36" y="90"/>
                    <a:pt x="26" y="110"/>
                  </a:cubicBezTo>
                  <a:cubicBezTo>
                    <a:pt x="0" y="160"/>
                    <a:pt x="13" y="222"/>
                    <a:pt x="63" y="252"/>
                  </a:cubicBezTo>
                  <a:cubicBezTo>
                    <a:pt x="79" y="261"/>
                    <a:pt x="98" y="265"/>
                    <a:pt x="116" y="265"/>
                  </a:cubicBezTo>
                  <a:cubicBezTo>
                    <a:pt x="152" y="265"/>
                    <a:pt x="189" y="248"/>
                    <a:pt x="206" y="214"/>
                  </a:cubicBezTo>
                  <a:cubicBezTo>
                    <a:pt x="217" y="195"/>
                    <a:pt x="225" y="175"/>
                    <a:pt x="235" y="156"/>
                  </a:cubicBezTo>
                  <a:cubicBezTo>
                    <a:pt x="260" y="106"/>
                    <a:pt x="249" y="44"/>
                    <a:pt x="198" y="13"/>
                  </a:cubicBezTo>
                  <a:cubicBezTo>
                    <a:pt x="183" y="4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24"/>
            <p:cNvSpPr/>
            <p:nvPr/>
          </p:nvSpPr>
          <p:spPr>
            <a:xfrm>
              <a:off x="5477575" y="122747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0"/>
                  </a:moveTo>
                  <a:cubicBezTo>
                    <a:pt x="48" y="0"/>
                    <a:pt x="0" y="70"/>
                    <a:pt x="49" y="119"/>
                  </a:cubicBezTo>
                  <a:cubicBezTo>
                    <a:pt x="89" y="158"/>
                    <a:pt x="127" y="198"/>
                    <a:pt x="166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8"/>
                    <a:pt x="265" y="139"/>
                  </a:cubicBezTo>
                  <a:cubicBezTo>
                    <a:pt x="225" y="99"/>
                    <a:pt x="187" y="60"/>
                    <a:pt x="148" y="21"/>
                  </a:cubicBezTo>
                  <a:cubicBezTo>
                    <a:pt x="133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24"/>
            <p:cNvSpPr/>
            <p:nvPr/>
          </p:nvSpPr>
          <p:spPr>
            <a:xfrm>
              <a:off x="5561125" y="12284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9" y="177"/>
                  </a:lnTo>
                  <a:cubicBezTo>
                    <a:pt x="123" y="192"/>
                    <a:pt x="139" y="198"/>
                    <a:pt x="155" y="198"/>
                  </a:cubicBezTo>
                  <a:cubicBezTo>
                    <a:pt x="208" y="198"/>
                    <a:pt x="256" y="128"/>
                    <a:pt x="207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24"/>
            <p:cNvSpPr/>
            <p:nvPr/>
          </p:nvSpPr>
          <p:spPr>
            <a:xfrm>
              <a:off x="4940975" y="12289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8" y="200"/>
                    <a:pt x="94" y="200"/>
                  </a:cubicBezTo>
                  <a:cubicBezTo>
                    <a:pt x="115" y="200"/>
                    <a:pt x="135" y="189"/>
                    <a:pt x="148" y="165"/>
                  </a:cubicBezTo>
                  <a:cubicBezTo>
                    <a:pt x="158" y="145"/>
                    <a:pt x="167" y="125"/>
                    <a:pt x="178" y="107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24"/>
            <p:cNvSpPr/>
            <p:nvPr/>
          </p:nvSpPr>
          <p:spPr>
            <a:xfrm>
              <a:off x="4925350" y="12289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20"/>
                    <a:pt x="26" y="135"/>
                    <a:pt x="97" y="139"/>
                  </a:cubicBezTo>
                  <a:cubicBezTo>
                    <a:pt x="109" y="159"/>
                    <a:pt x="132" y="168"/>
                    <a:pt x="155" y="168"/>
                  </a:cubicBezTo>
                  <a:cubicBezTo>
                    <a:pt x="168" y="168"/>
                    <a:pt x="181" y="165"/>
                    <a:pt x="192" y="159"/>
                  </a:cubicBezTo>
                  <a:cubicBezTo>
                    <a:pt x="227" y="139"/>
                    <a:pt x="231" y="98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24"/>
            <p:cNvSpPr/>
            <p:nvPr/>
          </p:nvSpPr>
          <p:spPr>
            <a:xfrm>
              <a:off x="5594000" y="12291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24"/>
            <p:cNvSpPr/>
            <p:nvPr/>
          </p:nvSpPr>
          <p:spPr>
            <a:xfrm>
              <a:off x="5634750" y="1229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24"/>
            <p:cNvSpPr/>
            <p:nvPr/>
          </p:nvSpPr>
          <p:spPr>
            <a:xfrm>
              <a:off x="5041475" y="12299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40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5"/>
                    <a:pt x="48" y="115"/>
                    <a:pt x="29" y="155"/>
                  </a:cubicBezTo>
                  <a:cubicBezTo>
                    <a:pt x="1" y="209"/>
                    <a:pt x="49" y="260"/>
                    <a:pt x="95" y="260"/>
                  </a:cubicBezTo>
                  <a:cubicBezTo>
                    <a:pt x="115" y="260"/>
                    <a:pt x="136" y="249"/>
                    <a:pt x="148" y="224"/>
                  </a:cubicBezTo>
                  <a:cubicBezTo>
                    <a:pt x="168" y="186"/>
                    <a:pt x="186" y="145"/>
                    <a:pt x="206" y="106"/>
                  </a:cubicBezTo>
                  <a:cubicBezTo>
                    <a:pt x="234" y="51"/>
                    <a:pt x="186" y="1"/>
                    <a:pt x="14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24"/>
            <p:cNvSpPr/>
            <p:nvPr/>
          </p:nvSpPr>
          <p:spPr>
            <a:xfrm>
              <a:off x="5446950" y="1230975"/>
              <a:ext cx="8750" cy="6750"/>
            </a:xfrm>
            <a:custGeom>
              <a:avLst/>
              <a:gdLst/>
              <a:ahLst/>
              <a:cxnLst/>
              <a:rect l="l" t="t" r="r" b="b"/>
              <a:pathLst>
                <a:path w="350" h="270" extrusionOk="0">
                  <a:moveTo>
                    <a:pt x="151" y="0"/>
                  </a:moveTo>
                  <a:cubicBezTo>
                    <a:pt x="72" y="0"/>
                    <a:pt x="0" y="105"/>
                    <a:pt x="72" y="179"/>
                  </a:cubicBezTo>
                  <a:cubicBezTo>
                    <a:pt x="92" y="198"/>
                    <a:pt x="112" y="218"/>
                    <a:pt x="129" y="238"/>
                  </a:cubicBezTo>
                  <a:cubicBezTo>
                    <a:pt x="151" y="260"/>
                    <a:pt x="175" y="270"/>
                    <a:pt x="199" y="270"/>
                  </a:cubicBezTo>
                  <a:cubicBezTo>
                    <a:pt x="278" y="270"/>
                    <a:pt x="349" y="165"/>
                    <a:pt x="277" y="92"/>
                  </a:cubicBezTo>
                  <a:cubicBezTo>
                    <a:pt x="258" y="72"/>
                    <a:pt x="238" y="51"/>
                    <a:pt x="220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24"/>
            <p:cNvSpPr/>
            <p:nvPr/>
          </p:nvSpPr>
          <p:spPr>
            <a:xfrm>
              <a:off x="5379750" y="12310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5" y="0"/>
                  </a:moveTo>
                  <a:cubicBezTo>
                    <a:pt x="88" y="0"/>
                    <a:pt x="60" y="15"/>
                    <a:pt x="49" y="48"/>
                  </a:cubicBezTo>
                  <a:cubicBezTo>
                    <a:pt x="38" y="77"/>
                    <a:pt x="29" y="106"/>
                    <a:pt x="19" y="136"/>
                  </a:cubicBezTo>
                  <a:cubicBezTo>
                    <a:pt x="1" y="188"/>
                    <a:pt x="43" y="221"/>
                    <a:pt x="85" y="221"/>
                  </a:cubicBezTo>
                  <a:cubicBezTo>
                    <a:pt x="113" y="221"/>
                    <a:pt x="141" y="207"/>
                    <a:pt x="152" y="174"/>
                  </a:cubicBezTo>
                  <a:cubicBezTo>
                    <a:pt x="163" y="144"/>
                    <a:pt x="171" y="116"/>
                    <a:pt x="181" y="86"/>
                  </a:cubicBezTo>
                  <a:cubicBezTo>
                    <a:pt x="199" y="34"/>
                    <a:pt x="157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24"/>
            <p:cNvSpPr/>
            <p:nvPr/>
          </p:nvSpPr>
          <p:spPr>
            <a:xfrm>
              <a:off x="5818725" y="1231125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7" y="0"/>
                  </a:moveTo>
                  <a:cubicBezTo>
                    <a:pt x="90" y="0"/>
                    <a:pt x="50" y="22"/>
                    <a:pt x="32" y="54"/>
                  </a:cubicBezTo>
                  <a:cubicBezTo>
                    <a:pt x="1" y="107"/>
                    <a:pt x="24" y="163"/>
                    <a:pt x="69" y="196"/>
                  </a:cubicBezTo>
                  <a:cubicBezTo>
                    <a:pt x="109" y="226"/>
                    <a:pt x="147" y="254"/>
                    <a:pt x="186" y="284"/>
                  </a:cubicBezTo>
                  <a:cubicBezTo>
                    <a:pt x="201" y="295"/>
                    <a:pt x="218" y="299"/>
                    <a:pt x="235" y="299"/>
                  </a:cubicBezTo>
                  <a:cubicBezTo>
                    <a:pt x="272" y="299"/>
                    <a:pt x="311" y="278"/>
                    <a:pt x="328" y="246"/>
                  </a:cubicBezTo>
                  <a:cubicBezTo>
                    <a:pt x="359" y="194"/>
                    <a:pt x="337" y="138"/>
                    <a:pt x="291" y="104"/>
                  </a:cubicBezTo>
                  <a:cubicBezTo>
                    <a:pt x="252" y="74"/>
                    <a:pt x="213" y="45"/>
                    <a:pt x="174" y="15"/>
                  </a:cubicBezTo>
                  <a:cubicBezTo>
                    <a:pt x="160" y="5"/>
                    <a:pt x="144" y="0"/>
                    <a:pt x="12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24"/>
            <p:cNvSpPr/>
            <p:nvPr/>
          </p:nvSpPr>
          <p:spPr>
            <a:xfrm>
              <a:off x="5611300" y="1231400"/>
              <a:ext cx="6825" cy="7425"/>
            </a:xfrm>
            <a:custGeom>
              <a:avLst/>
              <a:gdLst/>
              <a:ahLst/>
              <a:cxnLst/>
              <a:rect l="l" t="t" r="r" b="b"/>
              <a:pathLst>
                <a:path w="273" h="297" extrusionOk="0">
                  <a:moveTo>
                    <a:pt x="153" y="1"/>
                  </a:moveTo>
                  <a:cubicBezTo>
                    <a:pt x="107" y="1"/>
                    <a:pt x="68" y="33"/>
                    <a:pt x="52" y="77"/>
                  </a:cubicBezTo>
                  <a:cubicBezTo>
                    <a:pt x="41" y="106"/>
                    <a:pt x="31" y="136"/>
                    <a:pt x="21" y="164"/>
                  </a:cubicBezTo>
                  <a:cubicBezTo>
                    <a:pt x="1" y="217"/>
                    <a:pt x="41" y="278"/>
                    <a:pt x="93" y="292"/>
                  </a:cubicBezTo>
                  <a:cubicBezTo>
                    <a:pt x="102" y="295"/>
                    <a:pt x="111" y="296"/>
                    <a:pt x="120" y="296"/>
                  </a:cubicBezTo>
                  <a:cubicBezTo>
                    <a:pt x="166" y="296"/>
                    <a:pt x="205" y="264"/>
                    <a:pt x="222" y="220"/>
                  </a:cubicBezTo>
                  <a:cubicBezTo>
                    <a:pt x="232" y="191"/>
                    <a:pt x="242" y="162"/>
                    <a:pt x="253" y="133"/>
                  </a:cubicBezTo>
                  <a:cubicBezTo>
                    <a:pt x="272" y="80"/>
                    <a:pt x="232" y="19"/>
                    <a:pt x="180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24"/>
            <p:cNvSpPr/>
            <p:nvPr/>
          </p:nvSpPr>
          <p:spPr>
            <a:xfrm>
              <a:off x="5924425" y="12315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24"/>
            <p:cNvSpPr/>
            <p:nvPr/>
          </p:nvSpPr>
          <p:spPr>
            <a:xfrm>
              <a:off x="5746900" y="1233300"/>
              <a:ext cx="6200" cy="4950"/>
            </a:xfrm>
            <a:custGeom>
              <a:avLst/>
              <a:gdLst/>
              <a:ahLst/>
              <a:cxnLst/>
              <a:rect l="l" t="t" r="r" b="b"/>
              <a:pathLst>
                <a:path w="248" h="198" extrusionOk="0">
                  <a:moveTo>
                    <a:pt x="95" y="1"/>
                  </a:moveTo>
                  <a:cubicBezTo>
                    <a:pt x="49" y="1"/>
                    <a:pt x="1" y="50"/>
                    <a:pt x="30" y="105"/>
                  </a:cubicBezTo>
                  <a:cubicBezTo>
                    <a:pt x="45" y="135"/>
                    <a:pt x="67" y="155"/>
                    <a:pt x="93" y="171"/>
                  </a:cubicBezTo>
                  <a:cubicBezTo>
                    <a:pt x="103" y="186"/>
                    <a:pt x="122" y="198"/>
                    <a:pt x="148" y="198"/>
                  </a:cubicBezTo>
                  <a:lnTo>
                    <a:pt x="185" y="198"/>
                  </a:lnTo>
                  <a:cubicBezTo>
                    <a:pt x="190" y="198"/>
                    <a:pt x="195" y="197"/>
                    <a:pt x="200" y="196"/>
                  </a:cubicBezTo>
                  <a:lnTo>
                    <a:pt x="201" y="196"/>
                  </a:lnTo>
                  <a:cubicBezTo>
                    <a:pt x="202" y="196"/>
                    <a:pt x="203" y="195"/>
                    <a:pt x="205" y="195"/>
                  </a:cubicBezTo>
                  <a:cubicBezTo>
                    <a:pt x="218" y="190"/>
                    <a:pt x="229" y="179"/>
                    <a:pt x="236" y="167"/>
                  </a:cubicBezTo>
                  <a:cubicBezTo>
                    <a:pt x="243" y="155"/>
                    <a:pt x="247" y="143"/>
                    <a:pt x="247" y="129"/>
                  </a:cubicBezTo>
                  <a:cubicBezTo>
                    <a:pt x="247" y="110"/>
                    <a:pt x="241" y="94"/>
                    <a:pt x="229" y="83"/>
                  </a:cubicBezTo>
                  <a:cubicBezTo>
                    <a:pt x="218" y="70"/>
                    <a:pt x="203" y="61"/>
                    <a:pt x="184" y="60"/>
                  </a:cubicBezTo>
                  <a:cubicBezTo>
                    <a:pt x="181" y="60"/>
                    <a:pt x="180" y="58"/>
                    <a:pt x="177" y="58"/>
                  </a:cubicBezTo>
                  <a:cubicBezTo>
                    <a:pt x="163" y="57"/>
                    <a:pt x="155" y="46"/>
                    <a:pt x="150" y="35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24"/>
            <p:cNvSpPr/>
            <p:nvPr/>
          </p:nvSpPr>
          <p:spPr>
            <a:xfrm>
              <a:off x="5418275" y="1234500"/>
              <a:ext cx="7525" cy="7450"/>
            </a:xfrm>
            <a:custGeom>
              <a:avLst/>
              <a:gdLst/>
              <a:ahLst/>
              <a:cxnLst/>
              <a:rect l="l" t="t" r="r" b="b"/>
              <a:pathLst>
                <a:path w="301" h="298" extrusionOk="0">
                  <a:moveTo>
                    <a:pt x="180" y="1"/>
                  </a:moveTo>
                  <a:cubicBezTo>
                    <a:pt x="145" y="1"/>
                    <a:pt x="110" y="20"/>
                    <a:pt x="89" y="52"/>
                  </a:cubicBezTo>
                  <a:cubicBezTo>
                    <a:pt x="69" y="82"/>
                    <a:pt x="50" y="111"/>
                    <a:pt x="31" y="142"/>
                  </a:cubicBezTo>
                  <a:cubicBezTo>
                    <a:pt x="1" y="188"/>
                    <a:pt x="23" y="256"/>
                    <a:pt x="68" y="283"/>
                  </a:cubicBezTo>
                  <a:cubicBezTo>
                    <a:pt x="85" y="293"/>
                    <a:pt x="102" y="298"/>
                    <a:pt x="119" y="298"/>
                  </a:cubicBezTo>
                  <a:cubicBezTo>
                    <a:pt x="155" y="298"/>
                    <a:pt x="189" y="278"/>
                    <a:pt x="210" y="246"/>
                  </a:cubicBezTo>
                  <a:cubicBezTo>
                    <a:pt x="230" y="216"/>
                    <a:pt x="250" y="188"/>
                    <a:pt x="269" y="158"/>
                  </a:cubicBezTo>
                  <a:cubicBezTo>
                    <a:pt x="300" y="111"/>
                    <a:pt x="277" y="42"/>
                    <a:pt x="231" y="15"/>
                  </a:cubicBezTo>
                  <a:cubicBezTo>
                    <a:pt x="215" y="5"/>
                    <a:pt x="197" y="1"/>
                    <a:pt x="1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24"/>
            <p:cNvSpPr/>
            <p:nvPr/>
          </p:nvSpPr>
          <p:spPr>
            <a:xfrm>
              <a:off x="5779875" y="1235600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24"/>
            <p:cNvSpPr/>
            <p:nvPr/>
          </p:nvSpPr>
          <p:spPr>
            <a:xfrm>
              <a:off x="5097975" y="1235800"/>
              <a:ext cx="7325" cy="5950"/>
            </a:xfrm>
            <a:custGeom>
              <a:avLst/>
              <a:gdLst/>
              <a:ahLst/>
              <a:cxnLst/>
              <a:rect l="l" t="t" r="r" b="b"/>
              <a:pathLst>
                <a:path w="293" h="238" extrusionOk="0">
                  <a:moveTo>
                    <a:pt x="176" y="1"/>
                  </a:moveTo>
                  <a:cubicBezTo>
                    <a:pt x="158" y="1"/>
                    <a:pt x="140" y="5"/>
                    <a:pt x="123" y="14"/>
                  </a:cubicBezTo>
                  <a:cubicBezTo>
                    <a:pt x="104" y="24"/>
                    <a:pt x="84" y="34"/>
                    <a:pt x="65" y="44"/>
                  </a:cubicBezTo>
                  <a:cubicBezTo>
                    <a:pt x="14" y="70"/>
                    <a:pt x="0" y="139"/>
                    <a:pt x="27" y="186"/>
                  </a:cubicBezTo>
                  <a:cubicBezTo>
                    <a:pt x="47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69" y="224"/>
                  </a:cubicBezTo>
                  <a:cubicBezTo>
                    <a:pt x="189" y="214"/>
                    <a:pt x="209" y="205"/>
                    <a:pt x="228" y="194"/>
                  </a:cubicBezTo>
                  <a:cubicBezTo>
                    <a:pt x="278" y="168"/>
                    <a:pt x="293" y="98"/>
                    <a:pt x="266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24"/>
            <p:cNvSpPr/>
            <p:nvPr/>
          </p:nvSpPr>
          <p:spPr>
            <a:xfrm>
              <a:off x="5242450" y="12364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24"/>
            <p:cNvSpPr/>
            <p:nvPr/>
          </p:nvSpPr>
          <p:spPr>
            <a:xfrm>
              <a:off x="5937675" y="1236575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16" y="1"/>
                  </a:moveTo>
                  <a:cubicBezTo>
                    <a:pt x="81" y="1"/>
                    <a:pt x="48" y="17"/>
                    <a:pt x="29" y="51"/>
                  </a:cubicBezTo>
                  <a:cubicBezTo>
                    <a:pt x="1" y="98"/>
                    <a:pt x="15" y="168"/>
                    <a:pt x="66" y="194"/>
                  </a:cubicBezTo>
                  <a:cubicBezTo>
                    <a:pt x="86" y="205"/>
                    <a:pt x="104" y="214"/>
                    <a:pt x="124" y="224"/>
                  </a:cubicBezTo>
                  <a:cubicBezTo>
                    <a:pt x="141" y="233"/>
                    <a:pt x="159" y="237"/>
                    <a:pt x="177" y="237"/>
                  </a:cubicBezTo>
                  <a:cubicBezTo>
                    <a:pt x="213" y="237"/>
                    <a:pt x="247" y="220"/>
                    <a:pt x="267" y="186"/>
                  </a:cubicBezTo>
                  <a:cubicBezTo>
                    <a:pt x="294" y="139"/>
                    <a:pt x="279" y="70"/>
                    <a:pt x="229" y="44"/>
                  </a:cubicBezTo>
                  <a:cubicBezTo>
                    <a:pt x="210" y="34"/>
                    <a:pt x="190" y="23"/>
                    <a:pt x="171" y="14"/>
                  </a:cubicBezTo>
                  <a:cubicBezTo>
                    <a:pt x="153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24"/>
            <p:cNvSpPr/>
            <p:nvPr/>
          </p:nvSpPr>
          <p:spPr>
            <a:xfrm>
              <a:off x="4887450" y="1236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177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24"/>
            <p:cNvSpPr/>
            <p:nvPr/>
          </p:nvSpPr>
          <p:spPr>
            <a:xfrm>
              <a:off x="5148325" y="1236900"/>
              <a:ext cx="6300" cy="5050"/>
            </a:xfrm>
            <a:custGeom>
              <a:avLst/>
              <a:gdLst/>
              <a:ahLst/>
              <a:cxnLst/>
              <a:rect l="l" t="t" r="r" b="b"/>
              <a:pathLst>
                <a:path w="252" h="202" extrusionOk="0">
                  <a:moveTo>
                    <a:pt x="101" y="1"/>
                  </a:moveTo>
                  <a:cubicBezTo>
                    <a:pt x="48" y="1"/>
                    <a:pt x="0" y="71"/>
                    <a:pt x="48" y="120"/>
                  </a:cubicBezTo>
                  <a:cubicBezTo>
                    <a:pt x="67" y="140"/>
                    <a:pt x="86" y="161"/>
                    <a:pt x="105" y="180"/>
                  </a:cubicBezTo>
                  <a:cubicBezTo>
                    <a:pt x="119" y="195"/>
                    <a:pt x="135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4" y="62"/>
                    <a:pt x="165" y="41"/>
                    <a:pt x="147" y="22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24"/>
            <p:cNvSpPr/>
            <p:nvPr/>
          </p:nvSpPr>
          <p:spPr>
            <a:xfrm>
              <a:off x="5341375" y="1238100"/>
              <a:ext cx="5100" cy="4975"/>
            </a:xfrm>
            <a:custGeom>
              <a:avLst/>
              <a:gdLst/>
              <a:ahLst/>
              <a:cxnLst/>
              <a:rect l="l" t="t" r="r" b="b"/>
              <a:pathLst>
                <a:path w="204" h="199" extrusionOk="0">
                  <a:moveTo>
                    <a:pt x="94" y="0"/>
                  </a:moveTo>
                  <a:cubicBezTo>
                    <a:pt x="49" y="0"/>
                    <a:pt x="0" y="50"/>
                    <a:pt x="27" y="104"/>
                  </a:cubicBezTo>
                  <a:cubicBezTo>
                    <a:pt x="37" y="124"/>
                    <a:pt x="46" y="144"/>
                    <a:pt x="57" y="163"/>
                  </a:cubicBezTo>
                  <a:cubicBezTo>
                    <a:pt x="69" y="188"/>
                    <a:pt x="89" y="199"/>
                    <a:pt x="110" y="199"/>
                  </a:cubicBezTo>
                  <a:cubicBezTo>
                    <a:pt x="156" y="199"/>
                    <a:pt x="203" y="148"/>
                    <a:pt x="177" y="93"/>
                  </a:cubicBezTo>
                  <a:cubicBezTo>
                    <a:pt x="166" y="73"/>
                    <a:pt x="157" y="55"/>
                    <a:pt x="147" y="35"/>
                  </a:cubicBezTo>
                  <a:cubicBezTo>
                    <a:pt x="135" y="10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24"/>
            <p:cNvSpPr/>
            <p:nvPr/>
          </p:nvSpPr>
          <p:spPr>
            <a:xfrm>
              <a:off x="5695425" y="1239025"/>
              <a:ext cx="6875" cy="4375"/>
            </a:xfrm>
            <a:custGeom>
              <a:avLst/>
              <a:gdLst/>
              <a:ahLst/>
              <a:cxnLst/>
              <a:rect l="l" t="t" r="r" b="b"/>
              <a:pathLst>
                <a:path w="275" h="175" extrusionOk="0">
                  <a:moveTo>
                    <a:pt x="88" y="1"/>
                  </a:moveTo>
                  <a:cubicBezTo>
                    <a:pt x="22" y="1"/>
                    <a:pt x="0" y="112"/>
                    <a:pt x="75" y="139"/>
                  </a:cubicBezTo>
                  <a:cubicBezTo>
                    <a:pt x="104" y="149"/>
                    <a:pt x="133" y="159"/>
                    <a:pt x="163" y="170"/>
                  </a:cubicBezTo>
                  <a:cubicBezTo>
                    <a:pt x="171" y="173"/>
                    <a:pt x="179" y="174"/>
                    <a:pt x="186" y="174"/>
                  </a:cubicBezTo>
                  <a:cubicBezTo>
                    <a:pt x="252" y="174"/>
                    <a:pt x="275" y="63"/>
                    <a:pt x="199" y="36"/>
                  </a:cubicBezTo>
                  <a:cubicBezTo>
                    <a:pt x="170" y="26"/>
                    <a:pt x="141" y="15"/>
                    <a:pt x="112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24"/>
            <p:cNvSpPr/>
            <p:nvPr/>
          </p:nvSpPr>
          <p:spPr>
            <a:xfrm>
              <a:off x="5660150" y="12397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24"/>
            <p:cNvSpPr/>
            <p:nvPr/>
          </p:nvSpPr>
          <p:spPr>
            <a:xfrm>
              <a:off x="5211300" y="1240100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5" y="0"/>
                  </a:moveTo>
                  <a:cubicBezTo>
                    <a:pt x="0" y="0"/>
                    <a:pt x="0" y="70"/>
                    <a:pt x="45" y="70"/>
                  </a:cubicBezTo>
                  <a:cubicBezTo>
                    <a:pt x="91" y="70"/>
                    <a:pt x="91" y="0"/>
                    <a:pt x="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24"/>
            <p:cNvSpPr/>
            <p:nvPr/>
          </p:nvSpPr>
          <p:spPr>
            <a:xfrm>
              <a:off x="5066750" y="1241000"/>
              <a:ext cx="5250" cy="6500"/>
            </a:xfrm>
            <a:custGeom>
              <a:avLst/>
              <a:gdLst/>
              <a:ahLst/>
              <a:cxnLst/>
              <a:rect l="l" t="t" r="r" b="b"/>
              <a:pathLst>
                <a:path w="210" h="260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9" y="226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24"/>
            <p:cNvSpPr/>
            <p:nvPr/>
          </p:nvSpPr>
          <p:spPr>
            <a:xfrm>
              <a:off x="5558925" y="124317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24"/>
            <p:cNvSpPr/>
            <p:nvPr/>
          </p:nvSpPr>
          <p:spPr>
            <a:xfrm>
              <a:off x="5892550" y="1243300"/>
              <a:ext cx="4700" cy="9950"/>
            </a:xfrm>
            <a:custGeom>
              <a:avLst/>
              <a:gdLst/>
              <a:ahLst/>
              <a:cxnLst/>
              <a:rect l="l" t="t" r="r" b="b"/>
              <a:pathLst>
                <a:path w="188" h="398" extrusionOk="0">
                  <a:moveTo>
                    <a:pt x="103" y="1"/>
                  </a:moveTo>
                  <a:cubicBezTo>
                    <a:pt x="76" y="1"/>
                    <a:pt x="49" y="15"/>
                    <a:pt x="39" y="50"/>
                  </a:cubicBezTo>
                  <a:cubicBezTo>
                    <a:pt x="15" y="142"/>
                    <a:pt x="2" y="236"/>
                    <a:pt x="1" y="330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5" y="397"/>
                    <a:pt x="140" y="375"/>
                    <a:pt x="140" y="330"/>
                  </a:cubicBezTo>
                  <a:cubicBezTo>
                    <a:pt x="141" y="247"/>
                    <a:pt x="151" y="168"/>
                    <a:pt x="173" y="87"/>
                  </a:cubicBezTo>
                  <a:cubicBezTo>
                    <a:pt x="187" y="35"/>
                    <a:pt x="144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24"/>
            <p:cNvSpPr/>
            <p:nvPr/>
          </p:nvSpPr>
          <p:spPr>
            <a:xfrm>
              <a:off x="5113850" y="1243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24"/>
            <p:cNvSpPr/>
            <p:nvPr/>
          </p:nvSpPr>
          <p:spPr>
            <a:xfrm>
              <a:off x="4954750" y="1247400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50"/>
                    <a:pt x="36" y="102"/>
                  </a:cubicBezTo>
                  <a:cubicBezTo>
                    <a:pt x="55" y="131"/>
                    <a:pt x="74" y="160"/>
                    <a:pt x="94" y="190"/>
                  </a:cubicBezTo>
                  <a:cubicBezTo>
                    <a:pt x="109" y="212"/>
                    <a:pt x="130" y="222"/>
                    <a:pt x="152" y="222"/>
                  </a:cubicBezTo>
                  <a:cubicBezTo>
                    <a:pt x="201" y="222"/>
                    <a:pt x="249" y="173"/>
                    <a:pt x="214" y="120"/>
                  </a:cubicBezTo>
                  <a:cubicBezTo>
                    <a:pt x="195" y="90"/>
                    <a:pt x="176" y="62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24"/>
            <p:cNvSpPr/>
            <p:nvPr/>
          </p:nvSpPr>
          <p:spPr>
            <a:xfrm>
              <a:off x="5195275" y="12480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0"/>
                  </a:lnTo>
                  <a:cubicBezTo>
                    <a:pt x="0" y="100"/>
                    <a:pt x="47" y="169"/>
                    <a:pt x="101" y="169"/>
                  </a:cubicBezTo>
                  <a:cubicBezTo>
                    <a:pt x="116" y="169"/>
                    <a:pt x="133" y="163"/>
                    <a:pt x="147" y="149"/>
                  </a:cubicBezTo>
                  <a:lnTo>
                    <a:pt x="177" y="120"/>
                  </a:lnTo>
                  <a:cubicBezTo>
                    <a:pt x="225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24"/>
            <p:cNvSpPr/>
            <p:nvPr/>
          </p:nvSpPr>
          <p:spPr>
            <a:xfrm>
              <a:off x="4908975" y="12480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50" y="1"/>
                  </a:moveTo>
                  <a:cubicBezTo>
                    <a:pt x="25" y="1"/>
                    <a:pt x="1" y="35"/>
                    <a:pt x="24" y="62"/>
                  </a:cubicBezTo>
                  <a:cubicBezTo>
                    <a:pt x="83" y="128"/>
                    <a:pt x="143" y="196"/>
                    <a:pt x="204" y="264"/>
                  </a:cubicBezTo>
                  <a:cubicBezTo>
                    <a:pt x="211" y="271"/>
                    <a:pt x="219" y="275"/>
                    <a:pt x="227" y="275"/>
                  </a:cubicBezTo>
                  <a:cubicBezTo>
                    <a:pt x="252" y="275"/>
                    <a:pt x="276" y="240"/>
                    <a:pt x="253" y="214"/>
                  </a:cubicBezTo>
                  <a:cubicBezTo>
                    <a:pt x="194" y="147"/>
                    <a:pt x="134" y="79"/>
                    <a:pt x="73" y="12"/>
                  </a:cubicBez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24"/>
            <p:cNvSpPr/>
            <p:nvPr/>
          </p:nvSpPr>
          <p:spPr>
            <a:xfrm>
              <a:off x="5355725" y="1248400"/>
              <a:ext cx="5775" cy="4250"/>
            </a:xfrm>
            <a:custGeom>
              <a:avLst/>
              <a:gdLst/>
              <a:ahLst/>
              <a:cxnLst/>
              <a:rect l="l" t="t" r="r" b="b"/>
              <a:pathLst>
                <a:path w="231" h="170" extrusionOk="0">
                  <a:moveTo>
                    <a:pt x="108" y="0"/>
                  </a:moveTo>
                  <a:cubicBezTo>
                    <a:pt x="99" y="0"/>
                    <a:pt x="90" y="1"/>
                    <a:pt x="80" y="3"/>
                  </a:cubicBezTo>
                  <a:cubicBezTo>
                    <a:pt x="1" y="21"/>
                    <a:pt x="26" y="136"/>
                    <a:pt x="98" y="139"/>
                  </a:cubicBezTo>
                  <a:cubicBezTo>
                    <a:pt x="109" y="160"/>
                    <a:pt x="132" y="169"/>
                    <a:pt x="156" y="169"/>
                  </a:cubicBezTo>
                  <a:cubicBezTo>
                    <a:pt x="168" y="169"/>
                    <a:pt x="181" y="166"/>
                    <a:pt x="191" y="161"/>
                  </a:cubicBezTo>
                  <a:cubicBezTo>
                    <a:pt x="228" y="140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24"/>
            <p:cNvSpPr/>
            <p:nvPr/>
          </p:nvSpPr>
          <p:spPr>
            <a:xfrm>
              <a:off x="5371325" y="12484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5"/>
                    <a:pt x="40" y="75"/>
                    <a:pt x="29" y="94"/>
                  </a:cubicBezTo>
                  <a:cubicBezTo>
                    <a:pt x="1" y="148"/>
                    <a:pt x="48" y="199"/>
                    <a:pt x="94" y="199"/>
                  </a:cubicBezTo>
                  <a:cubicBezTo>
                    <a:pt x="115" y="199"/>
                    <a:pt x="136" y="189"/>
                    <a:pt x="149" y="164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24"/>
            <p:cNvSpPr/>
            <p:nvPr/>
          </p:nvSpPr>
          <p:spPr>
            <a:xfrm>
              <a:off x="4928650" y="1248775"/>
              <a:ext cx="4750" cy="6425"/>
            </a:xfrm>
            <a:custGeom>
              <a:avLst/>
              <a:gdLst/>
              <a:ahLst/>
              <a:cxnLst/>
              <a:rect l="l" t="t" r="r" b="b"/>
              <a:pathLst>
                <a:path w="190" h="257" extrusionOk="0">
                  <a:moveTo>
                    <a:pt x="78" y="0"/>
                  </a:moveTo>
                  <a:cubicBezTo>
                    <a:pt x="51" y="0"/>
                    <a:pt x="26" y="15"/>
                    <a:pt x="18" y="50"/>
                  </a:cubicBezTo>
                  <a:cubicBezTo>
                    <a:pt x="1" y="121"/>
                    <a:pt x="18" y="182"/>
                    <a:pt x="62" y="236"/>
                  </a:cubicBezTo>
                  <a:cubicBezTo>
                    <a:pt x="73" y="250"/>
                    <a:pt x="90" y="256"/>
                    <a:pt x="108" y="256"/>
                  </a:cubicBezTo>
                  <a:cubicBezTo>
                    <a:pt x="127" y="256"/>
                    <a:pt x="147" y="249"/>
                    <a:pt x="160" y="236"/>
                  </a:cubicBezTo>
                  <a:cubicBezTo>
                    <a:pt x="189" y="208"/>
                    <a:pt x="184" y="167"/>
                    <a:pt x="160" y="137"/>
                  </a:cubicBezTo>
                  <a:cubicBezTo>
                    <a:pt x="149" y="123"/>
                    <a:pt x="148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24"/>
            <p:cNvSpPr/>
            <p:nvPr/>
          </p:nvSpPr>
          <p:spPr>
            <a:xfrm>
              <a:off x="5471850" y="12494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0"/>
                  </a:moveTo>
                  <a:cubicBezTo>
                    <a:pt x="119" y="0"/>
                    <a:pt x="98" y="11"/>
                    <a:pt x="87" y="36"/>
                  </a:cubicBezTo>
                  <a:cubicBezTo>
                    <a:pt x="67" y="75"/>
                    <a:pt x="47" y="115"/>
                    <a:pt x="28" y="154"/>
                  </a:cubicBezTo>
                  <a:cubicBezTo>
                    <a:pt x="1" y="209"/>
                    <a:pt x="48" y="259"/>
                    <a:pt x="94" y="259"/>
                  </a:cubicBezTo>
                  <a:cubicBezTo>
                    <a:pt x="115" y="259"/>
                    <a:pt x="135" y="249"/>
                    <a:pt x="148" y="224"/>
                  </a:cubicBezTo>
                  <a:cubicBezTo>
                    <a:pt x="167" y="185"/>
                    <a:pt x="186" y="144"/>
                    <a:pt x="206" y="106"/>
                  </a:cubicBezTo>
                  <a:cubicBezTo>
                    <a:pt x="233" y="50"/>
                    <a:pt x="185" y="0"/>
                    <a:pt x="13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24"/>
            <p:cNvSpPr/>
            <p:nvPr/>
          </p:nvSpPr>
          <p:spPr>
            <a:xfrm>
              <a:off x="5856525" y="1249675"/>
              <a:ext cx="5225" cy="7275"/>
            </a:xfrm>
            <a:custGeom>
              <a:avLst/>
              <a:gdLst/>
              <a:ahLst/>
              <a:cxnLst/>
              <a:rect l="l" t="t" r="r" b="b"/>
              <a:pathLst>
                <a:path w="209" h="29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89"/>
                  </a:lnTo>
                  <a:cubicBezTo>
                    <a:pt x="1" y="257"/>
                    <a:pt x="53" y="290"/>
                    <a:pt x="105" y="290"/>
                  </a:cubicBezTo>
                  <a:cubicBezTo>
                    <a:pt x="157" y="290"/>
                    <a:pt x="209" y="257"/>
                    <a:pt x="209" y="18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24"/>
            <p:cNvSpPr/>
            <p:nvPr/>
          </p:nvSpPr>
          <p:spPr>
            <a:xfrm>
              <a:off x="5648725" y="125067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6" y="249"/>
                    <a:pt x="175" y="197"/>
                  </a:cubicBezTo>
                  <a:cubicBezTo>
                    <a:pt x="165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24"/>
            <p:cNvSpPr/>
            <p:nvPr/>
          </p:nvSpPr>
          <p:spPr>
            <a:xfrm>
              <a:off x="5969875" y="125137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5"/>
                    <a:pt x="250" y="60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24"/>
            <p:cNvSpPr/>
            <p:nvPr/>
          </p:nvSpPr>
          <p:spPr>
            <a:xfrm>
              <a:off x="5163700" y="1251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24"/>
            <p:cNvSpPr/>
            <p:nvPr/>
          </p:nvSpPr>
          <p:spPr>
            <a:xfrm>
              <a:off x="5788675" y="12524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8" y="140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24"/>
            <p:cNvSpPr/>
            <p:nvPr/>
          </p:nvSpPr>
          <p:spPr>
            <a:xfrm>
              <a:off x="5874300" y="12526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03" y="1"/>
                  </a:moveTo>
                  <a:cubicBezTo>
                    <a:pt x="49" y="1"/>
                    <a:pt x="0" y="70"/>
                    <a:pt x="51" y="118"/>
                  </a:cubicBezTo>
                  <a:cubicBezTo>
                    <a:pt x="70" y="138"/>
                    <a:pt x="90" y="157"/>
                    <a:pt x="110" y="177"/>
                  </a:cubicBezTo>
                  <a:cubicBezTo>
                    <a:pt x="125" y="191"/>
                    <a:pt x="141" y="197"/>
                    <a:pt x="157" y="197"/>
                  </a:cubicBezTo>
                  <a:cubicBezTo>
                    <a:pt x="212" y="197"/>
                    <a:pt x="259" y="128"/>
                    <a:pt x="209" y="79"/>
                  </a:cubicBezTo>
                  <a:cubicBezTo>
                    <a:pt x="189" y="59"/>
                    <a:pt x="168" y="39"/>
                    <a:pt x="150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24"/>
            <p:cNvSpPr/>
            <p:nvPr/>
          </p:nvSpPr>
          <p:spPr>
            <a:xfrm>
              <a:off x="5672800" y="1254375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76" y="0"/>
                  </a:moveTo>
                  <a:cubicBezTo>
                    <a:pt x="134" y="0"/>
                    <a:pt x="110" y="31"/>
                    <a:pt x="108" y="64"/>
                  </a:cubicBezTo>
                  <a:cubicBezTo>
                    <a:pt x="103" y="62"/>
                    <a:pt x="97" y="61"/>
                    <a:pt x="90" y="61"/>
                  </a:cubicBezTo>
                  <a:cubicBezTo>
                    <a:pt x="1" y="61"/>
                    <a:pt x="1" y="199"/>
                    <a:pt x="90" y="199"/>
                  </a:cubicBezTo>
                  <a:cubicBezTo>
                    <a:pt x="131" y="199"/>
                    <a:pt x="155" y="168"/>
                    <a:pt x="157" y="136"/>
                  </a:cubicBezTo>
                  <a:cubicBezTo>
                    <a:pt x="162" y="137"/>
                    <a:pt x="169" y="138"/>
                    <a:pt x="176" y="138"/>
                  </a:cubicBezTo>
                  <a:cubicBezTo>
                    <a:pt x="176" y="138"/>
                    <a:pt x="176" y="138"/>
                    <a:pt x="177" y="138"/>
                  </a:cubicBezTo>
                  <a:cubicBezTo>
                    <a:pt x="265" y="138"/>
                    <a:pt x="265" y="0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24"/>
            <p:cNvSpPr/>
            <p:nvPr/>
          </p:nvSpPr>
          <p:spPr>
            <a:xfrm>
              <a:off x="5528350" y="1255300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76" y="1"/>
                  </a:moveTo>
                  <a:cubicBezTo>
                    <a:pt x="158" y="1"/>
                    <a:pt x="140" y="5"/>
                    <a:pt x="122" y="14"/>
                  </a:cubicBezTo>
                  <a:cubicBezTo>
                    <a:pt x="104" y="24"/>
                    <a:pt x="84" y="33"/>
                    <a:pt x="64" y="43"/>
                  </a:cubicBezTo>
                  <a:cubicBezTo>
                    <a:pt x="14" y="69"/>
                    <a:pt x="0" y="139"/>
                    <a:pt x="27" y="186"/>
                  </a:cubicBezTo>
                  <a:cubicBezTo>
                    <a:pt x="47" y="220"/>
                    <a:pt x="81" y="236"/>
                    <a:pt x="116" y="236"/>
                  </a:cubicBezTo>
                  <a:cubicBezTo>
                    <a:pt x="134" y="236"/>
                    <a:pt x="152" y="232"/>
                    <a:pt x="169" y="223"/>
                  </a:cubicBezTo>
                  <a:cubicBezTo>
                    <a:pt x="189" y="213"/>
                    <a:pt x="208" y="204"/>
                    <a:pt x="228" y="193"/>
                  </a:cubicBezTo>
                  <a:cubicBezTo>
                    <a:pt x="277" y="169"/>
                    <a:pt x="292" y="98"/>
                    <a:pt x="265" y="51"/>
                  </a:cubicBezTo>
                  <a:cubicBezTo>
                    <a:pt x="246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24"/>
            <p:cNvSpPr/>
            <p:nvPr/>
          </p:nvSpPr>
          <p:spPr>
            <a:xfrm>
              <a:off x="5317775" y="12563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24"/>
            <p:cNvSpPr/>
            <p:nvPr/>
          </p:nvSpPr>
          <p:spPr>
            <a:xfrm>
              <a:off x="5578700" y="12564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0" y="0"/>
                  </a:moveTo>
                  <a:cubicBezTo>
                    <a:pt x="47" y="0"/>
                    <a:pt x="0" y="70"/>
                    <a:pt x="48" y="120"/>
                  </a:cubicBezTo>
                  <a:cubicBezTo>
                    <a:pt x="66" y="139"/>
                    <a:pt x="85" y="160"/>
                    <a:pt x="105" y="179"/>
                  </a:cubicBezTo>
                  <a:cubicBezTo>
                    <a:pt x="119" y="194"/>
                    <a:pt x="136" y="201"/>
                    <a:pt x="152" y="201"/>
                  </a:cubicBezTo>
                  <a:cubicBezTo>
                    <a:pt x="204" y="201"/>
                    <a:pt x="251" y="131"/>
                    <a:pt x="203" y="81"/>
                  </a:cubicBezTo>
                  <a:cubicBezTo>
                    <a:pt x="184" y="61"/>
                    <a:pt x="165" y="41"/>
                    <a:pt x="147" y="22"/>
                  </a:cubicBezTo>
                  <a:cubicBezTo>
                    <a:pt x="132" y="7"/>
                    <a:pt x="116" y="0"/>
                    <a:pt x="1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24"/>
            <p:cNvSpPr/>
            <p:nvPr/>
          </p:nvSpPr>
          <p:spPr>
            <a:xfrm>
              <a:off x="5730700" y="1256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0" y="1"/>
                    <a:pt x="1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24"/>
            <p:cNvSpPr/>
            <p:nvPr/>
          </p:nvSpPr>
          <p:spPr>
            <a:xfrm>
              <a:off x="4988600" y="12568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3" y="239"/>
                  </a:cubicBezTo>
                  <a:cubicBezTo>
                    <a:pt x="253" y="239"/>
                    <a:pt x="325" y="135"/>
                    <a:pt x="252" y="62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24"/>
            <p:cNvSpPr/>
            <p:nvPr/>
          </p:nvSpPr>
          <p:spPr>
            <a:xfrm>
              <a:off x="6019325" y="12573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2" y="1"/>
                    <a:pt x="0" y="209"/>
                    <a:pt x="135" y="209"/>
                  </a:cubicBezTo>
                  <a:cubicBezTo>
                    <a:pt x="268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24"/>
            <p:cNvSpPr/>
            <p:nvPr/>
          </p:nvSpPr>
          <p:spPr>
            <a:xfrm>
              <a:off x="5694350" y="1258125"/>
              <a:ext cx="4675" cy="7100"/>
            </a:xfrm>
            <a:custGeom>
              <a:avLst/>
              <a:gdLst/>
              <a:ahLst/>
              <a:cxnLst/>
              <a:rect l="l" t="t" r="r" b="b"/>
              <a:pathLst>
                <a:path w="187" h="284" extrusionOk="0">
                  <a:moveTo>
                    <a:pt x="102" y="1"/>
                  </a:moveTo>
                  <a:cubicBezTo>
                    <a:pt x="75" y="1"/>
                    <a:pt x="50" y="15"/>
                    <a:pt x="43" y="49"/>
                  </a:cubicBezTo>
                  <a:cubicBezTo>
                    <a:pt x="33" y="99"/>
                    <a:pt x="22" y="147"/>
                    <a:pt x="12" y="196"/>
                  </a:cubicBezTo>
                  <a:cubicBezTo>
                    <a:pt x="0" y="249"/>
                    <a:pt x="44" y="284"/>
                    <a:pt x="85" y="284"/>
                  </a:cubicBezTo>
                  <a:cubicBezTo>
                    <a:pt x="111" y="284"/>
                    <a:pt x="137" y="269"/>
                    <a:pt x="145" y="234"/>
                  </a:cubicBezTo>
                  <a:cubicBezTo>
                    <a:pt x="155" y="184"/>
                    <a:pt x="165" y="136"/>
                    <a:pt x="176" y="88"/>
                  </a:cubicBezTo>
                  <a:cubicBezTo>
                    <a:pt x="187" y="35"/>
                    <a:pt x="143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24"/>
            <p:cNvSpPr/>
            <p:nvPr/>
          </p:nvSpPr>
          <p:spPr>
            <a:xfrm>
              <a:off x="5641675" y="12595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4" y="1"/>
                  </a:moveTo>
                  <a:cubicBezTo>
                    <a:pt x="0" y="1"/>
                    <a:pt x="0" y="71"/>
                    <a:pt x="44" y="71"/>
                  </a:cubicBezTo>
                  <a:cubicBezTo>
                    <a:pt x="89" y="71"/>
                    <a:pt x="89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24"/>
            <p:cNvSpPr/>
            <p:nvPr/>
          </p:nvSpPr>
          <p:spPr>
            <a:xfrm>
              <a:off x="5233375" y="12598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50" y="51"/>
                  </a:lnTo>
                  <a:cubicBezTo>
                    <a:pt x="0" y="100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24"/>
            <p:cNvSpPr/>
            <p:nvPr/>
          </p:nvSpPr>
          <p:spPr>
            <a:xfrm>
              <a:off x="5497125" y="1260500"/>
              <a:ext cx="5225" cy="6525"/>
            </a:xfrm>
            <a:custGeom>
              <a:avLst/>
              <a:gdLst/>
              <a:ahLst/>
              <a:cxnLst/>
              <a:rect l="l" t="t" r="r" b="b"/>
              <a:pathLst>
                <a:path w="209" h="261" extrusionOk="0">
                  <a:moveTo>
                    <a:pt x="105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6"/>
                    <a:pt x="53" y="260"/>
                    <a:pt x="105" y="260"/>
                  </a:cubicBezTo>
                  <a:cubicBezTo>
                    <a:pt x="157" y="260"/>
                    <a:pt x="208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24"/>
            <p:cNvSpPr/>
            <p:nvPr/>
          </p:nvSpPr>
          <p:spPr>
            <a:xfrm>
              <a:off x="5079150" y="12623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5" y="1"/>
                  </a:moveTo>
                  <a:cubicBezTo>
                    <a:pt x="53" y="1"/>
                    <a:pt x="0" y="35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0" y="131"/>
                  </a:cubicBezTo>
                  <a:lnTo>
                    <a:pt x="210" y="102"/>
                  </a:lnTo>
                  <a:cubicBezTo>
                    <a:pt x="210" y="35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24"/>
            <p:cNvSpPr/>
            <p:nvPr/>
          </p:nvSpPr>
          <p:spPr>
            <a:xfrm>
              <a:off x="5110850" y="12625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273"/>
                  </a:lnTo>
                  <a:cubicBezTo>
                    <a:pt x="0" y="318"/>
                    <a:pt x="35" y="341"/>
                    <a:pt x="70" y="341"/>
                  </a:cubicBezTo>
                  <a:cubicBezTo>
                    <a:pt x="105" y="341"/>
                    <a:pt x="139" y="318"/>
                    <a:pt x="139" y="273"/>
                  </a:cubicBezTo>
                  <a:lnTo>
                    <a:pt x="139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24"/>
            <p:cNvSpPr/>
            <p:nvPr/>
          </p:nvSpPr>
          <p:spPr>
            <a:xfrm>
              <a:off x="5138725" y="12626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24"/>
            <p:cNvSpPr/>
            <p:nvPr/>
          </p:nvSpPr>
          <p:spPr>
            <a:xfrm>
              <a:off x="5544200" y="1262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4"/>
                    <a:pt x="0" y="69"/>
                  </a:cubicBezTo>
                  <a:lnTo>
                    <a:pt x="0" y="99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9"/>
                  </a:cubicBezTo>
                  <a:lnTo>
                    <a:pt x="139" y="69"/>
                  </a:lnTo>
                  <a:cubicBezTo>
                    <a:pt x="139" y="24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24"/>
            <p:cNvSpPr/>
            <p:nvPr/>
          </p:nvSpPr>
          <p:spPr>
            <a:xfrm>
              <a:off x="5385100" y="126692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1"/>
                    <a:pt x="74" y="160"/>
                    <a:pt x="94" y="189"/>
                  </a:cubicBezTo>
                  <a:cubicBezTo>
                    <a:pt x="109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0"/>
                    <a:pt x="156" y="32"/>
                  </a:cubicBezTo>
                  <a:cubicBezTo>
                    <a:pt x="141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24"/>
            <p:cNvSpPr/>
            <p:nvPr/>
          </p:nvSpPr>
          <p:spPr>
            <a:xfrm>
              <a:off x="5176350" y="1267025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8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24"/>
            <p:cNvSpPr/>
            <p:nvPr/>
          </p:nvSpPr>
          <p:spPr>
            <a:xfrm>
              <a:off x="5625625" y="12674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8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50"/>
                  </a:cubicBezTo>
                  <a:lnTo>
                    <a:pt x="177" y="120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24"/>
            <p:cNvSpPr/>
            <p:nvPr/>
          </p:nvSpPr>
          <p:spPr>
            <a:xfrm>
              <a:off x="5339325" y="1267550"/>
              <a:ext cx="6900" cy="6875"/>
            </a:xfrm>
            <a:custGeom>
              <a:avLst/>
              <a:gdLst/>
              <a:ahLst/>
              <a:cxnLst/>
              <a:rect l="l" t="t" r="r" b="b"/>
              <a:pathLst>
                <a:path w="276" h="275" extrusionOk="0">
                  <a:moveTo>
                    <a:pt x="49" y="1"/>
                  </a:moveTo>
                  <a:cubicBezTo>
                    <a:pt x="24" y="1"/>
                    <a:pt x="1" y="35"/>
                    <a:pt x="24" y="61"/>
                  </a:cubicBezTo>
                  <a:cubicBezTo>
                    <a:pt x="84" y="128"/>
                    <a:pt x="144" y="195"/>
                    <a:pt x="203" y="263"/>
                  </a:cubicBezTo>
                  <a:cubicBezTo>
                    <a:pt x="210" y="271"/>
                    <a:pt x="218" y="274"/>
                    <a:pt x="226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7"/>
                    <a:pt x="133" y="79"/>
                    <a:pt x="72" y="12"/>
                  </a:cubicBez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24"/>
            <p:cNvSpPr/>
            <p:nvPr/>
          </p:nvSpPr>
          <p:spPr>
            <a:xfrm>
              <a:off x="5855350" y="1267925"/>
              <a:ext cx="6700" cy="7450"/>
            </a:xfrm>
            <a:custGeom>
              <a:avLst/>
              <a:gdLst/>
              <a:ahLst/>
              <a:cxnLst/>
              <a:rect l="l" t="t" r="r" b="b"/>
              <a:pathLst>
                <a:path w="268" h="298" extrusionOk="0">
                  <a:moveTo>
                    <a:pt x="150" y="1"/>
                  </a:moveTo>
                  <a:cubicBezTo>
                    <a:pt x="104" y="1"/>
                    <a:pt x="63" y="33"/>
                    <a:pt x="49" y="77"/>
                  </a:cubicBezTo>
                  <a:cubicBezTo>
                    <a:pt x="38" y="107"/>
                    <a:pt x="29" y="136"/>
                    <a:pt x="19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4" y="265"/>
                    <a:pt x="220" y="221"/>
                  </a:cubicBezTo>
                  <a:cubicBezTo>
                    <a:pt x="230" y="191"/>
                    <a:pt x="240" y="163"/>
                    <a:pt x="250" y="133"/>
                  </a:cubicBezTo>
                  <a:cubicBezTo>
                    <a:pt x="267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24"/>
            <p:cNvSpPr/>
            <p:nvPr/>
          </p:nvSpPr>
          <p:spPr>
            <a:xfrm>
              <a:off x="5359050" y="1268250"/>
              <a:ext cx="4700" cy="6400"/>
            </a:xfrm>
            <a:custGeom>
              <a:avLst/>
              <a:gdLst/>
              <a:ahLst/>
              <a:cxnLst/>
              <a:rect l="l" t="t" r="r" b="b"/>
              <a:pathLst>
                <a:path w="188" h="256" extrusionOk="0">
                  <a:moveTo>
                    <a:pt x="77" y="1"/>
                  </a:moveTo>
                  <a:cubicBezTo>
                    <a:pt x="50" y="1"/>
                    <a:pt x="24" y="15"/>
                    <a:pt x="17" y="49"/>
                  </a:cubicBezTo>
                  <a:cubicBezTo>
                    <a:pt x="0" y="120"/>
                    <a:pt x="17" y="181"/>
                    <a:pt x="60" y="235"/>
                  </a:cubicBezTo>
                  <a:cubicBezTo>
                    <a:pt x="71" y="249"/>
                    <a:pt x="88" y="255"/>
                    <a:pt x="106" y="255"/>
                  </a:cubicBezTo>
                  <a:cubicBezTo>
                    <a:pt x="126" y="255"/>
                    <a:pt x="146" y="248"/>
                    <a:pt x="159" y="235"/>
                  </a:cubicBezTo>
                  <a:cubicBezTo>
                    <a:pt x="188" y="208"/>
                    <a:pt x="183" y="167"/>
                    <a:pt x="159" y="138"/>
                  </a:cubicBezTo>
                  <a:cubicBezTo>
                    <a:pt x="147" y="124"/>
                    <a:pt x="146" y="104"/>
                    <a:pt x="149" y="88"/>
                  </a:cubicBezTo>
                  <a:cubicBezTo>
                    <a:pt x="162" y="35"/>
                    <a:pt x="118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24"/>
            <p:cNvSpPr/>
            <p:nvPr/>
          </p:nvSpPr>
          <p:spPr>
            <a:xfrm>
              <a:off x="4939375" y="1270050"/>
              <a:ext cx="5150" cy="5025"/>
            </a:xfrm>
            <a:custGeom>
              <a:avLst/>
              <a:gdLst/>
              <a:ahLst/>
              <a:cxnLst/>
              <a:rect l="l" t="t" r="r" b="b"/>
              <a:pathLst>
                <a:path w="206" h="201" extrusionOk="0">
                  <a:moveTo>
                    <a:pt x="95" y="1"/>
                  </a:moveTo>
                  <a:cubicBezTo>
                    <a:pt x="49" y="1"/>
                    <a:pt x="0" y="51"/>
                    <a:pt x="27" y="106"/>
                  </a:cubicBezTo>
                  <a:cubicBezTo>
                    <a:pt x="38" y="126"/>
                    <a:pt x="47" y="145"/>
                    <a:pt x="57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7" y="200"/>
                    <a:pt x="205" y="150"/>
                    <a:pt x="178" y="94"/>
                  </a:cubicBezTo>
                  <a:cubicBezTo>
                    <a:pt x="167" y="75"/>
                    <a:pt x="159" y="56"/>
                    <a:pt x="149" y="36"/>
                  </a:cubicBezTo>
                  <a:cubicBezTo>
                    <a:pt x="136" y="11"/>
                    <a:pt x="115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24"/>
            <p:cNvSpPr/>
            <p:nvPr/>
          </p:nvSpPr>
          <p:spPr>
            <a:xfrm>
              <a:off x="5199725" y="1270750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4" y="1"/>
                  </a:moveTo>
                  <a:cubicBezTo>
                    <a:pt x="132" y="1"/>
                    <a:pt x="114" y="11"/>
                    <a:pt x="101" y="26"/>
                  </a:cubicBezTo>
                  <a:cubicBezTo>
                    <a:pt x="98" y="26"/>
                    <a:pt x="95" y="25"/>
                    <a:pt x="92" y="25"/>
                  </a:cubicBezTo>
                  <a:cubicBezTo>
                    <a:pt x="23" y="25"/>
                    <a:pt x="0" y="139"/>
                    <a:pt x="77" y="164"/>
                  </a:cubicBezTo>
                  <a:cubicBezTo>
                    <a:pt x="89" y="168"/>
                    <a:pt x="101" y="170"/>
                    <a:pt x="113" y="170"/>
                  </a:cubicBezTo>
                  <a:cubicBezTo>
                    <a:pt x="162" y="170"/>
                    <a:pt x="201" y="136"/>
                    <a:pt x="221" y="88"/>
                  </a:cubicBezTo>
                  <a:cubicBezTo>
                    <a:pt x="235" y="54"/>
                    <a:pt x="205" y="13"/>
                    <a:pt x="173" y="3"/>
                  </a:cubicBezTo>
                  <a:cubicBezTo>
                    <a:pt x="167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24"/>
            <p:cNvSpPr/>
            <p:nvPr/>
          </p:nvSpPr>
          <p:spPr>
            <a:xfrm>
              <a:off x="5594050" y="1271075"/>
              <a:ext cx="5700" cy="4225"/>
            </a:xfrm>
            <a:custGeom>
              <a:avLst/>
              <a:gdLst/>
              <a:ahLst/>
              <a:cxnLst/>
              <a:rect l="l" t="t" r="r" b="b"/>
              <a:pathLst>
                <a:path w="228" h="169" extrusionOk="0">
                  <a:moveTo>
                    <a:pt x="102" y="0"/>
                  </a:moveTo>
                  <a:cubicBezTo>
                    <a:pt x="48" y="0"/>
                    <a:pt x="1" y="69"/>
                    <a:pt x="51" y="119"/>
                  </a:cubicBezTo>
                  <a:lnTo>
                    <a:pt x="80" y="148"/>
                  </a:lnTo>
                  <a:cubicBezTo>
                    <a:pt x="94" y="162"/>
                    <a:pt x="111" y="169"/>
                    <a:pt x="127" y="169"/>
                  </a:cubicBezTo>
                  <a:cubicBezTo>
                    <a:pt x="180" y="169"/>
                    <a:pt x="228" y="99"/>
                    <a:pt x="178" y="49"/>
                  </a:cubicBezTo>
                  <a:lnTo>
                    <a:pt x="149" y="20"/>
                  </a:ln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24"/>
            <p:cNvSpPr/>
            <p:nvPr/>
          </p:nvSpPr>
          <p:spPr>
            <a:xfrm>
              <a:off x="5052000" y="1271700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1" y="0"/>
                  </a:moveTo>
                  <a:cubicBezTo>
                    <a:pt x="0" y="0"/>
                    <a:pt x="1" y="208"/>
                    <a:pt x="133" y="209"/>
                  </a:cubicBezTo>
                  <a:cubicBezTo>
                    <a:pt x="268" y="209"/>
                    <a:pt x="268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24"/>
            <p:cNvSpPr/>
            <p:nvPr/>
          </p:nvSpPr>
          <p:spPr>
            <a:xfrm>
              <a:off x="5823600" y="1272375"/>
              <a:ext cx="7850" cy="647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cubicBezTo>
                    <a:pt x="88" y="158"/>
                    <a:pt x="127" y="197"/>
                    <a:pt x="165" y="238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4" y="188"/>
                    <a:pt x="264" y="139"/>
                  </a:cubicBezTo>
                  <a:cubicBezTo>
                    <a:pt x="226" y="100"/>
                    <a:pt x="186" y="59"/>
                    <a:pt x="148" y="21"/>
                  </a:cubicBez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24"/>
            <p:cNvSpPr/>
            <p:nvPr/>
          </p:nvSpPr>
          <p:spPr>
            <a:xfrm>
              <a:off x="5907200" y="1273375"/>
              <a:ext cx="6400" cy="4975"/>
            </a:xfrm>
            <a:custGeom>
              <a:avLst/>
              <a:gdLst/>
              <a:ahLst/>
              <a:cxnLst/>
              <a:rect l="l" t="t" r="r" b="b"/>
              <a:pathLst>
                <a:path w="256" h="199" extrusionOk="0">
                  <a:moveTo>
                    <a:pt x="101" y="1"/>
                  </a:moveTo>
                  <a:cubicBezTo>
                    <a:pt x="47" y="1"/>
                    <a:pt x="0" y="70"/>
                    <a:pt x="49" y="120"/>
                  </a:cubicBezTo>
                  <a:cubicBezTo>
                    <a:pt x="68" y="139"/>
                    <a:pt x="88" y="158"/>
                    <a:pt x="108" y="178"/>
                  </a:cubicBezTo>
                  <a:cubicBezTo>
                    <a:pt x="122" y="192"/>
                    <a:pt x="138" y="198"/>
                    <a:pt x="154" y="198"/>
                  </a:cubicBezTo>
                  <a:cubicBezTo>
                    <a:pt x="207" y="198"/>
                    <a:pt x="255" y="128"/>
                    <a:pt x="206" y="80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24"/>
            <p:cNvSpPr/>
            <p:nvPr/>
          </p:nvSpPr>
          <p:spPr>
            <a:xfrm>
              <a:off x="5940075" y="127402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24"/>
            <p:cNvSpPr/>
            <p:nvPr/>
          </p:nvSpPr>
          <p:spPr>
            <a:xfrm>
              <a:off x="5980775" y="1274300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80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24"/>
            <p:cNvSpPr/>
            <p:nvPr/>
          </p:nvSpPr>
          <p:spPr>
            <a:xfrm>
              <a:off x="5154825" y="12743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8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7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24"/>
            <p:cNvSpPr/>
            <p:nvPr/>
          </p:nvSpPr>
          <p:spPr>
            <a:xfrm>
              <a:off x="5793000" y="1275875"/>
              <a:ext cx="8750" cy="6775"/>
            </a:xfrm>
            <a:custGeom>
              <a:avLst/>
              <a:gdLst/>
              <a:ahLst/>
              <a:cxnLst/>
              <a:rect l="l" t="t" r="r" b="b"/>
              <a:pathLst>
                <a:path w="350" h="271" extrusionOk="0">
                  <a:moveTo>
                    <a:pt x="151" y="0"/>
                  </a:moveTo>
                  <a:cubicBezTo>
                    <a:pt x="72" y="0"/>
                    <a:pt x="1" y="104"/>
                    <a:pt x="73" y="178"/>
                  </a:cubicBezTo>
                  <a:cubicBezTo>
                    <a:pt x="92" y="198"/>
                    <a:pt x="112" y="219"/>
                    <a:pt x="130" y="239"/>
                  </a:cubicBezTo>
                  <a:cubicBezTo>
                    <a:pt x="151" y="261"/>
                    <a:pt x="175" y="270"/>
                    <a:pt x="199" y="270"/>
                  </a:cubicBezTo>
                  <a:cubicBezTo>
                    <a:pt x="278" y="270"/>
                    <a:pt x="349" y="166"/>
                    <a:pt x="278" y="92"/>
                  </a:cubicBezTo>
                  <a:cubicBezTo>
                    <a:pt x="258" y="73"/>
                    <a:pt x="238" y="52"/>
                    <a:pt x="221" y="32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24"/>
            <p:cNvSpPr/>
            <p:nvPr/>
          </p:nvSpPr>
          <p:spPr>
            <a:xfrm>
              <a:off x="5725800" y="127590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0"/>
                  </a:moveTo>
                  <a:cubicBezTo>
                    <a:pt x="86" y="0"/>
                    <a:pt x="58" y="15"/>
                    <a:pt x="47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8"/>
                    <a:pt x="151" y="174"/>
                  </a:cubicBezTo>
                  <a:cubicBezTo>
                    <a:pt x="161" y="144"/>
                    <a:pt x="170" y="115"/>
                    <a:pt x="181" y="86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24"/>
            <p:cNvSpPr/>
            <p:nvPr/>
          </p:nvSpPr>
          <p:spPr>
            <a:xfrm>
              <a:off x="5418975" y="12763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3" y="178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24"/>
            <p:cNvSpPr/>
            <p:nvPr/>
          </p:nvSpPr>
          <p:spPr>
            <a:xfrm>
              <a:off x="5957375" y="1276325"/>
              <a:ext cx="6800" cy="7400"/>
            </a:xfrm>
            <a:custGeom>
              <a:avLst/>
              <a:gdLst/>
              <a:ahLst/>
              <a:cxnLst/>
              <a:rect l="l" t="t" r="r" b="b"/>
              <a:pathLst>
                <a:path w="272" h="296" extrusionOk="0">
                  <a:moveTo>
                    <a:pt x="152" y="0"/>
                  </a:moveTo>
                  <a:cubicBezTo>
                    <a:pt x="105" y="0"/>
                    <a:pt x="67" y="32"/>
                    <a:pt x="51" y="77"/>
                  </a:cubicBezTo>
                  <a:cubicBezTo>
                    <a:pt x="41" y="106"/>
                    <a:pt x="30" y="135"/>
                    <a:pt x="20" y="164"/>
                  </a:cubicBezTo>
                  <a:cubicBezTo>
                    <a:pt x="0" y="216"/>
                    <a:pt x="41" y="278"/>
                    <a:pt x="92" y="292"/>
                  </a:cubicBezTo>
                  <a:cubicBezTo>
                    <a:pt x="102" y="295"/>
                    <a:pt x="111" y="296"/>
                    <a:pt x="119" y="296"/>
                  </a:cubicBezTo>
                  <a:cubicBezTo>
                    <a:pt x="165" y="296"/>
                    <a:pt x="204" y="264"/>
                    <a:pt x="221" y="220"/>
                  </a:cubicBezTo>
                  <a:cubicBezTo>
                    <a:pt x="231" y="191"/>
                    <a:pt x="242" y="160"/>
                    <a:pt x="252" y="133"/>
                  </a:cubicBezTo>
                  <a:cubicBezTo>
                    <a:pt x="272" y="80"/>
                    <a:pt x="231" y="19"/>
                    <a:pt x="179" y="4"/>
                  </a:cubicBezTo>
                  <a:cubicBezTo>
                    <a:pt x="170" y="2"/>
                    <a:pt x="161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24"/>
            <p:cNvSpPr/>
            <p:nvPr/>
          </p:nvSpPr>
          <p:spPr>
            <a:xfrm>
              <a:off x="5024500" y="1278050"/>
              <a:ext cx="8025" cy="6025"/>
            </a:xfrm>
            <a:custGeom>
              <a:avLst/>
              <a:gdLst/>
              <a:ahLst/>
              <a:cxnLst/>
              <a:rect l="l" t="t" r="r" b="b"/>
              <a:pathLst>
                <a:path w="321" h="241" extrusionOk="0">
                  <a:moveTo>
                    <a:pt x="205" y="1"/>
                  </a:moveTo>
                  <a:cubicBezTo>
                    <a:pt x="195" y="1"/>
                    <a:pt x="186" y="2"/>
                    <a:pt x="176" y="5"/>
                  </a:cubicBezTo>
                  <a:cubicBezTo>
                    <a:pt x="147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1" y="240"/>
                    <a:pt x="116" y="240"/>
                  </a:cubicBezTo>
                  <a:cubicBezTo>
                    <a:pt x="125" y="240"/>
                    <a:pt x="135" y="239"/>
                    <a:pt x="144" y="236"/>
                  </a:cubicBezTo>
                  <a:cubicBezTo>
                    <a:pt x="174" y="225"/>
                    <a:pt x="202" y="216"/>
                    <a:pt x="232" y="205"/>
                  </a:cubicBezTo>
                  <a:cubicBezTo>
                    <a:pt x="285" y="188"/>
                    <a:pt x="320" y="133"/>
                    <a:pt x="305" y="78"/>
                  </a:cubicBezTo>
                  <a:cubicBezTo>
                    <a:pt x="293" y="35"/>
                    <a:pt x="25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24"/>
            <p:cNvSpPr/>
            <p:nvPr/>
          </p:nvSpPr>
          <p:spPr>
            <a:xfrm>
              <a:off x="5137950" y="12787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24"/>
            <p:cNvSpPr/>
            <p:nvPr/>
          </p:nvSpPr>
          <p:spPr>
            <a:xfrm>
              <a:off x="5663750" y="1279325"/>
              <a:ext cx="5625" cy="4275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26" y="1"/>
                  </a:moveTo>
                  <a:cubicBezTo>
                    <a:pt x="110" y="1"/>
                    <a:pt x="93" y="7"/>
                    <a:pt x="79" y="22"/>
                  </a:cubicBezTo>
                  <a:lnTo>
                    <a:pt x="50" y="51"/>
                  </a:lnTo>
                  <a:cubicBezTo>
                    <a:pt x="0" y="100"/>
                    <a:pt x="47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7" y="120"/>
                  </a:lnTo>
                  <a:cubicBezTo>
                    <a:pt x="225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24"/>
            <p:cNvSpPr/>
            <p:nvPr/>
          </p:nvSpPr>
          <p:spPr>
            <a:xfrm>
              <a:off x="5764325" y="1279400"/>
              <a:ext cx="7525" cy="7425"/>
            </a:xfrm>
            <a:custGeom>
              <a:avLst/>
              <a:gdLst/>
              <a:ahLst/>
              <a:cxnLst/>
              <a:rect l="l" t="t" r="r" b="b"/>
              <a:pathLst>
                <a:path w="301" h="297" extrusionOk="0">
                  <a:moveTo>
                    <a:pt x="180" y="0"/>
                  </a:moveTo>
                  <a:cubicBezTo>
                    <a:pt x="145" y="0"/>
                    <a:pt x="110" y="20"/>
                    <a:pt x="89" y="52"/>
                  </a:cubicBezTo>
                  <a:cubicBezTo>
                    <a:pt x="70" y="82"/>
                    <a:pt x="50" y="110"/>
                    <a:pt x="31" y="140"/>
                  </a:cubicBezTo>
                  <a:cubicBezTo>
                    <a:pt x="0" y="187"/>
                    <a:pt x="22" y="255"/>
                    <a:pt x="68" y="283"/>
                  </a:cubicBezTo>
                  <a:cubicBezTo>
                    <a:pt x="85" y="292"/>
                    <a:pt x="102" y="297"/>
                    <a:pt x="119" y="297"/>
                  </a:cubicBezTo>
                  <a:cubicBezTo>
                    <a:pt x="155" y="297"/>
                    <a:pt x="189" y="278"/>
                    <a:pt x="210" y="245"/>
                  </a:cubicBezTo>
                  <a:cubicBezTo>
                    <a:pt x="230" y="216"/>
                    <a:pt x="250" y="187"/>
                    <a:pt x="269" y="157"/>
                  </a:cubicBezTo>
                  <a:cubicBezTo>
                    <a:pt x="301" y="110"/>
                    <a:pt x="278" y="42"/>
                    <a:pt x="231" y="15"/>
                  </a:cubicBezTo>
                  <a:cubicBezTo>
                    <a:pt x="215" y="5"/>
                    <a:pt x="198" y="0"/>
                    <a:pt x="1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24"/>
            <p:cNvSpPr/>
            <p:nvPr/>
          </p:nvSpPr>
          <p:spPr>
            <a:xfrm>
              <a:off x="4963875" y="1280425"/>
              <a:ext cx="4625" cy="7100"/>
            </a:xfrm>
            <a:custGeom>
              <a:avLst/>
              <a:gdLst/>
              <a:ahLst/>
              <a:cxnLst/>
              <a:rect l="l" t="t" r="r" b="b"/>
              <a:pathLst>
                <a:path w="185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5"/>
                    <a:pt x="31" y="185"/>
                    <a:pt x="40" y="233"/>
                  </a:cubicBezTo>
                  <a:cubicBezTo>
                    <a:pt x="47" y="268"/>
                    <a:pt x="72" y="283"/>
                    <a:pt x="99" y="283"/>
                  </a:cubicBezTo>
                  <a:cubicBezTo>
                    <a:pt x="140" y="283"/>
                    <a:pt x="184" y="249"/>
                    <a:pt x="174" y="196"/>
                  </a:cubicBezTo>
                  <a:cubicBezTo>
                    <a:pt x="163" y="147"/>
                    <a:pt x="154" y="98"/>
                    <a:pt x="145" y="50"/>
                  </a:cubicBezTo>
                  <a:cubicBezTo>
                    <a:pt x="138" y="15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24"/>
            <p:cNvSpPr/>
            <p:nvPr/>
          </p:nvSpPr>
          <p:spPr>
            <a:xfrm>
              <a:off x="5509500" y="1281800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06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6" y="232"/>
                  </a:cubicBezTo>
                  <a:cubicBezTo>
                    <a:pt x="158" y="232"/>
                    <a:pt x="210" y="198"/>
                    <a:pt x="210" y="131"/>
                  </a:cubicBezTo>
                  <a:lnTo>
                    <a:pt x="210" y="101"/>
                  </a:lnTo>
                  <a:cubicBezTo>
                    <a:pt x="210" y="34"/>
                    <a:pt x="158" y="0"/>
                    <a:pt x="10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24"/>
            <p:cNvSpPr/>
            <p:nvPr/>
          </p:nvSpPr>
          <p:spPr>
            <a:xfrm>
              <a:off x="5541200" y="1282000"/>
              <a:ext cx="3500" cy="8500"/>
            </a:xfrm>
            <a:custGeom>
              <a:avLst/>
              <a:gdLst/>
              <a:ahLst/>
              <a:cxnLst/>
              <a:rect l="l" t="t" r="r" b="b"/>
              <a:pathLst>
                <a:path w="140" h="340" extrusionOk="0">
                  <a:moveTo>
                    <a:pt x="71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273"/>
                  </a:lnTo>
                  <a:cubicBezTo>
                    <a:pt x="1" y="317"/>
                    <a:pt x="35" y="340"/>
                    <a:pt x="70" y="340"/>
                  </a:cubicBezTo>
                  <a:cubicBezTo>
                    <a:pt x="105" y="340"/>
                    <a:pt x="139" y="318"/>
                    <a:pt x="140" y="273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24"/>
            <p:cNvSpPr/>
            <p:nvPr/>
          </p:nvSpPr>
          <p:spPr>
            <a:xfrm>
              <a:off x="5569100" y="128205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24"/>
            <p:cNvSpPr/>
            <p:nvPr/>
          </p:nvSpPr>
          <p:spPr>
            <a:xfrm>
              <a:off x="5687400" y="1282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94" y="1"/>
                  </a:moveTo>
                  <a:cubicBezTo>
                    <a:pt x="49" y="1"/>
                    <a:pt x="0" y="51"/>
                    <a:pt x="28" y="106"/>
                  </a:cubicBezTo>
                  <a:cubicBezTo>
                    <a:pt x="38" y="126"/>
                    <a:pt x="48" y="145"/>
                    <a:pt x="58" y="164"/>
                  </a:cubicBezTo>
                  <a:cubicBezTo>
                    <a:pt x="71" y="189"/>
                    <a:pt x="91" y="200"/>
                    <a:pt x="112" y="200"/>
                  </a:cubicBezTo>
                  <a:cubicBezTo>
                    <a:pt x="157" y="200"/>
                    <a:pt x="204" y="149"/>
                    <a:pt x="178" y="94"/>
                  </a:cubicBezTo>
                  <a:cubicBezTo>
                    <a:pt x="168" y="75"/>
                    <a:pt x="158" y="55"/>
                    <a:pt x="148" y="36"/>
                  </a:cubicBezTo>
                  <a:cubicBezTo>
                    <a:pt x="136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24"/>
            <p:cNvSpPr/>
            <p:nvPr/>
          </p:nvSpPr>
          <p:spPr>
            <a:xfrm>
              <a:off x="6006200" y="1284700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1"/>
                    <a:pt x="139" y="97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24"/>
            <p:cNvSpPr/>
            <p:nvPr/>
          </p:nvSpPr>
          <p:spPr>
            <a:xfrm>
              <a:off x="5606725" y="12865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24"/>
            <p:cNvSpPr/>
            <p:nvPr/>
          </p:nvSpPr>
          <p:spPr>
            <a:xfrm>
              <a:off x="5161400" y="1287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8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24"/>
            <p:cNvSpPr/>
            <p:nvPr/>
          </p:nvSpPr>
          <p:spPr>
            <a:xfrm>
              <a:off x="5904975" y="1288075"/>
              <a:ext cx="3475" cy="4100"/>
            </a:xfrm>
            <a:custGeom>
              <a:avLst/>
              <a:gdLst/>
              <a:ahLst/>
              <a:cxnLst/>
              <a:rect l="l" t="t" r="r" b="b"/>
              <a:pathLst>
                <a:path w="139" h="164" extrusionOk="0">
                  <a:moveTo>
                    <a:pt x="69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7"/>
                  </a:lnTo>
                  <a:cubicBezTo>
                    <a:pt x="0" y="141"/>
                    <a:pt x="35" y="163"/>
                    <a:pt x="69" y="163"/>
                  </a:cubicBezTo>
                  <a:cubicBezTo>
                    <a:pt x="103" y="163"/>
                    <a:pt x="138" y="141"/>
                    <a:pt x="138" y="97"/>
                  </a:cubicBezTo>
                  <a:lnTo>
                    <a:pt x="138" y="67"/>
                  </a:lnTo>
                  <a:cubicBezTo>
                    <a:pt x="139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24"/>
            <p:cNvSpPr/>
            <p:nvPr/>
          </p:nvSpPr>
          <p:spPr>
            <a:xfrm>
              <a:off x="5099225" y="1288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1" y="1"/>
                  </a:moveTo>
                  <a:cubicBezTo>
                    <a:pt x="91" y="1"/>
                    <a:pt x="71" y="11"/>
                    <a:pt x="58" y="35"/>
                  </a:cubicBezTo>
                  <a:cubicBezTo>
                    <a:pt x="49" y="55"/>
                    <a:pt x="40" y="75"/>
                    <a:pt x="29" y="95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6" y="199"/>
                    <a:pt x="136" y="188"/>
                    <a:pt x="148" y="164"/>
                  </a:cubicBezTo>
                  <a:cubicBezTo>
                    <a:pt x="159" y="144"/>
                    <a:pt x="168" y="126"/>
                    <a:pt x="178" y="106"/>
                  </a:cubicBezTo>
                  <a:cubicBezTo>
                    <a:pt x="206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24"/>
            <p:cNvSpPr/>
            <p:nvPr/>
          </p:nvSpPr>
          <p:spPr>
            <a:xfrm>
              <a:off x="5369750" y="12895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4" y="0"/>
                  </a:moveTo>
                  <a:cubicBezTo>
                    <a:pt x="48" y="0"/>
                    <a:pt x="0" y="50"/>
                    <a:pt x="27" y="106"/>
                  </a:cubicBezTo>
                  <a:cubicBezTo>
                    <a:pt x="38" y="126"/>
                    <a:pt x="47" y="144"/>
                    <a:pt x="57" y="164"/>
                  </a:cubicBezTo>
                  <a:cubicBezTo>
                    <a:pt x="70" y="189"/>
                    <a:pt x="90" y="200"/>
                    <a:pt x="111" y="200"/>
                  </a:cubicBezTo>
                  <a:cubicBezTo>
                    <a:pt x="157" y="200"/>
                    <a:pt x="205" y="149"/>
                    <a:pt x="177" y="95"/>
                  </a:cubicBezTo>
                  <a:cubicBezTo>
                    <a:pt x="167" y="75"/>
                    <a:pt x="159" y="55"/>
                    <a:pt x="148" y="36"/>
                  </a:cubicBezTo>
                  <a:cubicBezTo>
                    <a:pt x="136" y="11"/>
                    <a:pt x="11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24"/>
            <p:cNvSpPr/>
            <p:nvPr/>
          </p:nvSpPr>
          <p:spPr>
            <a:xfrm>
              <a:off x="5630100" y="1290275"/>
              <a:ext cx="5900" cy="4250"/>
            </a:xfrm>
            <a:custGeom>
              <a:avLst/>
              <a:gdLst/>
              <a:ahLst/>
              <a:cxnLst/>
              <a:rect l="l" t="t" r="r" b="b"/>
              <a:pathLst>
                <a:path w="236" h="170" extrusionOk="0">
                  <a:moveTo>
                    <a:pt x="152" y="0"/>
                  </a:moveTo>
                  <a:cubicBezTo>
                    <a:pt x="130" y="0"/>
                    <a:pt x="113" y="11"/>
                    <a:pt x="101" y="26"/>
                  </a:cubicBezTo>
                  <a:cubicBezTo>
                    <a:pt x="97" y="26"/>
                    <a:pt x="94" y="26"/>
                    <a:pt x="92" y="26"/>
                  </a:cubicBezTo>
                  <a:cubicBezTo>
                    <a:pt x="23" y="26"/>
                    <a:pt x="0" y="139"/>
                    <a:pt x="77" y="164"/>
                  </a:cubicBezTo>
                  <a:cubicBezTo>
                    <a:pt x="89" y="168"/>
                    <a:pt x="101" y="170"/>
                    <a:pt x="112" y="170"/>
                  </a:cubicBezTo>
                  <a:cubicBezTo>
                    <a:pt x="161" y="170"/>
                    <a:pt x="201" y="136"/>
                    <a:pt x="221" y="88"/>
                  </a:cubicBezTo>
                  <a:cubicBezTo>
                    <a:pt x="235" y="53"/>
                    <a:pt x="205" y="12"/>
                    <a:pt x="173" y="3"/>
                  </a:cubicBezTo>
                  <a:cubicBezTo>
                    <a:pt x="166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24"/>
            <p:cNvSpPr/>
            <p:nvPr/>
          </p:nvSpPr>
          <p:spPr>
            <a:xfrm>
              <a:off x="5482375" y="12911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267" y="209"/>
                    <a:pt x="267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24"/>
            <p:cNvSpPr/>
            <p:nvPr/>
          </p:nvSpPr>
          <p:spPr>
            <a:xfrm>
              <a:off x="5717375" y="129330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8" y="36"/>
                  </a:cubicBezTo>
                  <a:cubicBezTo>
                    <a:pt x="47" y="55"/>
                    <a:pt x="39" y="75"/>
                    <a:pt x="29" y="95"/>
                  </a:cubicBezTo>
                  <a:cubicBezTo>
                    <a:pt x="1" y="149"/>
                    <a:pt x="49" y="200"/>
                    <a:pt x="94" y="200"/>
                  </a:cubicBezTo>
                  <a:cubicBezTo>
                    <a:pt x="115" y="200"/>
                    <a:pt x="135" y="189"/>
                    <a:pt x="148" y="164"/>
                  </a:cubicBezTo>
                  <a:cubicBezTo>
                    <a:pt x="158" y="145"/>
                    <a:pt x="166" y="126"/>
                    <a:pt x="177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24"/>
            <p:cNvSpPr/>
            <p:nvPr/>
          </p:nvSpPr>
          <p:spPr>
            <a:xfrm>
              <a:off x="5701750" y="12933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8" y="0"/>
                  </a:moveTo>
                  <a:cubicBezTo>
                    <a:pt x="99" y="0"/>
                    <a:pt x="90" y="1"/>
                    <a:pt x="81" y="3"/>
                  </a:cubicBezTo>
                  <a:cubicBezTo>
                    <a:pt x="1" y="19"/>
                    <a:pt x="25" y="135"/>
                    <a:pt x="97" y="138"/>
                  </a:cubicBezTo>
                  <a:cubicBezTo>
                    <a:pt x="109" y="158"/>
                    <a:pt x="132" y="169"/>
                    <a:pt x="155" y="169"/>
                  </a:cubicBezTo>
                  <a:cubicBezTo>
                    <a:pt x="168" y="169"/>
                    <a:pt x="181" y="165"/>
                    <a:pt x="191" y="159"/>
                  </a:cubicBezTo>
                  <a:cubicBezTo>
                    <a:pt x="227" y="138"/>
                    <a:pt x="231" y="99"/>
                    <a:pt x="215" y="65"/>
                  </a:cubicBezTo>
                  <a:cubicBezTo>
                    <a:pt x="196" y="21"/>
                    <a:pt x="153" y="0"/>
                    <a:pt x="10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24"/>
            <p:cNvSpPr/>
            <p:nvPr/>
          </p:nvSpPr>
          <p:spPr>
            <a:xfrm>
              <a:off x="4953950" y="129355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5" y="1"/>
                  </a:moveTo>
                  <a:cubicBezTo>
                    <a:pt x="50" y="1"/>
                    <a:pt x="1" y="51"/>
                    <a:pt x="29" y="107"/>
                  </a:cubicBezTo>
                  <a:cubicBezTo>
                    <a:pt x="39" y="126"/>
                    <a:pt x="48" y="145"/>
                    <a:pt x="59" y="165"/>
                  </a:cubicBezTo>
                  <a:cubicBezTo>
                    <a:pt x="71" y="190"/>
                    <a:pt x="92" y="200"/>
                    <a:pt x="113" y="200"/>
                  </a:cubicBezTo>
                  <a:cubicBezTo>
                    <a:pt x="159" y="200"/>
                    <a:pt x="207" y="150"/>
                    <a:pt x="179" y="95"/>
                  </a:cubicBezTo>
                  <a:cubicBezTo>
                    <a:pt x="169" y="76"/>
                    <a:pt x="159" y="56"/>
                    <a:pt x="149" y="36"/>
                  </a:cubicBezTo>
                  <a:cubicBezTo>
                    <a:pt x="137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24"/>
            <p:cNvSpPr/>
            <p:nvPr/>
          </p:nvSpPr>
          <p:spPr>
            <a:xfrm>
              <a:off x="5585200" y="12938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24"/>
            <p:cNvSpPr/>
            <p:nvPr/>
          </p:nvSpPr>
          <p:spPr>
            <a:xfrm>
              <a:off x="5817875" y="1294300"/>
              <a:ext cx="5850" cy="6500"/>
            </a:xfrm>
            <a:custGeom>
              <a:avLst/>
              <a:gdLst/>
              <a:ahLst/>
              <a:cxnLst/>
              <a:rect l="l" t="t" r="r" b="b"/>
              <a:pathLst>
                <a:path w="234" h="260" extrusionOk="0">
                  <a:moveTo>
                    <a:pt x="139" y="1"/>
                  </a:moveTo>
                  <a:cubicBezTo>
                    <a:pt x="119" y="1"/>
                    <a:pt x="99" y="11"/>
                    <a:pt x="87" y="36"/>
                  </a:cubicBezTo>
                  <a:cubicBezTo>
                    <a:pt x="67" y="76"/>
                    <a:pt x="47" y="115"/>
                    <a:pt x="29" y="154"/>
                  </a:cubicBezTo>
                  <a:cubicBezTo>
                    <a:pt x="1" y="209"/>
                    <a:pt x="49" y="259"/>
                    <a:pt x="95" y="259"/>
                  </a:cubicBezTo>
                  <a:cubicBezTo>
                    <a:pt x="115" y="259"/>
                    <a:pt x="136" y="249"/>
                    <a:pt x="148" y="224"/>
                  </a:cubicBezTo>
                  <a:cubicBezTo>
                    <a:pt x="167" y="185"/>
                    <a:pt x="186" y="145"/>
                    <a:pt x="206" y="107"/>
                  </a:cubicBezTo>
                  <a:cubicBezTo>
                    <a:pt x="234" y="5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24"/>
            <p:cNvSpPr/>
            <p:nvPr/>
          </p:nvSpPr>
          <p:spPr>
            <a:xfrm>
              <a:off x="4934475" y="1295825"/>
              <a:ext cx="4700" cy="3950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51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114" y="147"/>
                  </a:lnTo>
                  <a:cubicBezTo>
                    <a:pt x="121" y="154"/>
                    <a:pt x="129" y="157"/>
                    <a:pt x="137" y="157"/>
                  </a:cubicBezTo>
                  <a:cubicBezTo>
                    <a:pt x="163" y="157"/>
                    <a:pt x="187" y="123"/>
                    <a:pt x="163" y="99"/>
                  </a:cubicBezTo>
                  <a:lnTo>
                    <a:pt x="75" y="10"/>
                  </a:lnTo>
                  <a:cubicBezTo>
                    <a:pt x="68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24"/>
            <p:cNvSpPr/>
            <p:nvPr/>
          </p:nvSpPr>
          <p:spPr>
            <a:xfrm>
              <a:off x="5454850" y="1297475"/>
              <a:ext cx="8000" cy="6025"/>
            </a:xfrm>
            <a:custGeom>
              <a:avLst/>
              <a:gdLst/>
              <a:ahLst/>
              <a:cxnLst/>
              <a:rect l="l" t="t" r="r" b="b"/>
              <a:pathLst>
                <a:path w="320" h="241" extrusionOk="0">
                  <a:moveTo>
                    <a:pt x="204" y="1"/>
                  </a:moveTo>
                  <a:cubicBezTo>
                    <a:pt x="195" y="1"/>
                    <a:pt x="185" y="2"/>
                    <a:pt x="176" y="6"/>
                  </a:cubicBezTo>
                  <a:cubicBezTo>
                    <a:pt x="146" y="16"/>
                    <a:pt x="118" y="24"/>
                    <a:pt x="88" y="35"/>
                  </a:cubicBezTo>
                  <a:cubicBezTo>
                    <a:pt x="36" y="53"/>
                    <a:pt x="1" y="107"/>
                    <a:pt x="15" y="163"/>
                  </a:cubicBezTo>
                  <a:cubicBezTo>
                    <a:pt x="27" y="206"/>
                    <a:pt x="70" y="240"/>
                    <a:pt x="115" y="240"/>
                  </a:cubicBezTo>
                  <a:cubicBezTo>
                    <a:pt x="125" y="240"/>
                    <a:pt x="134" y="239"/>
                    <a:pt x="144" y="236"/>
                  </a:cubicBezTo>
                  <a:cubicBezTo>
                    <a:pt x="174" y="225"/>
                    <a:pt x="202" y="216"/>
                    <a:pt x="232" y="206"/>
                  </a:cubicBezTo>
                  <a:cubicBezTo>
                    <a:pt x="285" y="188"/>
                    <a:pt x="320" y="135"/>
                    <a:pt x="304" y="78"/>
                  </a:cubicBezTo>
                  <a:cubicBezTo>
                    <a:pt x="292" y="35"/>
                    <a:pt x="250" y="1"/>
                    <a:pt x="2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24"/>
            <p:cNvSpPr/>
            <p:nvPr/>
          </p:nvSpPr>
          <p:spPr>
            <a:xfrm>
              <a:off x="5568300" y="12981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8"/>
                  </a:lnTo>
                  <a:cubicBezTo>
                    <a:pt x="0" y="142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24"/>
            <p:cNvSpPr/>
            <p:nvPr/>
          </p:nvSpPr>
          <p:spPr>
            <a:xfrm>
              <a:off x="5394250" y="1299900"/>
              <a:ext cx="4600" cy="7100"/>
            </a:xfrm>
            <a:custGeom>
              <a:avLst/>
              <a:gdLst/>
              <a:ahLst/>
              <a:cxnLst/>
              <a:rect l="l" t="t" r="r" b="b"/>
              <a:pathLst>
                <a:path w="184" h="284" extrusionOk="0">
                  <a:moveTo>
                    <a:pt x="85" y="0"/>
                  </a:moveTo>
                  <a:cubicBezTo>
                    <a:pt x="45" y="0"/>
                    <a:pt x="0" y="34"/>
                    <a:pt x="11" y="87"/>
                  </a:cubicBezTo>
                  <a:cubicBezTo>
                    <a:pt x="21" y="137"/>
                    <a:pt x="30" y="185"/>
                    <a:pt x="40" y="233"/>
                  </a:cubicBezTo>
                  <a:cubicBezTo>
                    <a:pt x="46" y="268"/>
                    <a:pt x="72" y="284"/>
                    <a:pt x="99" y="284"/>
                  </a:cubicBezTo>
                  <a:cubicBezTo>
                    <a:pt x="140" y="284"/>
                    <a:pt x="184" y="249"/>
                    <a:pt x="173" y="197"/>
                  </a:cubicBezTo>
                  <a:cubicBezTo>
                    <a:pt x="163" y="148"/>
                    <a:pt x="154" y="98"/>
                    <a:pt x="144" y="51"/>
                  </a:cubicBezTo>
                  <a:cubicBezTo>
                    <a:pt x="138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24"/>
            <p:cNvSpPr/>
            <p:nvPr/>
          </p:nvSpPr>
          <p:spPr>
            <a:xfrm>
              <a:off x="5874350" y="130020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6" y="1"/>
                  </a:moveTo>
                  <a:cubicBezTo>
                    <a:pt x="159" y="1"/>
                    <a:pt x="141" y="5"/>
                    <a:pt x="124" y="14"/>
                  </a:cubicBezTo>
                  <a:cubicBezTo>
                    <a:pt x="104" y="24"/>
                    <a:pt x="85" y="33"/>
                    <a:pt x="66" y="44"/>
                  </a:cubicBezTo>
                  <a:cubicBezTo>
                    <a:pt x="15" y="70"/>
                    <a:pt x="0" y="140"/>
                    <a:pt x="28" y="187"/>
                  </a:cubicBezTo>
                  <a:cubicBezTo>
                    <a:pt x="48" y="220"/>
                    <a:pt x="82" y="237"/>
                    <a:pt x="117" y="237"/>
                  </a:cubicBezTo>
                  <a:cubicBezTo>
                    <a:pt x="135" y="237"/>
                    <a:pt x="153" y="233"/>
                    <a:pt x="170" y="224"/>
                  </a:cubicBezTo>
                  <a:cubicBezTo>
                    <a:pt x="190" y="214"/>
                    <a:pt x="210" y="204"/>
                    <a:pt x="228" y="194"/>
                  </a:cubicBezTo>
                  <a:cubicBezTo>
                    <a:pt x="279" y="168"/>
                    <a:pt x="294" y="99"/>
                    <a:pt x="267" y="52"/>
                  </a:cubicBezTo>
                  <a:cubicBezTo>
                    <a:pt x="247" y="18"/>
                    <a:pt x="212" y="1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24"/>
            <p:cNvSpPr/>
            <p:nvPr/>
          </p:nvSpPr>
          <p:spPr>
            <a:xfrm>
              <a:off x="5170175" y="1300800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26"/>
                  </a:lnTo>
                  <a:cubicBezTo>
                    <a:pt x="0" y="171"/>
                    <a:pt x="35" y="194"/>
                    <a:pt x="70" y="194"/>
                  </a:cubicBezTo>
                  <a:cubicBezTo>
                    <a:pt x="104" y="194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24"/>
            <p:cNvSpPr/>
            <p:nvPr/>
          </p:nvSpPr>
          <p:spPr>
            <a:xfrm>
              <a:off x="6018850" y="1300800"/>
              <a:ext cx="4525" cy="3475"/>
            </a:xfrm>
            <a:custGeom>
              <a:avLst/>
              <a:gdLst/>
              <a:ahLst/>
              <a:cxnLst/>
              <a:rect l="l" t="t" r="r" b="b"/>
              <a:pathLst>
                <a:path w="181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24"/>
            <p:cNvSpPr/>
            <p:nvPr/>
          </p:nvSpPr>
          <p:spPr>
            <a:xfrm>
              <a:off x="5663850" y="1301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7" y="140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24"/>
            <p:cNvSpPr/>
            <p:nvPr/>
          </p:nvSpPr>
          <p:spPr>
            <a:xfrm>
              <a:off x="5924700" y="1301300"/>
              <a:ext cx="6300" cy="5025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01" y="1"/>
                  </a:moveTo>
                  <a:cubicBezTo>
                    <a:pt x="48" y="1"/>
                    <a:pt x="0" y="70"/>
                    <a:pt x="48" y="120"/>
                  </a:cubicBezTo>
                  <a:cubicBezTo>
                    <a:pt x="68" y="140"/>
                    <a:pt x="87" y="160"/>
                    <a:pt x="105" y="180"/>
                  </a:cubicBezTo>
                  <a:cubicBezTo>
                    <a:pt x="120" y="195"/>
                    <a:pt x="136" y="201"/>
                    <a:pt x="151" y="201"/>
                  </a:cubicBezTo>
                  <a:cubicBezTo>
                    <a:pt x="204" y="201"/>
                    <a:pt x="252" y="131"/>
                    <a:pt x="204" y="82"/>
                  </a:cubicBezTo>
                  <a:cubicBezTo>
                    <a:pt x="185" y="62"/>
                    <a:pt x="166" y="41"/>
                    <a:pt x="147" y="21"/>
                  </a:cubicBezTo>
                  <a:cubicBezTo>
                    <a:pt x="132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24"/>
            <p:cNvSpPr/>
            <p:nvPr/>
          </p:nvSpPr>
          <p:spPr>
            <a:xfrm>
              <a:off x="5120200" y="13014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70" y="38"/>
                  </a:cubicBezTo>
                  <a:cubicBezTo>
                    <a:pt x="0" y="72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8"/>
                  </a:cubicBezTo>
                  <a:cubicBezTo>
                    <a:pt x="159" y="148"/>
                    <a:pt x="179" y="139"/>
                    <a:pt x="197" y="128"/>
                  </a:cubicBezTo>
                  <a:cubicBezTo>
                    <a:pt x="267" y="94"/>
                    <a:pt x="224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24"/>
            <p:cNvSpPr/>
            <p:nvPr/>
          </p:nvSpPr>
          <p:spPr>
            <a:xfrm>
              <a:off x="5137900" y="13014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24"/>
            <p:cNvSpPr/>
            <p:nvPr/>
          </p:nvSpPr>
          <p:spPr>
            <a:xfrm>
              <a:off x="5053600" y="1301850"/>
              <a:ext cx="7050" cy="5050"/>
            </a:xfrm>
            <a:custGeom>
              <a:avLst/>
              <a:gdLst/>
              <a:ahLst/>
              <a:cxnLst/>
              <a:rect l="l" t="t" r="r" b="b"/>
              <a:pathLst>
                <a:path w="282" h="202" extrusionOk="0">
                  <a:moveTo>
                    <a:pt x="186" y="0"/>
                  </a:moveTo>
                  <a:cubicBezTo>
                    <a:pt x="174" y="0"/>
                    <a:pt x="162" y="4"/>
                    <a:pt x="150" y="12"/>
                  </a:cubicBezTo>
                  <a:cubicBezTo>
                    <a:pt x="120" y="31"/>
                    <a:pt x="92" y="50"/>
                    <a:pt x="62" y="70"/>
                  </a:cubicBezTo>
                  <a:cubicBezTo>
                    <a:pt x="0" y="111"/>
                    <a:pt x="38" y="202"/>
                    <a:pt x="95" y="202"/>
                  </a:cubicBezTo>
                  <a:cubicBezTo>
                    <a:pt x="107" y="202"/>
                    <a:pt x="119" y="198"/>
                    <a:pt x="131" y="190"/>
                  </a:cubicBezTo>
                  <a:cubicBezTo>
                    <a:pt x="161" y="170"/>
                    <a:pt x="190" y="152"/>
                    <a:pt x="219" y="132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24"/>
            <p:cNvSpPr/>
            <p:nvPr/>
          </p:nvSpPr>
          <p:spPr>
            <a:xfrm>
              <a:off x="5987675" y="130450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24"/>
            <p:cNvSpPr/>
            <p:nvPr/>
          </p:nvSpPr>
          <p:spPr>
            <a:xfrm>
              <a:off x="5843125" y="1305375"/>
              <a:ext cx="5275" cy="6550"/>
            </a:xfrm>
            <a:custGeom>
              <a:avLst/>
              <a:gdLst/>
              <a:ahLst/>
              <a:cxnLst/>
              <a:rect l="l" t="t" r="r" b="b"/>
              <a:pathLst>
                <a:path w="211" h="262" extrusionOk="0">
                  <a:moveTo>
                    <a:pt x="106" y="1"/>
                  </a:moveTo>
                  <a:cubicBezTo>
                    <a:pt x="53" y="1"/>
                    <a:pt x="1" y="35"/>
                    <a:pt x="1" y="102"/>
                  </a:cubicBezTo>
                  <a:lnTo>
                    <a:pt x="1" y="161"/>
                  </a:lnTo>
                  <a:cubicBezTo>
                    <a:pt x="1" y="228"/>
                    <a:pt x="54" y="261"/>
                    <a:pt x="106" y="261"/>
                  </a:cubicBezTo>
                  <a:cubicBezTo>
                    <a:pt x="158" y="261"/>
                    <a:pt x="210" y="228"/>
                    <a:pt x="210" y="161"/>
                  </a:cubicBezTo>
                  <a:lnTo>
                    <a:pt x="210" y="102"/>
                  </a:lnTo>
                  <a:cubicBezTo>
                    <a:pt x="210" y="35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24"/>
            <p:cNvSpPr/>
            <p:nvPr/>
          </p:nvSpPr>
          <p:spPr>
            <a:xfrm>
              <a:off x="5591775" y="130697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24"/>
            <p:cNvSpPr/>
            <p:nvPr/>
          </p:nvSpPr>
          <p:spPr>
            <a:xfrm>
              <a:off x="5890250" y="13078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24"/>
            <p:cNvSpPr/>
            <p:nvPr/>
          </p:nvSpPr>
          <p:spPr>
            <a:xfrm>
              <a:off x="5529600" y="13082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1" y="0"/>
                    <a:pt x="71" y="10"/>
                    <a:pt x="59" y="36"/>
                  </a:cubicBezTo>
                  <a:cubicBezTo>
                    <a:pt x="49" y="55"/>
                    <a:pt x="39" y="74"/>
                    <a:pt x="29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4"/>
                    <a:pt x="168" y="125"/>
                    <a:pt x="178" y="105"/>
                  </a:cubicBezTo>
                  <a:cubicBezTo>
                    <a:pt x="205" y="51"/>
                    <a:pt x="157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24"/>
            <p:cNvSpPr/>
            <p:nvPr/>
          </p:nvSpPr>
          <p:spPr>
            <a:xfrm>
              <a:off x="5086750" y="1308600"/>
              <a:ext cx="5975" cy="3475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88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1"/>
                    <a:pt x="149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24"/>
            <p:cNvSpPr/>
            <p:nvPr/>
          </p:nvSpPr>
          <p:spPr>
            <a:xfrm>
              <a:off x="4914375" y="13088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8" y="138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24"/>
            <p:cNvSpPr/>
            <p:nvPr/>
          </p:nvSpPr>
          <p:spPr>
            <a:xfrm>
              <a:off x="5731150" y="13118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7" y="0"/>
                  </a:moveTo>
                  <a:cubicBezTo>
                    <a:pt x="48" y="0"/>
                    <a:pt x="0" y="50"/>
                    <a:pt x="34" y="102"/>
                  </a:cubicBezTo>
                  <a:cubicBezTo>
                    <a:pt x="54" y="132"/>
                    <a:pt x="73" y="160"/>
                    <a:pt x="92" y="190"/>
                  </a:cubicBezTo>
                  <a:cubicBezTo>
                    <a:pt x="107" y="212"/>
                    <a:pt x="129" y="221"/>
                    <a:pt x="150" y="221"/>
                  </a:cubicBezTo>
                  <a:cubicBezTo>
                    <a:pt x="200" y="221"/>
                    <a:pt x="248" y="172"/>
                    <a:pt x="213" y="121"/>
                  </a:cubicBezTo>
                  <a:cubicBezTo>
                    <a:pt x="194" y="91"/>
                    <a:pt x="174" y="62"/>
                    <a:pt x="154" y="32"/>
                  </a:cubicBezTo>
                  <a:cubicBezTo>
                    <a:pt x="139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24"/>
            <p:cNvSpPr/>
            <p:nvPr/>
          </p:nvSpPr>
          <p:spPr>
            <a:xfrm>
              <a:off x="5971650" y="13124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24"/>
            <p:cNvSpPr/>
            <p:nvPr/>
          </p:nvSpPr>
          <p:spPr>
            <a:xfrm>
              <a:off x="5685375" y="1312475"/>
              <a:ext cx="6900" cy="6850"/>
            </a:xfrm>
            <a:custGeom>
              <a:avLst/>
              <a:gdLst/>
              <a:ahLst/>
              <a:cxnLst/>
              <a:rect l="l" t="t" r="r" b="b"/>
              <a:pathLst>
                <a:path w="276" h="274" extrusionOk="0">
                  <a:moveTo>
                    <a:pt x="49" y="0"/>
                  </a:moveTo>
                  <a:cubicBezTo>
                    <a:pt x="24" y="0"/>
                    <a:pt x="1" y="35"/>
                    <a:pt x="24" y="60"/>
                  </a:cubicBezTo>
                  <a:cubicBezTo>
                    <a:pt x="83" y="127"/>
                    <a:pt x="143" y="194"/>
                    <a:pt x="203" y="262"/>
                  </a:cubicBezTo>
                  <a:cubicBezTo>
                    <a:pt x="210" y="271"/>
                    <a:pt x="219" y="274"/>
                    <a:pt x="227" y="274"/>
                  </a:cubicBezTo>
                  <a:cubicBezTo>
                    <a:pt x="252" y="274"/>
                    <a:pt x="276" y="239"/>
                    <a:pt x="253" y="214"/>
                  </a:cubicBezTo>
                  <a:cubicBezTo>
                    <a:pt x="193" y="146"/>
                    <a:pt x="134" y="79"/>
                    <a:pt x="73" y="12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24"/>
            <p:cNvSpPr/>
            <p:nvPr/>
          </p:nvSpPr>
          <p:spPr>
            <a:xfrm>
              <a:off x="5384325" y="13130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6" y="1"/>
                  </a:moveTo>
                  <a:cubicBezTo>
                    <a:pt x="50" y="1"/>
                    <a:pt x="1" y="51"/>
                    <a:pt x="29" y="105"/>
                  </a:cubicBezTo>
                  <a:cubicBezTo>
                    <a:pt x="39" y="124"/>
                    <a:pt x="48" y="144"/>
                    <a:pt x="59" y="164"/>
                  </a:cubicBezTo>
                  <a:cubicBezTo>
                    <a:pt x="71" y="189"/>
                    <a:pt x="92" y="199"/>
                    <a:pt x="112" y="199"/>
                  </a:cubicBezTo>
                  <a:cubicBezTo>
                    <a:pt x="158" y="199"/>
                    <a:pt x="207" y="149"/>
                    <a:pt x="179" y="93"/>
                  </a:cubicBezTo>
                  <a:cubicBezTo>
                    <a:pt x="168" y="74"/>
                    <a:pt x="159" y="55"/>
                    <a:pt x="149" y="35"/>
                  </a:cubicBezTo>
                  <a:cubicBezTo>
                    <a:pt x="136" y="11"/>
                    <a:pt x="116" y="1"/>
                    <a:pt x="9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24"/>
            <p:cNvSpPr/>
            <p:nvPr/>
          </p:nvSpPr>
          <p:spPr>
            <a:xfrm>
              <a:off x="5705050" y="1313175"/>
              <a:ext cx="4725" cy="6400"/>
            </a:xfrm>
            <a:custGeom>
              <a:avLst/>
              <a:gdLst/>
              <a:ahLst/>
              <a:cxnLst/>
              <a:rect l="l" t="t" r="r" b="b"/>
              <a:pathLst>
                <a:path w="189" h="256" extrusionOk="0">
                  <a:moveTo>
                    <a:pt x="78" y="0"/>
                  </a:moveTo>
                  <a:cubicBezTo>
                    <a:pt x="51" y="0"/>
                    <a:pt x="25" y="15"/>
                    <a:pt x="17" y="49"/>
                  </a:cubicBezTo>
                  <a:cubicBezTo>
                    <a:pt x="0" y="119"/>
                    <a:pt x="17" y="181"/>
                    <a:pt x="62" y="234"/>
                  </a:cubicBezTo>
                  <a:cubicBezTo>
                    <a:pt x="73" y="249"/>
                    <a:pt x="90" y="256"/>
                    <a:pt x="108" y="256"/>
                  </a:cubicBezTo>
                  <a:cubicBezTo>
                    <a:pt x="128" y="256"/>
                    <a:pt x="147" y="248"/>
                    <a:pt x="160" y="235"/>
                  </a:cubicBezTo>
                  <a:cubicBezTo>
                    <a:pt x="188" y="207"/>
                    <a:pt x="183" y="167"/>
                    <a:pt x="160" y="137"/>
                  </a:cubicBezTo>
                  <a:cubicBezTo>
                    <a:pt x="149" y="124"/>
                    <a:pt x="147" y="104"/>
                    <a:pt x="151" y="87"/>
                  </a:cubicBezTo>
                  <a:cubicBezTo>
                    <a:pt x="163" y="35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24"/>
            <p:cNvSpPr/>
            <p:nvPr/>
          </p:nvSpPr>
          <p:spPr>
            <a:xfrm>
              <a:off x="5135150" y="131385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24"/>
            <p:cNvSpPr/>
            <p:nvPr/>
          </p:nvSpPr>
          <p:spPr>
            <a:xfrm>
              <a:off x="5364850" y="1315300"/>
              <a:ext cx="4625" cy="3975"/>
            </a:xfrm>
            <a:custGeom>
              <a:avLst/>
              <a:gdLst/>
              <a:ahLst/>
              <a:cxnLst/>
              <a:rect l="l" t="t" r="r" b="b"/>
              <a:pathLst>
                <a:path w="185" h="159" extrusionOk="0">
                  <a:moveTo>
                    <a:pt x="51" y="1"/>
                  </a:moveTo>
                  <a:cubicBezTo>
                    <a:pt x="24" y="1"/>
                    <a:pt x="0" y="36"/>
                    <a:pt x="24" y="60"/>
                  </a:cubicBezTo>
                  <a:lnTo>
                    <a:pt x="112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4"/>
                    <a:pt x="161" y="99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24"/>
            <p:cNvSpPr/>
            <p:nvPr/>
          </p:nvSpPr>
          <p:spPr>
            <a:xfrm>
              <a:off x="5940125" y="13159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24"/>
            <p:cNvSpPr/>
            <p:nvPr/>
          </p:nvSpPr>
          <p:spPr>
            <a:xfrm>
              <a:off x="5149625" y="1317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4" y="0"/>
                  </a:moveTo>
                  <a:cubicBezTo>
                    <a:pt x="108" y="0"/>
                    <a:pt x="92" y="6"/>
                    <a:pt x="77" y="21"/>
                  </a:cubicBezTo>
                  <a:lnTo>
                    <a:pt x="48" y="50"/>
                  </a:lnTo>
                  <a:cubicBezTo>
                    <a:pt x="0" y="100"/>
                    <a:pt x="46" y="169"/>
                    <a:pt x="100" y="169"/>
                  </a:cubicBezTo>
                  <a:cubicBezTo>
                    <a:pt x="115" y="169"/>
                    <a:pt x="132" y="163"/>
                    <a:pt x="147" y="149"/>
                  </a:cubicBezTo>
                  <a:lnTo>
                    <a:pt x="176" y="120"/>
                  </a:lnTo>
                  <a:cubicBezTo>
                    <a:pt x="225" y="70"/>
                    <a:pt x="177" y="0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24"/>
            <p:cNvSpPr/>
            <p:nvPr/>
          </p:nvSpPr>
          <p:spPr>
            <a:xfrm>
              <a:off x="5030975" y="13187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24"/>
            <p:cNvSpPr/>
            <p:nvPr/>
          </p:nvSpPr>
          <p:spPr>
            <a:xfrm>
              <a:off x="5110700" y="13196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24"/>
            <p:cNvSpPr/>
            <p:nvPr/>
          </p:nvSpPr>
          <p:spPr>
            <a:xfrm>
              <a:off x="5600525" y="13203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26"/>
                  </a:lnTo>
                  <a:cubicBezTo>
                    <a:pt x="0" y="170"/>
                    <a:pt x="35" y="193"/>
                    <a:pt x="70" y="193"/>
                  </a:cubicBezTo>
                  <a:cubicBezTo>
                    <a:pt x="105" y="193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24"/>
            <p:cNvSpPr/>
            <p:nvPr/>
          </p:nvSpPr>
          <p:spPr>
            <a:xfrm>
              <a:off x="5568250" y="13209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24"/>
            <p:cNvSpPr/>
            <p:nvPr/>
          </p:nvSpPr>
          <p:spPr>
            <a:xfrm>
              <a:off x="5550550" y="132092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0" y="1"/>
                  </a:moveTo>
                  <a:cubicBezTo>
                    <a:pt x="149" y="1"/>
                    <a:pt x="139" y="3"/>
                    <a:pt x="128" y="8"/>
                  </a:cubicBezTo>
                  <a:cubicBezTo>
                    <a:pt x="108" y="19"/>
                    <a:pt x="88" y="28"/>
                    <a:pt x="69" y="38"/>
                  </a:cubicBezTo>
                  <a:cubicBezTo>
                    <a:pt x="1" y="73"/>
                    <a:pt x="43" y="167"/>
                    <a:pt x="107" y="167"/>
                  </a:cubicBezTo>
                  <a:cubicBezTo>
                    <a:pt x="117" y="167"/>
                    <a:pt x="128" y="164"/>
                    <a:pt x="139" y="159"/>
                  </a:cubicBezTo>
                  <a:cubicBezTo>
                    <a:pt x="159" y="148"/>
                    <a:pt x="177" y="140"/>
                    <a:pt x="197" y="130"/>
                  </a:cubicBezTo>
                  <a:cubicBezTo>
                    <a:pt x="267" y="95"/>
                    <a:pt x="224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24"/>
            <p:cNvSpPr/>
            <p:nvPr/>
          </p:nvSpPr>
          <p:spPr>
            <a:xfrm>
              <a:off x="5765000" y="132125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24"/>
            <p:cNvSpPr/>
            <p:nvPr/>
          </p:nvSpPr>
          <p:spPr>
            <a:xfrm>
              <a:off x="5483925" y="13213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5" y="1"/>
                    <a:pt x="163" y="4"/>
                    <a:pt x="151" y="12"/>
                  </a:cubicBezTo>
                  <a:cubicBezTo>
                    <a:pt x="121" y="32"/>
                    <a:pt x="92" y="50"/>
                    <a:pt x="62" y="70"/>
                  </a:cubicBezTo>
                  <a:cubicBezTo>
                    <a:pt x="0" y="112"/>
                    <a:pt x="39" y="203"/>
                    <a:pt x="97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2"/>
                  </a:cubicBezTo>
                  <a:cubicBezTo>
                    <a:pt x="282" y="91"/>
                    <a:pt x="244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24"/>
            <p:cNvSpPr/>
            <p:nvPr/>
          </p:nvSpPr>
          <p:spPr>
            <a:xfrm>
              <a:off x="4998475" y="1321550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1" y="1"/>
                  </a:moveTo>
                  <a:cubicBezTo>
                    <a:pt x="48" y="1"/>
                    <a:pt x="1" y="71"/>
                    <a:pt x="50" y="120"/>
                  </a:cubicBezTo>
                  <a:cubicBezTo>
                    <a:pt x="88" y="158"/>
                    <a:pt x="127" y="199"/>
                    <a:pt x="166" y="237"/>
                  </a:cubicBezTo>
                  <a:cubicBezTo>
                    <a:pt x="180" y="251"/>
                    <a:pt x="196" y="257"/>
                    <a:pt x="212" y="257"/>
                  </a:cubicBezTo>
                  <a:cubicBezTo>
                    <a:pt x="266" y="257"/>
                    <a:pt x="314" y="188"/>
                    <a:pt x="264" y="139"/>
                  </a:cubicBezTo>
                  <a:cubicBezTo>
                    <a:pt x="226" y="100"/>
                    <a:pt x="186" y="60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24"/>
            <p:cNvSpPr/>
            <p:nvPr/>
          </p:nvSpPr>
          <p:spPr>
            <a:xfrm>
              <a:off x="4960125" y="1323050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54" y="89"/>
                  </a:lnTo>
                  <a:cubicBezTo>
                    <a:pt x="61" y="97"/>
                    <a:pt x="70" y="100"/>
                    <a:pt x="78" y="100"/>
                  </a:cubicBezTo>
                  <a:cubicBezTo>
                    <a:pt x="104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24"/>
            <p:cNvSpPr/>
            <p:nvPr/>
          </p:nvSpPr>
          <p:spPr>
            <a:xfrm>
              <a:off x="6009750" y="13242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0" y="50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24"/>
            <p:cNvSpPr/>
            <p:nvPr/>
          </p:nvSpPr>
          <p:spPr>
            <a:xfrm>
              <a:off x="4937050" y="13243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39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24"/>
            <p:cNvSpPr/>
            <p:nvPr/>
          </p:nvSpPr>
          <p:spPr>
            <a:xfrm>
              <a:off x="5108000" y="1325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24"/>
            <p:cNvSpPr/>
            <p:nvPr/>
          </p:nvSpPr>
          <p:spPr>
            <a:xfrm>
              <a:off x="5855550" y="1326700"/>
              <a:ext cx="5275" cy="5800"/>
            </a:xfrm>
            <a:custGeom>
              <a:avLst/>
              <a:gdLst/>
              <a:ahLst/>
              <a:cxnLst/>
              <a:rect l="l" t="t" r="r" b="b"/>
              <a:pathLst>
                <a:path w="211" h="232" extrusionOk="0">
                  <a:moveTo>
                    <a:pt x="106" y="1"/>
                  </a:moveTo>
                  <a:cubicBezTo>
                    <a:pt x="54" y="1"/>
                    <a:pt x="1" y="34"/>
                    <a:pt x="1" y="102"/>
                  </a:cubicBezTo>
                  <a:lnTo>
                    <a:pt x="1" y="132"/>
                  </a:lnTo>
                  <a:cubicBezTo>
                    <a:pt x="1" y="198"/>
                    <a:pt x="53" y="231"/>
                    <a:pt x="105" y="231"/>
                  </a:cubicBezTo>
                  <a:cubicBezTo>
                    <a:pt x="157" y="231"/>
                    <a:pt x="210" y="198"/>
                    <a:pt x="211" y="132"/>
                  </a:cubicBezTo>
                  <a:lnTo>
                    <a:pt x="211" y="102"/>
                  </a:lnTo>
                  <a:cubicBezTo>
                    <a:pt x="211" y="34"/>
                    <a:pt x="158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24"/>
            <p:cNvSpPr/>
            <p:nvPr/>
          </p:nvSpPr>
          <p:spPr>
            <a:xfrm>
              <a:off x="5887250" y="1326900"/>
              <a:ext cx="3500" cy="8525"/>
            </a:xfrm>
            <a:custGeom>
              <a:avLst/>
              <a:gdLst/>
              <a:ahLst/>
              <a:cxnLst/>
              <a:rect l="l" t="t" r="r" b="b"/>
              <a:pathLst>
                <a:path w="140" h="341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274"/>
                  </a:lnTo>
                  <a:cubicBezTo>
                    <a:pt x="0" y="318"/>
                    <a:pt x="35" y="340"/>
                    <a:pt x="70" y="340"/>
                  </a:cubicBezTo>
                  <a:cubicBezTo>
                    <a:pt x="105" y="340"/>
                    <a:pt x="139" y="318"/>
                    <a:pt x="139" y="274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24"/>
            <p:cNvSpPr/>
            <p:nvPr/>
          </p:nvSpPr>
          <p:spPr>
            <a:xfrm>
              <a:off x="5915125" y="13270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24"/>
            <p:cNvSpPr/>
            <p:nvPr/>
          </p:nvSpPr>
          <p:spPr>
            <a:xfrm>
              <a:off x="5517125" y="132810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24"/>
            <p:cNvSpPr/>
            <p:nvPr/>
          </p:nvSpPr>
          <p:spPr>
            <a:xfrm>
              <a:off x="5344725" y="1328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81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24"/>
            <p:cNvSpPr/>
            <p:nvPr/>
          </p:nvSpPr>
          <p:spPr>
            <a:xfrm>
              <a:off x="4979150" y="132897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5"/>
                    <a:pt x="25" y="59"/>
                  </a:cubicBezTo>
                  <a:lnTo>
                    <a:pt x="55" y="89"/>
                  </a:lnTo>
                  <a:cubicBezTo>
                    <a:pt x="62" y="96"/>
                    <a:pt x="70" y="99"/>
                    <a:pt x="78" y="99"/>
                  </a:cubicBezTo>
                  <a:cubicBezTo>
                    <a:pt x="104" y="99"/>
                    <a:pt x="127" y="65"/>
                    <a:pt x="103" y="41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24"/>
            <p:cNvSpPr/>
            <p:nvPr/>
          </p:nvSpPr>
          <p:spPr>
            <a:xfrm>
              <a:off x="5952775" y="133142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24"/>
            <p:cNvSpPr/>
            <p:nvPr/>
          </p:nvSpPr>
          <p:spPr>
            <a:xfrm>
              <a:off x="5565525" y="13333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8" y="0"/>
                  </a:moveTo>
                  <a:cubicBezTo>
                    <a:pt x="0" y="0"/>
                    <a:pt x="0" y="137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lnTo>
                    <a:pt x="89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24"/>
            <p:cNvSpPr/>
            <p:nvPr/>
          </p:nvSpPr>
          <p:spPr>
            <a:xfrm>
              <a:off x="5091100" y="13335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0" y="139"/>
                    <a:pt x="91" y="139"/>
                    <a:pt x="91" y="139"/>
                  </a:cubicBezTo>
                  <a:cubicBezTo>
                    <a:pt x="178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24"/>
            <p:cNvSpPr/>
            <p:nvPr/>
          </p:nvSpPr>
          <p:spPr>
            <a:xfrm>
              <a:off x="5715750" y="1334450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1"/>
                  </a:moveTo>
                  <a:cubicBezTo>
                    <a:pt x="49" y="1"/>
                    <a:pt x="1" y="51"/>
                    <a:pt x="28" y="107"/>
                  </a:cubicBezTo>
                  <a:cubicBezTo>
                    <a:pt x="39" y="125"/>
                    <a:pt x="48" y="145"/>
                    <a:pt x="58" y="165"/>
                  </a:cubicBezTo>
                  <a:cubicBezTo>
                    <a:pt x="71" y="190"/>
                    <a:pt x="91" y="200"/>
                    <a:pt x="112" y="200"/>
                  </a:cubicBezTo>
                  <a:cubicBezTo>
                    <a:pt x="158" y="200"/>
                    <a:pt x="206" y="150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24"/>
            <p:cNvSpPr/>
            <p:nvPr/>
          </p:nvSpPr>
          <p:spPr>
            <a:xfrm>
              <a:off x="5976100" y="1335150"/>
              <a:ext cx="5875" cy="4250"/>
            </a:xfrm>
            <a:custGeom>
              <a:avLst/>
              <a:gdLst/>
              <a:ahLst/>
              <a:cxnLst/>
              <a:rect l="l" t="t" r="r" b="b"/>
              <a:pathLst>
                <a:path w="235" h="170" extrusionOk="0">
                  <a:moveTo>
                    <a:pt x="154" y="1"/>
                  </a:moveTo>
                  <a:cubicBezTo>
                    <a:pt x="132" y="1"/>
                    <a:pt x="115" y="11"/>
                    <a:pt x="101" y="27"/>
                  </a:cubicBezTo>
                  <a:cubicBezTo>
                    <a:pt x="98" y="26"/>
                    <a:pt x="95" y="26"/>
                    <a:pt x="92" y="26"/>
                  </a:cubicBezTo>
                  <a:cubicBezTo>
                    <a:pt x="24" y="26"/>
                    <a:pt x="0" y="139"/>
                    <a:pt x="78" y="164"/>
                  </a:cubicBezTo>
                  <a:cubicBezTo>
                    <a:pt x="90" y="168"/>
                    <a:pt x="102" y="169"/>
                    <a:pt x="113" y="169"/>
                  </a:cubicBezTo>
                  <a:cubicBezTo>
                    <a:pt x="162" y="169"/>
                    <a:pt x="202" y="136"/>
                    <a:pt x="222" y="89"/>
                  </a:cubicBezTo>
                  <a:cubicBezTo>
                    <a:pt x="234" y="54"/>
                    <a:pt x="206" y="12"/>
                    <a:pt x="172" y="3"/>
                  </a:cubicBezTo>
                  <a:cubicBezTo>
                    <a:pt x="166" y="1"/>
                    <a:pt x="160" y="1"/>
                    <a:pt x="1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24"/>
            <p:cNvSpPr/>
            <p:nvPr/>
          </p:nvSpPr>
          <p:spPr>
            <a:xfrm>
              <a:off x="5828375" y="1336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4" y="0"/>
                  </a:moveTo>
                  <a:cubicBezTo>
                    <a:pt x="0" y="0"/>
                    <a:pt x="1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ubicBezTo>
                    <a:pt x="135" y="0"/>
                    <a:pt x="134" y="0"/>
                    <a:pt x="13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24"/>
            <p:cNvSpPr/>
            <p:nvPr/>
          </p:nvSpPr>
          <p:spPr>
            <a:xfrm>
              <a:off x="5579950" y="133705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24"/>
            <p:cNvSpPr/>
            <p:nvPr/>
          </p:nvSpPr>
          <p:spPr>
            <a:xfrm>
              <a:off x="5078600" y="133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24"/>
            <p:cNvSpPr/>
            <p:nvPr/>
          </p:nvSpPr>
          <p:spPr>
            <a:xfrm>
              <a:off x="5461300" y="1338200"/>
              <a:ext cx="4550" cy="3475"/>
            </a:xfrm>
            <a:custGeom>
              <a:avLst/>
              <a:gdLst/>
              <a:ahLst/>
              <a:cxnLst/>
              <a:rect l="l" t="t" r="r" b="b"/>
              <a:pathLst>
                <a:path w="182" h="139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24"/>
            <p:cNvSpPr/>
            <p:nvPr/>
          </p:nvSpPr>
          <p:spPr>
            <a:xfrm>
              <a:off x="5048125" y="13385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0" y="1"/>
                  </a:moveTo>
                  <a:cubicBezTo>
                    <a:pt x="150" y="1"/>
                    <a:pt x="139" y="3"/>
                    <a:pt x="127" y="9"/>
                  </a:cubicBezTo>
                  <a:cubicBezTo>
                    <a:pt x="109" y="19"/>
                    <a:pt x="89" y="29"/>
                    <a:pt x="69" y="39"/>
                  </a:cubicBezTo>
                  <a:cubicBezTo>
                    <a:pt x="1" y="74"/>
                    <a:pt x="42" y="167"/>
                    <a:pt x="107" y="167"/>
                  </a:cubicBezTo>
                  <a:cubicBezTo>
                    <a:pt x="117" y="167"/>
                    <a:pt x="128" y="165"/>
                    <a:pt x="140" y="159"/>
                  </a:cubicBezTo>
                  <a:cubicBezTo>
                    <a:pt x="159" y="149"/>
                    <a:pt x="178" y="139"/>
                    <a:pt x="198" y="129"/>
                  </a:cubicBezTo>
                  <a:cubicBezTo>
                    <a:pt x="267" y="95"/>
                    <a:pt x="225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24"/>
            <p:cNvSpPr/>
            <p:nvPr/>
          </p:nvSpPr>
          <p:spPr>
            <a:xfrm>
              <a:off x="5931250" y="13387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24"/>
            <p:cNvSpPr/>
            <p:nvPr/>
          </p:nvSpPr>
          <p:spPr>
            <a:xfrm>
              <a:off x="5541050" y="13391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50"/>
                  </a:cubicBezTo>
                  <a:lnTo>
                    <a:pt x="178" y="120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24"/>
            <p:cNvSpPr/>
            <p:nvPr/>
          </p:nvSpPr>
          <p:spPr>
            <a:xfrm>
              <a:off x="5428850" y="1341025"/>
              <a:ext cx="7850" cy="6450"/>
            </a:xfrm>
            <a:custGeom>
              <a:avLst/>
              <a:gdLst/>
              <a:ahLst/>
              <a:cxnLst/>
              <a:rect l="l" t="t" r="r" b="b"/>
              <a:pathLst>
                <a:path w="314" h="258" extrusionOk="0">
                  <a:moveTo>
                    <a:pt x="102" y="1"/>
                  </a:moveTo>
                  <a:cubicBezTo>
                    <a:pt x="48" y="1"/>
                    <a:pt x="0" y="70"/>
                    <a:pt x="49" y="119"/>
                  </a:cubicBezTo>
                  <a:cubicBezTo>
                    <a:pt x="88" y="158"/>
                    <a:pt x="127" y="198"/>
                    <a:pt x="165" y="237"/>
                  </a:cubicBezTo>
                  <a:cubicBezTo>
                    <a:pt x="180" y="252"/>
                    <a:pt x="196" y="258"/>
                    <a:pt x="212" y="258"/>
                  </a:cubicBezTo>
                  <a:cubicBezTo>
                    <a:pt x="266" y="258"/>
                    <a:pt x="313" y="188"/>
                    <a:pt x="264" y="139"/>
                  </a:cubicBezTo>
                  <a:cubicBezTo>
                    <a:pt x="225" y="100"/>
                    <a:pt x="186" y="59"/>
                    <a:pt x="148" y="21"/>
                  </a:cubicBez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24"/>
            <p:cNvSpPr/>
            <p:nvPr/>
          </p:nvSpPr>
          <p:spPr>
            <a:xfrm>
              <a:off x="5800900" y="1342425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204" y="0"/>
                  </a:moveTo>
                  <a:cubicBezTo>
                    <a:pt x="195" y="0"/>
                    <a:pt x="185" y="2"/>
                    <a:pt x="176" y="5"/>
                  </a:cubicBezTo>
                  <a:cubicBezTo>
                    <a:pt x="146" y="16"/>
                    <a:pt x="118" y="24"/>
                    <a:pt x="88" y="34"/>
                  </a:cubicBezTo>
                  <a:cubicBezTo>
                    <a:pt x="35" y="53"/>
                    <a:pt x="0" y="106"/>
                    <a:pt x="16" y="163"/>
                  </a:cubicBezTo>
                  <a:cubicBezTo>
                    <a:pt x="28" y="206"/>
                    <a:pt x="70" y="240"/>
                    <a:pt x="116" y="240"/>
                  </a:cubicBezTo>
                  <a:cubicBezTo>
                    <a:pt x="125" y="240"/>
                    <a:pt x="135" y="238"/>
                    <a:pt x="144" y="235"/>
                  </a:cubicBezTo>
                  <a:cubicBezTo>
                    <a:pt x="173" y="225"/>
                    <a:pt x="202" y="216"/>
                    <a:pt x="232" y="205"/>
                  </a:cubicBezTo>
                  <a:cubicBezTo>
                    <a:pt x="285" y="188"/>
                    <a:pt x="320" y="135"/>
                    <a:pt x="305" y="78"/>
                  </a:cubicBezTo>
                  <a:cubicBezTo>
                    <a:pt x="293" y="35"/>
                    <a:pt x="249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24"/>
            <p:cNvSpPr/>
            <p:nvPr/>
          </p:nvSpPr>
          <p:spPr>
            <a:xfrm>
              <a:off x="5390475" y="1342525"/>
              <a:ext cx="3175" cy="2525"/>
            </a:xfrm>
            <a:custGeom>
              <a:avLst/>
              <a:gdLst/>
              <a:ahLst/>
              <a:cxnLst/>
              <a:rect l="l" t="t" r="r" b="b"/>
              <a:pathLst>
                <a:path w="127" h="101" extrusionOk="0">
                  <a:moveTo>
                    <a:pt x="49" y="1"/>
                  </a:moveTo>
                  <a:cubicBezTo>
                    <a:pt x="23" y="1"/>
                    <a:pt x="0" y="36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5" y="100"/>
                  </a:cubicBezTo>
                  <a:cubicBezTo>
                    <a:pt x="102" y="100"/>
                    <a:pt x="127" y="65"/>
                    <a:pt x="103" y="41"/>
                  </a:cubicBezTo>
                  <a:lnTo>
                    <a:pt x="73" y="12"/>
                  </a:lnTo>
                  <a:cubicBezTo>
                    <a:pt x="65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24"/>
            <p:cNvSpPr/>
            <p:nvPr/>
          </p:nvSpPr>
          <p:spPr>
            <a:xfrm>
              <a:off x="5914350" y="134312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24"/>
            <p:cNvSpPr/>
            <p:nvPr/>
          </p:nvSpPr>
          <p:spPr>
            <a:xfrm>
              <a:off x="5367400" y="13437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1" y="140"/>
                    <a:pt x="91" y="140"/>
                  </a:cubicBezTo>
                  <a:cubicBezTo>
                    <a:pt x="180" y="140"/>
                    <a:pt x="181" y="3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24"/>
            <p:cNvSpPr/>
            <p:nvPr/>
          </p:nvSpPr>
          <p:spPr>
            <a:xfrm>
              <a:off x="5740300" y="1344800"/>
              <a:ext cx="4600" cy="7125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85" y="1"/>
                  </a:moveTo>
                  <a:cubicBezTo>
                    <a:pt x="45" y="1"/>
                    <a:pt x="0" y="35"/>
                    <a:pt x="11" y="87"/>
                  </a:cubicBezTo>
                  <a:cubicBezTo>
                    <a:pt x="20" y="136"/>
                    <a:pt x="31" y="186"/>
                    <a:pt x="40" y="233"/>
                  </a:cubicBezTo>
                  <a:cubicBezTo>
                    <a:pt x="46" y="269"/>
                    <a:pt x="72" y="284"/>
                    <a:pt x="99" y="284"/>
                  </a:cubicBezTo>
                  <a:cubicBezTo>
                    <a:pt x="139" y="284"/>
                    <a:pt x="184" y="250"/>
                    <a:pt x="174" y="197"/>
                  </a:cubicBezTo>
                  <a:cubicBezTo>
                    <a:pt x="163" y="147"/>
                    <a:pt x="154" y="99"/>
                    <a:pt x="145" y="51"/>
                  </a:cubicBezTo>
                  <a:cubicBezTo>
                    <a:pt x="138" y="16"/>
                    <a:pt x="113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24"/>
            <p:cNvSpPr/>
            <p:nvPr/>
          </p:nvSpPr>
          <p:spPr>
            <a:xfrm>
              <a:off x="5538350" y="13450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8" y="138"/>
                    <a:pt x="178" y="2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24"/>
            <p:cNvSpPr/>
            <p:nvPr/>
          </p:nvSpPr>
          <p:spPr>
            <a:xfrm>
              <a:off x="5409500" y="1348450"/>
              <a:ext cx="3225" cy="2525"/>
            </a:xfrm>
            <a:custGeom>
              <a:avLst/>
              <a:gdLst/>
              <a:ahLst/>
              <a:cxnLst/>
              <a:rect l="l" t="t" r="r" b="b"/>
              <a:pathLst>
                <a:path w="129" h="101" extrusionOk="0">
                  <a:moveTo>
                    <a:pt x="51" y="1"/>
                  </a:moveTo>
                  <a:cubicBezTo>
                    <a:pt x="24" y="1"/>
                    <a:pt x="0" y="36"/>
                    <a:pt x="24" y="61"/>
                  </a:cubicBezTo>
                  <a:lnTo>
                    <a:pt x="53" y="91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5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24"/>
            <p:cNvSpPr/>
            <p:nvPr/>
          </p:nvSpPr>
          <p:spPr>
            <a:xfrm>
              <a:off x="5013050" y="1348625"/>
              <a:ext cx="8650" cy="4275"/>
            </a:xfrm>
            <a:custGeom>
              <a:avLst/>
              <a:gdLst/>
              <a:ahLst/>
              <a:cxnLst/>
              <a:rect l="l" t="t" r="r" b="b"/>
              <a:pathLst>
                <a:path w="346" h="171" extrusionOk="0">
                  <a:moveTo>
                    <a:pt x="244" y="1"/>
                  </a:moveTo>
                  <a:cubicBezTo>
                    <a:pt x="239" y="1"/>
                    <a:pt x="233" y="1"/>
                    <a:pt x="227" y="3"/>
                  </a:cubicBezTo>
                  <a:cubicBezTo>
                    <a:pt x="177" y="13"/>
                    <a:pt x="130" y="25"/>
                    <a:pt x="80" y="35"/>
                  </a:cubicBezTo>
                  <a:cubicBezTo>
                    <a:pt x="0" y="53"/>
                    <a:pt x="26" y="171"/>
                    <a:pt x="99" y="171"/>
                  </a:cubicBezTo>
                  <a:cubicBezTo>
                    <a:pt x="104" y="171"/>
                    <a:pt x="110" y="170"/>
                    <a:pt x="116" y="169"/>
                  </a:cubicBezTo>
                  <a:cubicBezTo>
                    <a:pt x="166" y="158"/>
                    <a:pt x="214" y="147"/>
                    <a:pt x="263" y="136"/>
                  </a:cubicBezTo>
                  <a:cubicBezTo>
                    <a:pt x="345" y="118"/>
                    <a:pt x="318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24"/>
            <p:cNvSpPr/>
            <p:nvPr/>
          </p:nvSpPr>
          <p:spPr>
            <a:xfrm>
              <a:off x="5130175" y="1350800"/>
              <a:ext cx="3250" cy="2500"/>
            </a:xfrm>
            <a:custGeom>
              <a:avLst/>
              <a:gdLst/>
              <a:ahLst/>
              <a:cxnLst/>
              <a:rect l="l" t="t" r="r" b="b"/>
              <a:pathLst>
                <a:path w="130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4"/>
                    <a:pt x="24" y="100"/>
                    <a:pt x="52" y="100"/>
                  </a:cubicBezTo>
                  <a:cubicBezTo>
                    <a:pt x="59" y="100"/>
                    <a:pt x="68" y="97"/>
                    <a:pt x="75" y="90"/>
                  </a:cubicBezTo>
                  <a:lnTo>
                    <a:pt x="104" y="60"/>
                  </a:lnTo>
                  <a:cubicBezTo>
                    <a:pt x="130" y="36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24"/>
            <p:cNvSpPr/>
            <p:nvPr/>
          </p:nvSpPr>
          <p:spPr>
            <a:xfrm>
              <a:off x="5172775" y="1351400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4" y="1"/>
                  </a:moveTo>
                  <a:cubicBezTo>
                    <a:pt x="1" y="1"/>
                    <a:pt x="1" y="208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lnTo>
                    <a:pt x="135" y="1"/>
                  </a:lnTo>
                  <a:cubicBezTo>
                    <a:pt x="135" y="1"/>
                    <a:pt x="135" y="1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24"/>
            <p:cNvSpPr/>
            <p:nvPr/>
          </p:nvSpPr>
          <p:spPr>
            <a:xfrm>
              <a:off x="5937825" y="135190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124" y="1"/>
                  </a:moveTo>
                  <a:cubicBezTo>
                    <a:pt x="108" y="1"/>
                    <a:pt x="92" y="7"/>
                    <a:pt x="78" y="21"/>
                  </a:cubicBezTo>
                  <a:lnTo>
                    <a:pt x="49" y="51"/>
                  </a:lnTo>
                  <a:cubicBezTo>
                    <a:pt x="1" y="100"/>
                    <a:pt x="47" y="170"/>
                    <a:pt x="101" y="170"/>
                  </a:cubicBezTo>
                  <a:cubicBezTo>
                    <a:pt x="116" y="170"/>
                    <a:pt x="132" y="164"/>
                    <a:pt x="147" y="149"/>
                  </a:cubicBezTo>
                  <a:lnTo>
                    <a:pt x="176" y="119"/>
                  </a:lnTo>
                  <a:cubicBezTo>
                    <a:pt x="225" y="71"/>
                    <a:pt x="177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24"/>
            <p:cNvSpPr/>
            <p:nvPr/>
          </p:nvSpPr>
          <p:spPr>
            <a:xfrm>
              <a:off x="5521425" y="13530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38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ubicBezTo>
                    <a:pt x="90" y="1"/>
                    <a:pt x="9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24"/>
            <p:cNvSpPr/>
            <p:nvPr/>
          </p:nvSpPr>
          <p:spPr>
            <a:xfrm>
              <a:off x="5875650" y="1353150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5"/>
                  </a:cubicBezTo>
                  <a:cubicBezTo>
                    <a:pt x="47" y="55"/>
                    <a:pt x="39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6" y="125"/>
                    <a:pt x="176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24"/>
            <p:cNvSpPr/>
            <p:nvPr/>
          </p:nvSpPr>
          <p:spPr>
            <a:xfrm>
              <a:off x="5508975" y="13566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7" y="139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24"/>
            <p:cNvSpPr/>
            <p:nvPr/>
          </p:nvSpPr>
          <p:spPr>
            <a:xfrm>
              <a:off x="4983575" y="1357000"/>
              <a:ext cx="4450" cy="1775"/>
            </a:xfrm>
            <a:custGeom>
              <a:avLst/>
              <a:gdLst/>
              <a:ahLst/>
              <a:cxnLst/>
              <a:rect l="l" t="t" r="r" b="b"/>
              <a:pathLst>
                <a:path w="178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133" y="71"/>
                  </a:lnTo>
                  <a:cubicBezTo>
                    <a:pt x="177" y="71"/>
                    <a:pt x="177" y="0"/>
                    <a:pt x="13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24"/>
            <p:cNvSpPr/>
            <p:nvPr/>
          </p:nvSpPr>
          <p:spPr>
            <a:xfrm>
              <a:off x="5730350" y="13579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95" y="0"/>
                  </a:moveTo>
                  <a:cubicBezTo>
                    <a:pt x="49" y="0"/>
                    <a:pt x="1" y="51"/>
                    <a:pt x="29" y="105"/>
                  </a:cubicBezTo>
                  <a:cubicBezTo>
                    <a:pt x="39" y="125"/>
                    <a:pt x="48" y="145"/>
                    <a:pt x="59" y="163"/>
                  </a:cubicBezTo>
                  <a:cubicBezTo>
                    <a:pt x="72" y="189"/>
                    <a:pt x="92" y="199"/>
                    <a:pt x="113" y="199"/>
                  </a:cubicBezTo>
                  <a:cubicBezTo>
                    <a:pt x="159" y="199"/>
                    <a:pt x="207" y="149"/>
                    <a:pt x="179" y="94"/>
                  </a:cubicBezTo>
                  <a:cubicBezTo>
                    <a:pt x="169" y="74"/>
                    <a:pt x="159" y="55"/>
                    <a:pt x="149" y="36"/>
                  </a:cubicBezTo>
                  <a:cubicBezTo>
                    <a:pt x="136" y="11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24"/>
            <p:cNvSpPr/>
            <p:nvPr/>
          </p:nvSpPr>
          <p:spPr>
            <a:xfrm>
              <a:off x="5478475" y="1358000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10" y="19"/>
                    <a:pt x="90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9" y="167"/>
                    <a:pt x="130" y="165"/>
                    <a:pt x="141" y="159"/>
                  </a:cubicBezTo>
                  <a:cubicBezTo>
                    <a:pt x="159" y="149"/>
                    <a:pt x="179" y="140"/>
                    <a:pt x="199" y="129"/>
                  </a:cubicBezTo>
                  <a:cubicBezTo>
                    <a:pt x="266" y="94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24"/>
            <p:cNvSpPr/>
            <p:nvPr/>
          </p:nvSpPr>
          <p:spPr>
            <a:xfrm>
              <a:off x="5710900" y="1360250"/>
              <a:ext cx="4650" cy="3950"/>
            </a:xfrm>
            <a:custGeom>
              <a:avLst/>
              <a:gdLst/>
              <a:ahLst/>
              <a:cxnLst/>
              <a:rect l="l" t="t" r="r" b="b"/>
              <a:pathLst>
                <a:path w="186" h="158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lnTo>
                    <a:pt x="113" y="148"/>
                  </a:lnTo>
                  <a:cubicBezTo>
                    <a:pt x="119" y="155"/>
                    <a:pt x="127" y="158"/>
                    <a:pt x="135" y="158"/>
                  </a:cubicBezTo>
                  <a:cubicBezTo>
                    <a:pt x="161" y="158"/>
                    <a:pt x="185" y="122"/>
                    <a:pt x="161" y="98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24"/>
            <p:cNvSpPr/>
            <p:nvPr/>
          </p:nvSpPr>
          <p:spPr>
            <a:xfrm>
              <a:off x="5081725" y="13631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70" y="1"/>
                    <a:pt x="62" y="4"/>
                    <a:pt x="55" y="10"/>
                  </a:cubicBezTo>
                  <a:lnTo>
                    <a:pt x="25" y="40"/>
                  </a:lnTo>
                  <a:cubicBezTo>
                    <a:pt x="1" y="64"/>
                    <a:pt x="25" y="100"/>
                    <a:pt x="51" y="100"/>
                  </a:cubicBezTo>
                  <a:cubicBezTo>
                    <a:pt x="59" y="100"/>
                    <a:pt x="66" y="97"/>
                    <a:pt x="73" y="90"/>
                  </a:cubicBezTo>
                  <a:lnTo>
                    <a:pt x="103" y="60"/>
                  </a:lnTo>
                  <a:cubicBezTo>
                    <a:pt x="128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24"/>
            <p:cNvSpPr/>
            <p:nvPr/>
          </p:nvSpPr>
          <p:spPr>
            <a:xfrm>
              <a:off x="5248725" y="1363450"/>
              <a:ext cx="8000" cy="5950"/>
            </a:xfrm>
            <a:custGeom>
              <a:avLst/>
              <a:gdLst/>
              <a:ahLst/>
              <a:cxnLst/>
              <a:rect l="l" t="t" r="r" b="b"/>
              <a:pathLst>
                <a:path w="320" h="238" extrusionOk="0">
                  <a:moveTo>
                    <a:pt x="117" y="0"/>
                  </a:moveTo>
                  <a:cubicBezTo>
                    <a:pt x="72" y="0"/>
                    <a:pt x="27" y="33"/>
                    <a:pt x="16" y="77"/>
                  </a:cubicBezTo>
                  <a:cubicBezTo>
                    <a:pt x="1" y="134"/>
                    <a:pt x="35" y="188"/>
                    <a:pt x="89" y="205"/>
                  </a:cubicBezTo>
                  <a:cubicBezTo>
                    <a:pt x="118" y="214"/>
                    <a:pt x="147" y="224"/>
                    <a:pt x="177" y="233"/>
                  </a:cubicBezTo>
                  <a:cubicBezTo>
                    <a:pt x="185" y="236"/>
                    <a:pt x="195" y="238"/>
                    <a:pt x="204" y="238"/>
                  </a:cubicBezTo>
                  <a:cubicBezTo>
                    <a:pt x="249" y="238"/>
                    <a:pt x="293" y="205"/>
                    <a:pt x="304" y="161"/>
                  </a:cubicBezTo>
                  <a:cubicBezTo>
                    <a:pt x="320" y="104"/>
                    <a:pt x="287" y="50"/>
                    <a:pt x="232" y="32"/>
                  </a:cubicBezTo>
                  <a:cubicBezTo>
                    <a:pt x="203" y="24"/>
                    <a:pt x="174" y="14"/>
                    <a:pt x="144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24"/>
            <p:cNvSpPr/>
            <p:nvPr/>
          </p:nvSpPr>
          <p:spPr>
            <a:xfrm>
              <a:off x="5946575" y="136520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9" y="171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24"/>
            <p:cNvSpPr/>
            <p:nvPr/>
          </p:nvSpPr>
          <p:spPr>
            <a:xfrm>
              <a:off x="5896600" y="1365850"/>
              <a:ext cx="6700" cy="4175"/>
            </a:xfrm>
            <a:custGeom>
              <a:avLst/>
              <a:gdLst/>
              <a:ahLst/>
              <a:cxnLst/>
              <a:rect l="l" t="t" r="r" b="b"/>
              <a:pathLst>
                <a:path w="268" h="167" extrusionOk="0">
                  <a:moveTo>
                    <a:pt x="159" y="0"/>
                  </a:moveTo>
                  <a:cubicBezTo>
                    <a:pt x="149" y="0"/>
                    <a:pt x="139" y="3"/>
                    <a:pt x="128" y="8"/>
                  </a:cubicBezTo>
                  <a:cubicBezTo>
                    <a:pt x="108" y="18"/>
                    <a:pt x="89" y="28"/>
                    <a:pt x="69" y="38"/>
                  </a:cubicBezTo>
                  <a:cubicBezTo>
                    <a:pt x="0" y="73"/>
                    <a:pt x="42" y="166"/>
                    <a:pt x="106" y="166"/>
                  </a:cubicBezTo>
                  <a:cubicBezTo>
                    <a:pt x="117" y="166"/>
                    <a:pt x="128" y="164"/>
                    <a:pt x="139" y="158"/>
                  </a:cubicBezTo>
                  <a:cubicBezTo>
                    <a:pt x="159" y="148"/>
                    <a:pt x="178" y="138"/>
                    <a:pt x="197" y="128"/>
                  </a:cubicBezTo>
                  <a:cubicBezTo>
                    <a:pt x="267" y="94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24"/>
            <p:cNvSpPr/>
            <p:nvPr/>
          </p:nvSpPr>
          <p:spPr>
            <a:xfrm>
              <a:off x="5914300" y="1365850"/>
              <a:ext cx="3450" cy="4100"/>
            </a:xfrm>
            <a:custGeom>
              <a:avLst/>
              <a:gdLst/>
              <a:ahLst/>
              <a:cxnLst/>
              <a:rect l="l" t="t" r="r" b="b"/>
              <a:pathLst>
                <a:path w="138" h="16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24"/>
            <p:cNvSpPr/>
            <p:nvPr/>
          </p:nvSpPr>
          <p:spPr>
            <a:xfrm>
              <a:off x="5829975" y="1366225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7" y="1"/>
                  </a:moveTo>
                  <a:cubicBezTo>
                    <a:pt x="175" y="1"/>
                    <a:pt x="163" y="4"/>
                    <a:pt x="151" y="13"/>
                  </a:cubicBezTo>
                  <a:cubicBezTo>
                    <a:pt x="121" y="32"/>
                    <a:pt x="92" y="51"/>
                    <a:pt x="63" y="71"/>
                  </a:cubicBezTo>
                  <a:cubicBezTo>
                    <a:pt x="1" y="112"/>
                    <a:pt x="39" y="203"/>
                    <a:pt x="96" y="203"/>
                  </a:cubicBezTo>
                  <a:cubicBezTo>
                    <a:pt x="108" y="203"/>
                    <a:pt x="120" y="199"/>
                    <a:pt x="132" y="191"/>
                  </a:cubicBezTo>
                  <a:cubicBezTo>
                    <a:pt x="162" y="172"/>
                    <a:pt x="190" y="152"/>
                    <a:pt x="220" y="133"/>
                  </a:cubicBezTo>
                  <a:cubicBezTo>
                    <a:pt x="282" y="92"/>
                    <a:pt x="244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24"/>
            <p:cNvSpPr/>
            <p:nvPr/>
          </p:nvSpPr>
          <p:spPr>
            <a:xfrm>
              <a:off x="5102250" y="13676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35" y="71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8" y="65"/>
                    <a:pt x="104" y="41"/>
                  </a:cubicBezTo>
                  <a:lnTo>
                    <a:pt x="74" y="10"/>
                  </a:ln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24"/>
            <p:cNvSpPr/>
            <p:nvPr/>
          </p:nvSpPr>
          <p:spPr>
            <a:xfrm>
              <a:off x="5317675" y="1367925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4" y="32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2" y="239"/>
                  </a:cubicBezTo>
                  <a:cubicBezTo>
                    <a:pt x="175" y="239"/>
                    <a:pt x="200" y="230"/>
                    <a:pt x="221" y="209"/>
                  </a:cubicBezTo>
                  <a:lnTo>
                    <a:pt x="250" y="179"/>
                  </a:lnTo>
                  <a:cubicBezTo>
                    <a:pt x="323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24"/>
            <p:cNvSpPr/>
            <p:nvPr/>
          </p:nvSpPr>
          <p:spPr>
            <a:xfrm>
              <a:off x="5443400" y="1368125"/>
              <a:ext cx="8625" cy="4275"/>
            </a:xfrm>
            <a:custGeom>
              <a:avLst/>
              <a:gdLst/>
              <a:ahLst/>
              <a:cxnLst/>
              <a:rect l="l" t="t" r="r" b="b"/>
              <a:pathLst>
                <a:path w="345" h="171" extrusionOk="0">
                  <a:moveTo>
                    <a:pt x="245" y="1"/>
                  </a:moveTo>
                  <a:cubicBezTo>
                    <a:pt x="239" y="1"/>
                    <a:pt x="234" y="2"/>
                    <a:pt x="228" y="3"/>
                  </a:cubicBezTo>
                  <a:cubicBezTo>
                    <a:pt x="178" y="13"/>
                    <a:pt x="130" y="25"/>
                    <a:pt x="81" y="35"/>
                  </a:cubicBezTo>
                  <a:cubicBezTo>
                    <a:pt x="1" y="53"/>
                    <a:pt x="26" y="171"/>
                    <a:pt x="99" y="171"/>
                  </a:cubicBezTo>
                  <a:cubicBezTo>
                    <a:pt x="105" y="171"/>
                    <a:pt x="111" y="170"/>
                    <a:pt x="117" y="169"/>
                  </a:cubicBezTo>
                  <a:cubicBezTo>
                    <a:pt x="167" y="158"/>
                    <a:pt x="214" y="146"/>
                    <a:pt x="264" y="136"/>
                  </a:cubicBezTo>
                  <a:cubicBezTo>
                    <a:pt x="344" y="118"/>
                    <a:pt x="31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24"/>
            <p:cNvSpPr/>
            <p:nvPr/>
          </p:nvSpPr>
          <p:spPr>
            <a:xfrm>
              <a:off x="5127700" y="1368850"/>
              <a:ext cx="9575" cy="6775"/>
            </a:xfrm>
            <a:custGeom>
              <a:avLst/>
              <a:gdLst/>
              <a:ahLst/>
              <a:cxnLst/>
              <a:rect l="l" t="t" r="r" b="b"/>
              <a:pathLst>
                <a:path w="383" h="271" extrusionOk="0">
                  <a:moveTo>
                    <a:pt x="265" y="1"/>
                  </a:moveTo>
                  <a:cubicBezTo>
                    <a:pt x="256" y="1"/>
                    <a:pt x="246" y="2"/>
                    <a:pt x="237" y="6"/>
                  </a:cubicBezTo>
                  <a:cubicBezTo>
                    <a:pt x="187" y="26"/>
                    <a:pt x="139" y="44"/>
                    <a:pt x="91" y="64"/>
                  </a:cubicBezTo>
                  <a:cubicBezTo>
                    <a:pt x="39" y="85"/>
                    <a:pt x="1" y="135"/>
                    <a:pt x="19" y="193"/>
                  </a:cubicBezTo>
                  <a:cubicBezTo>
                    <a:pt x="29" y="233"/>
                    <a:pt x="73" y="271"/>
                    <a:pt x="117" y="271"/>
                  </a:cubicBezTo>
                  <a:cubicBezTo>
                    <a:pt x="127" y="271"/>
                    <a:pt x="137" y="269"/>
                    <a:pt x="146" y="265"/>
                  </a:cubicBezTo>
                  <a:cubicBezTo>
                    <a:pt x="196" y="245"/>
                    <a:pt x="244" y="226"/>
                    <a:pt x="292" y="207"/>
                  </a:cubicBezTo>
                  <a:cubicBezTo>
                    <a:pt x="344" y="186"/>
                    <a:pt x="382" y="137"/>
                    <a:pt x="366" y="79"/>
                  </a:cubicBezTo>
                  <a:cubicBezTo>
                    <a:pt x="354" y="38"/>
                    <a:pt x="309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24"/>
            <p:cNvSpPr/>
            <p:nvPr/>
          </p:nvSpPr>
          <p:spPr>
            <a:xfrm>
              <a:off x="5282950" y="13708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0"/>
                  </a:cubicBezTo>
                  <a:lnTo>
                    <a:pt x="49" y="50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24"/>
            <p:cNvSpPr/>
            <p:nvPr/>
          </p:nvSpPr>
          <p:spPr>
            <a:xfrm>
              <a:off x="5350275" y="137167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cubicBezTo>
                    <a:pt x="135" y="209"/>
                    <a:pt x="135" y="209"/>
                    <a:pt x="136" y="209"/>
                  </a:cubicBezTo>
                  <a:cubicBezTo>
                    <a:pt x="267" y="209"/>
                    <a:pt x="269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24"/>
            <p:cNvSpPr/>
            <p:nvPr/>
          </p:nvSpPr>
          <p:spPr>
            <a:xfrm>
              <a:off x="5863150" y="13730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24"/>
            <p:cNvSpPr/>
            <p:nvPr/>
          </p:nvSpPr>
          <p:spPr>
            <a:xfrm>
              <a:off x="5044025" y="137317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19" y="140"/>
                  </a:lnTo>
                  <a:cubicBezTo>
                    <a:pt x="207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24"/>
            <p:cNvSpPr/>
            <p:nvPr/>
          </p:nvSpPr>
          <p:spPr>
            <a:xfrm>
              <a:off x="5365675" y="1373175"/>
              <a:ext cx="8900" cy="5275"/>
            </a:xfrm>
            <a:custGeom>
              <a:avLst/>
              <a:gdLst/>
              <a:ahLst/>
              <a:cxnLst/>
              <a:rect l="l" t="t" r="r" b="b"/>
              <a:pathLst>
                <a:path w="356" h="211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lnTo>
                    <a:pt x="223" y="210"/>
                  </a:lnTo>
                  <a:cubicBezTo>
                    <a:pt x="356" y="210"/>
                    <a:pt x="356" y="1"/>
                    <a:pt x="2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24"/>
            <p:cNvSpPr/>
            <p:nvPr/>
          </p:nvSpPr>
          <p:spPr>
            <a:xfrm>
              <a:off x="5690775" y="13732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24"/>
            <p:cNvSpPr/>
            <p:nvPr/>
          </p:nvSpPr>
          <p:spPr>
            <a:xfrm>
              <a:off x="5019050" y="1374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24"/>
            <p:cNvSpPr/>
            <p:nvPr/>
          </p:nvSpPr>
          <p:spPr>
            <a:xfrm>
              <a:off x="5388125" y="1376825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3" y="1"/>
                  </a:moveTo>
                  <a:cubicBezTo>
                    <a:pt x="126" y="1"/>
                    <a:pt x="107" y="4"/>
                    <a:pt x="89" y="10"/>
                  </a:cubicBezTo>
                  <a:cubicBezTo>
                    <a:pt x="37" y="30"/>
                    <a:pt x="1" y="81"/>
                    <a:pt x="16" y="139"/>
                  </a:cubicBezTo>
                  <a:cubicBezTo>
                    <a:pt x="28" y="181"/>
                    <a:pt x="72" y="217"/>
                    <a:pt x="116" y="217"/>
                  </a:cubicBezTo>
                  <a:cubicBezTo>
                    <a:pt x="123" y="217"/>
                    <a:pt x="129" y="216"/>
                    <a:pt x="136" y="214"/>
                  </a:cubicBezTo>
                  <a:cubicBezTo>
                    <a:pt x="156" y="231"/>
                    <a:pt x="181" y="242"/>
                    <a:pt x="206" y="242"/>
                  </a:cubicBezTo>
                  <a:cubicBezTo>
                    <a:pt x="223" y="242"/>
                    <a:pt x="239" y="237"/>
                    <a:pt x="256" y="228"/>
                  </a:cubicBezTo>
                  <a:cubicBezTo>
                    <a:pt x="301" y="202"/>
                    <a:pt x="327" y="133"/>
                    <a:pt x="294" y="86"/>
                  </a:cubicBezTo>
                  <a:cubicBezTo>
                    <a:pt x="258" y="36"/>
                    <a:pt x="204" y="1"/>
                    <a:pt x="14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24"/>
            <p:cNvSpPr/>
            <p:nvPr/>
          </p:nvSpPr>
          <p:spPr>
            <a:xfrm>
              <a:off x="5315950" y="137692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4" y="0"/>
                    <a:pt x="0" y="23"/>
                    <a:pt x="0" y="67"/>
                  </a:cubicBezTo>
                  <a:lnTo>
                    <a:pt x="0" y="125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24"/>
            <p:cNvSpPr/>
            <p:nvPr/>
          </p:nvSpPr>
          <p:spPr>
            <a:xfrm>
              <a:off x="5114700" y="1377100"/>
              <a:ext cx="4050" cy="2475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53" y="0"/>
                  </a:moveTo>
                  <a:cubicBezTo>
                    <a:pt x="21" y="0"/>
                    <a:pt x="0" y="48"/>
                    <a:pt x="34" y="65"/>
                  </a:cubicBezTo>
                  <a:cubicBezTo>
                    <a:pt x="54" y="75"/>
                    <a:pt x="73" y="84"/>
                    <a:pt x="93" y="95"/>
                  </a:cubicBezTo>
                  <a:cubicBezTo>
                    <a:pt x="99" y="98"/>
                    <a:pt x="104" y="99"/>
                    <a:pt x="109" y="99"/>
                  </a:cubicBezTo>
                  <a:cubicBezTo>
                    <a:pt x="141" y="99"/>
                    <a:pt x="162" y="52"/>
                    <a:pt x="127" y="35"/>
                  </a:cubicBezTo>
                  <a:cubicBezTo>
                    <a:pt x="109" y="24"/>
                    <a:pt x="89" y="15"/>
                    <a:pt x="69" y="4"/>
                  </a:cubicBezTo>
                  <a:cubicBezTo>
                    <a:pt x="63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24"/>
            <p:cNvSpPr/>
            <p:nvPr/>
          </p:nvSpPr>
          <p:spPr>
            <a:xfrm>
              <a:off x="5005750" y="1377550"/>
              <a:ext cx="6200" cy="5575"/>
            </a:xfrm>
            <a:custGeom>
              <a:avLst/>
              <a:gdLst/>
              <a:ahLst/>
              <a:cxnLst/>
              <a:rect l="l" t="t" r="r" b="b"/>
              <a:pathLst>
                <a:path w="248" h="223" extrusionOk="0">
                  <a:moveTo>
                    <a:pt x="97" y="1"/>
                  </a:moveTo>
                  <a:cubicBezTo>
                    <a:pt x="48" y="1"/>
                    <a:pt x="0" y="50"/>
                    <a:pt x="34" y="103"/>
                  </a:cubicBezTo>
                  <a:cubicBezTo>
                    <a:pt x="54" y="131"/>
                    <a:pt x="73" y="161"/>
                    <a:pt x="92" y="191"/>
                  </a:cubicBezTo>
                  <a:cubicBezTo>
                    <a:pt x="107" y="213"/>
                    <a:pt x="129" y="222"/>
                    <a:pt x="150" y="222"/>
                  </a:cubicBezTo>
                  <a:cubicBezTo>
                    <a:pt x="199" y="222"/>
                    <a:pt x="247" y="173"/>
                    <a:pt x="213" y="120"/>
                  </a:cubicBezTo>
                  <a:cubicBezTo>
                    <a:pt x="194" y="90"/>
                    <a:pt x="174" y="62"/>
                    <a:pt x="154" y="32"/>
                  </a:cubicBezTo>
                  <a:cubicBezTo>
                    <a:pt x="140" y="10"/>
                    <a:pt x="118" y="1"/>
                    <a:pt x="9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24"/>
            <p:cNvSpPr/>
            <p:nvPr/>
          </p:nvSpPr>
          <p:spPr>
            <a:xfrm>
              <a:off x="5184050" y="1378000"/>
              <a:ext cx="6975" cy="5150"/>
            </a:xfrm>
            <a:custGeom>
              <a:avLst/>
              <a:gdLst/>
              <a:ahLst/>
              <a:cxnLst/>
              <a:rect l="l" t="t" r="r" b="b"/>
              <a:pathLst>
                <a:path w="279" h="206" extrusionOk="0">
                  <a:moveTo>
                    <a:pt x="185" y="1"/>
                  </a:moveTo>
                  <a:cubicBezTo>
                    <a:pt x="173" y="1"/>
                    <a:pt x="161" y="4"/>
                    <a:pt x="149" y="13"/>
                  </a:cubicBezTo>
                  <a:cubicBezTo>
                    <a:pt x="120" y="33"/>
                    <a:pt x="91" y="53"/>
                    <a:pt x="62" y="72"/>
                  </a:cubicBezTo>
                  <a:cubicBezTo>
                    <a:pt x="0" y="114"/>
                    <a:pt x="38" y="205"/>
                    <a:pt x="96" y="205"/>
                  </a:cubicBezTo>
                  <a:cubicBezTo>
                    <a:pt x="107" y="205"/>
                    <a:pt x="120" y="202"/>
                    <a:pt x="132" y="193"/>
                  </a:cubicBezTo>
                  <a:cubicBezTo>
                    <a:pt x="160" y="174"/>
                    <a:pt x="190" y="153"/>
                    <a:pt x="218" y="133"/>
                  </a:cubicBezTo>
                  <a:cubicBezTo>
                    <a:pt x="278" y="91"/>
                    <a:pt x="241" y="1"/>
                    <a:pt x="1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24"/>
            <p:cNvSpPr/>
            <p:nvPr/>
          </p:nvSpPr>
          <p:spPr>
            <a:xfrm>
              <a:off x="5911525" y="13782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10" y="140"/>
                    <a:pt x="210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24"/>
            <p:cNvSpPr/>
            <p:nvPr/>
          </p:nvSpPr>
          <p:spPr>
            <a:xfrm>
              <a:off x="5075550" y="1380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8"/>
                  </a:cubicBezTo>
                  <a:cubicBezTo>
                    <a:pt x="84" y="188"/>
                    <a:pt x="94" y="198"/>
                    <a:pt x="103" y="208"/>
                  </a:cubicBezTo>
                  <a:cubicBezTo>
                    <a:pt x="124" y="230"/>
                    <a:pt x="149" y="239"/>
                    <a:pt x="172" y="239"/>
                  </a:cubicBezTo>
                  <a:cubicBezTo>
                    <a:pt x="253" y="239"/>
                    <a:pt x="324" y="135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24"/>
            <p:cNvSpPr/>
            <p:nvPr/>
          </p:nvSpPr>
          <p:spPr>
            <a:xfrm>
              <a:off x="5300500" y="1381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1" y="70"/>
                    <a:pt x="49" y="119"/>
                  </a:cubicBezTo>
                  <a:cubicBezTo>
                    <a:pt x="60" y="130"/>
                    <a:pt x="70" y="139"/>
                    <a:pt x="79" y="149"/>
                  </a:cubicBez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24"/>
            <p:cNvSpPr/>
            <p:nvPr/>
          </p:nvSpPr>
          <p:spPr>
            <a:xfrm>
              <a:off x="5926000" y="138192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25" y="1"/>
                  </a:moveTo>
                  <a:cubicBezTo>
                    <a:pt x="109" y="1"/>
                    <a:pt x="93" y="7"/>
                    <a:pt x="78" y="22"/>
                  </a:cubicBezTo>
                  <a:lnTo>
                    <a:pt x="48" y="52"/>
                  </a:lnTo>
                  <a:cubicBezTo>
                    <a:pt x="0" y="101"/>
                    <a:pt x="47" y="171"/>
                    <a:pt x="100" y="171"/>
                  </a:cubicBezTo>
                  <a:cubicBezTo>
                    <a:pt x="116" y="171"/>
                    <a:pt x="132" y="165"/>
                    <a:pt x="147" y="150"/>
                  </a:cubicBezTo>
                  <a:lnTo>
                    <a:pt x="177" y="120"/>
                  </a:lnTo>
                  <a:cubicBezTo>
                    <a:pt x="225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24"/>
            <p:cNvSpPr/>
            <p:nvPr/>
          </p:nvSpPr>
          <p:spPr>
            <a:xfrm>
              <a:off x="5061200" y="138262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4" y="208"/>
                  </a:lnTo>
                  <a:cubicBezTo>
                    <a:pt x="299" y="208"/>
                    <a:pt x="299" y="0"/>
                    <a:pt x="16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24"/>
            <p:cNvSpPr/>
            <p:nvPr/>
          </p:nvSpPr>
          <p:spPr>
            <a:xfrm>
              <a:off x="5156725" y="138310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8" y="0"/>
                  </a:moveTo>
                  <a:cubicBezTo>
                    <a:pt x="212" y="0"/>
                    <a:pt x="206" y="1"/>
                    <a:pt x="199" y="3"/>
                  </a:cubicBezTo>
                  <a:cubicBezTo>
                    <a:pt x="160" y="12"/>
                    <a:pt x="122" y="22"/>
                    <a:pt x="81" y="32"/>
                  </a:cubicBezTo>
                  <a:cubicBezTo>
                    <a:pt x="0" y="51"/>
                    <a:pt x="26" y="168"/>
                    <a:pt x="100" y="168"/>
                  </a:cubicBezTo>
                  <a:cubicBezTo>
                    <a:pt x="105" y="168"/>
                    <a:pt x="111" y="167"/>
                    <a:pt x="117" y="165"/>
                  </a:cubicBezTo>
                  <a:cubicBezTo>
                    <a:pt x="156" y="156"/>
                    <a:pt x="195" y="146"/>
                    <a:pt x="236" y="136"/>
                  </a:cubicBezTo>
                  <a:cubicBezTo>
                    <a:pt x="315" y="116"/>
                    <a:pt x="290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24"/>
            <p:cNvSpPr/>
            <p:nvPr/>
          </p:nvSpPr>
          <p:spPr>
            <a:xfrm>
              <a:off x="5807375" y="138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24"/>
            <p:cNvSpPr/>
            <p:nvPr/>
          </p:nvSpPr>
          <p:spPr>
            <a:xfrm>
              <a:off x="5052800" y="13834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90" y="138"/>
                    <a:pt x="91" y="138"/>
                    <a:pt x="92" y="138"/>
                  </a:cubicBezTo>
                  <a:cubicBezTo>
                    <a:pt x="179" y="138"/>
                    <a:pt x="178" y="1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24"/>
            <p:cNvSpPr/>
            <p:nvPr/>
          </p:nvSpPr>
          <p:spPr>
            <a:xfrm>
              <a:off x="5887100" y="13840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09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7" y="169"/>
                    <a:pt x="133" y="163"/>
                    <a:pt x="147" y="149"/>
                  </a:cubicBezTo>
                  <a:lnTo>
                    <a:pt x="177" y="119"/>
                  </a:lnTo>
                  <a:cubicBezTo>
                    <a:pt x="226" y="70"/>
                    <a:pt x="178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24"/>
            <p:cNvSpPr/>
            <p:nvPr/>
          </p:nvSpPr>
          <p:spPr>
            <a:xfrm>
              <a:off x="4938100" y="13847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24"/>
            <p:cNvSpPr/>
            <p:nvPr/>
          </p:nvSpPr>
          <p:spPr>
            <a:xfrm>
              <a:off x="5774850" y="1385975"/>
              <a:ext cx="7850" cy="6425"/>
            </a:xfrm>
            <a:custGeom>
              <a:avLst/>
              <a:gdLst/>
              <a:ahLst/>
              <a:cxnLst/>
              <a:rect l="l" t="t" r="r" b="b"/>
              <a:pathLst>
                <a:path w="314" h="257" extrusionOk="0">
                  <a:moveTo>
                    <a:pt x="102" y="0"/>
                  </a:moveTo>
                  <a:cubicBezTo>
                    <a:pt x="48" y="0"/>
                    <a:pt x="1" y="70"/>
                    <a:pt x="51" y="119"/>
                  </a:cubicBezTo>
                  <a:cubicBezTo>
                    <a:pt x="89" y="157"/>
                    <a:pt x="128" y="198"/>
                    <a:pt x="167" y="237"/>
                  </a:cubicBezTo>
                  <a:cubicBezTo>
                    <a:pt x="181" y="251"/>
                    <a:pt x="197" y="257"/>
                    <a:pt x="212" y="257"/>
                  </a:cubicBezTo>
                  <a:cubicBezTo>
                    <a:pt x="266" y="257"/>
                    <a:pt x="314" y="187"/>
                    <a:pt x="265" y="139"/>
                  </a:cubicBezTo>
                  <a:cubicBezTo>
                    <a:pt x="227" y="99"/>
                    <a:pt x="187" y="59"/>
                    <a:pt x="149" y="20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24"/>
            <p:cNvSpPr/>
            <p:nvPr/>
          </p:nvSpPr>
          <p:spPr>
            <a:xfrm>
              <a:off x="5337400" y="1386550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3" y="1"/>
                  </a:moveTo>
                  <a:cubicBezTo>
                    <a:pt x="343" y="1"/>
                    <a:pt x="332" y="3"/>
                    <a:pt x="320" y="9"/>
                  </a:cubicBezTo>
                  <a:cubicBezTo>
                    <a:pt x="256" y="41"/>
                    <a:pt x="188" y="56"/>
                    <a:pt x="117" y="56"/>
                  </a:cubicBezTo>
                  <a:cubicBezTo>
                    <a:pt x="108" y="56"/>
                    <a:pt x="99" y="56"/>
                    <a:pt x="90" y="55"/>
                  </a:cubicBezTo>
                  <a:cubicBezTo>
                    <a:pt x="89" y="55"/>
                    <a:pt x="88" y="55"/>
                    <a:pt x="86" y="55"/>
                  </a:cubicBezTo>
                  <a:cubicBezTo>
                    <a:pt x="0" y="55"/>
                    <a:pt x="1" y="190"/>
                    <a:pt x="90" y="194"/>
                  </a:cubicBezTo>
                  <a:cubicBezTo>
                    <a:pt x="99" y="195"/>
                    <a:pt x="108" y="195"/>
                    <a:pt x="118" y="195"/>
                  </a:cubicBezTo>
                  <a:cubicBezTo>
                    <a:pt x="212" y="195"/>
                    <a:pt x="304" y="171"/>
                    <a:pt x="391" y="128"/>
                  </a:cubicBezTo>
                  <a:cubicBezTo>
                    <a:pt x="459" y="95"/>
                    <a:pt x="418" y="1"/>
                    <a:pt x="3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24"/>
            <p:cNvSpPr/>
            <p:nvPr/>
          </p:nvSpPr>
          <p:spPr>
            <a:xfrm>
              <a:off x="5383625" y="1386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325" y="139"/>
                  </a:lnTo>
                  <a:cubicBezTo>
                    <a:pt x="414" y="139"/>
                    <a:pt x="414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24"/>
            <p:cNvSpPr/>
            <p:nvPr/>
          </p:nvSpPr>
          <p:spPr>
            <a:xfrm>
              <a:off x="5736475" y="13874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1" y="1"/>
                  </a:moveTo>
                  <a:cubicBezTo>
                    <a:pt x="24" y="1"/>
                    <a:pt x="0" y="35"/>
                    <a:pt x="24" y="61"/>
                  </a:cubicBezTo>
                  <a:lnTo>
                    <a:pt x="54" y="90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4" y="100"/>
                    <a:pt x="128" y="66"/>
                    <a:pt x="104" y="41"/>
                  </a:cubicBezTo>
                  <a:lnTo>
                    <a:pt x="74" y="11"/>
                  </a:lnTo>
                  <a:cubicBezTo>
                    <a:pt x="67" y="4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24"/>
            <p:cNvSpPr/>
            <p:nvPr/>
          </p:nvSpPr>
          <p:spPr>
            <a:xfrm>
              <a:off x="5039950" y="1388700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2" y="1"/>
                    <a:pt x="1" y="71"/>
                    <a:pt x="45" y="71"/>
                  </a:cubicBezTo>
                  <a:cubicBezTo>
                    <a:pt x="91" y="71"/>
                    <a:pt x="91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24"/>
            <p:cNvSpPr/>
            <p:nvPr/>
          </p:nvSpPr>
          <p:spPr>
            <a:xfrm>
              <a:off x="5713450" y="13887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24"/>
            <p:cNvSpPr/>
            <p:nvPr/>
          </p:nvSpPr>
          <p:spPr>
            <a:xfrm>
              <a:off x="5286075" y="1389875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0" y="104"/>
                    <a:pt x="73" y="177"/>
                  </a:cubicBezTo>
                  <a:lnTo>
                    <a:pt x="131" y="236"/>
                  </a:lnTo>
                  <a:cubicBezTo>
                    <a:pt x="153" y="258"/>
                    <a:pt x="177" y="267"/>
                    <a:pt x="201" y="267"/>
                  </a:cubicBezTo>
                  <a:cubicBezTo>
                    <a:pt x="281" y="267"/>
                    <a:pt x="353" y="163"/>
                    <a:pt x="279" y="89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24"/>
            <p:cNvSpPr/>
            <p:nvPr/>
          </p:nvSpPr>
          <p:spPr>
            <a:xfrm>
              <a:off x="5884400" y="13899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90" y="139"/>
                    <a:pt x="90" y="139"/>
                    <a:pt x="91" y="139"/>
                  </a:cubicBezTo>
                  <a:cubicBezTo>
                    <a:pt x="178" y="139"/>
                    <a:pt x="178" y="2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24"/>
            <p:cNvSpPr/>
            <p:nvPr/>
          </p:nvSpPr>
          <p:spPr>
            <a:xfrm>
              <a:off x="5103675" y="1391825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7" y="0"/>
                  </a:moveTo>
                  <a:cubicBezTo>
                    <a:pt x="69" y="0"/>
                    <a:pt x="61" y="3"/>
                    <a:pt x="54" y="10"/>
                  </a:cubicBezTo>
                  <a:lnTo>
                    <a:pt x="24" y="40"/>
                  </a:lnTo>
                  <a:cubicBezTo>
                    <a:pt x="0" y="64"/>
                    <a:pt x="24" y="99"/>
                    <a:pt x="51" y="99"/>
                  </a:cubicBezTo>
                  <a:cubicBezTo>
                    <a:pt x="59" y="99"/>
                    <a:pt x="67" y="96"/>
                    <a:pt x="74" y="89"/>
                  </a:cubicBezTo>
                  <a:lnTo>
                    <a:pt x="104" y="60"/>
                  </a:lnTo>
                  <a:cubicBezTo>
                    <a:pt x="128" y="36"/>
                    <a:pt x="104" y="0"/>
                    <a:pt x="7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24"/>
            <p:cNvSpPr/>
            <p:nvPr/>
          </p:nvSpPr>
          <p:spPr>
            <a:xfrm>
              <a:off x="5309500" y="13929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1" y="139"/>
                    <a:pt x="18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24"/>
            <p:cNvSpPr/>
            <p:nvPr/>
          </p:nvSpPr>
          <p:spPr>
            <a:xfrm>
              <a:off x="5755550" y="1393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7"/>
                    <a:pt x="69" y="100"/>
                    <a:pt x="77" y="100"/>
                  </a:cubicBezTo>
                  <a:cubicBezTo>
                    <a:pt x="103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24"/>
            <p:cNvSpPr/>
            <p:nvPr/>
          </p:nvSpPr>
          <p:spPr>
            <a:xfrm>
              <a:off x="5416225" y="139392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9" y="1"/>
                    <a:pt x="138" y="3"/>
                    <a:pt x="126" y="9"/>
                  </a:cubicBezTo>
                  <a:cubicBezTo>
                    <a:pt x="108" y="19"/>
                    <a:pt x="88" y="29"/>
                    <a:pt x="68" y="39"/>
                  </a:cubicBezTo>
                  <a:cubicBezTo>
                    <a:pt x="1" y="74"/>
                    <a:pt x="42" y="168"/>
                    <a:pt x="106" y="168"/>
                  </a:cubicBezTo>
                  <a:cubicBezTo>
                    <a:pt x="117" y="168"/>
                    <a:pt x="128" y="165"/>
                    <a:pt x="139" y="159"/>
                  </a:cubicBezTo>
                  <a:cubicBezTo>
                    <a:pt x="157" y="149"/>
                    <a:pt x="177" y="140"/>
                    <a:pt x="197" y="129"/>
                  </a:cubicBezTo>
                  <a:cubicBezTo>
                    <a:pt x="265" y="95"/>
                    <a:pt x="224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24"/>
            <p:cNvSpPr/>
            <p:nvPr/>
          </p:nvSpPr>
          <p:spPr>
            <a:xfrm>
              <a:off x="5151100" y="13968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151" y="0"/>
                  </a:moveTo>
                  <a:cubicBezTo>
                    <a:pt x="71" y="0"/>
                    <a:pt x="0" y="104"/>
                    <a:pt x="73" y="177"/>
                  </a:cubicBezTo>
                  <a:lnTo>
                    <a:pt x="161" y="265"/>
                  </a:lnTo>
                  <a:cubicBezTo>
                    <a:pt x="183" y="287"/>
                    <a:pt x="207" y="296"/>
                    <a:pt x="231" y="296"/>
                  </a:cubicBezTo>
                  <a:cubicBezTo>
                    <a:pt x="311" y="296"/>
                    <a:pt x="382" y="192"/>
                    <a:pt x="308" y="119"/>
                  </a:cubicBezTo>
                  <a:lnTo>
                    <a:pt x="220" y="31"/>
                  </a:lnTo>
                  <a:cubicBezTo>
                    <a:pt x="199" y="9"/>
                    <a:pt x="174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24"/>
            <p:cNvSpPr/>
            <p:nvPr/>
          </p:nvSpPr>
          <p:spPr>
            <a:xfrm>
              <a:off x="5246025" y="13971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2" y="0"/>
                    <a:pt x="1" y="208"/>
                    <a:pt x="135" y="208"/>
                  </a:cubicBezTo>
                  <a:cubicBezTo>
                    <a:pt x="269" y="208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24"/>
            <p:cNvSpPr/>
            <p:nvPr/>
          </p:nvSpPr>
          <p:spPr>
            <a:xfrm>
              <a:off x="5867450" y="1397925"/>
              <a:ext cx="4550" cy="3500"/>
            </a:xfrm>
            <a:custGeom>
              <a:avLst/>
              <a:gdLst/>
              <a:ahLst/>
              <a:cxnLst/>
              <a:rect l="l" t="t" r="r" b="b"/>
              <a:pathLst>
                <a:path w="182" h="140" extrusionOk="0">
                  <a:moveTo>
                    <a:pt x="92" y="0"/>
                  </a:moveTo>
                  <a:cubicBezTo>
                    <a:pt x="2" y="0"/>
                    <a:pt x="1" y="139"/>
                    <a:pt x="92" y="139"/>
                  </a:cubicBezTo>
                  <a:cubicBezTo>
                    <a:pt x="181" y="139"/>
                    <a:pt x="181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24"/>
            <p:cNvSpPr/>
            <p:nvPr/>
          </p:nvSpPr>
          <p:spPr>
            <a:xfrm>
              <a:off x="5848025" y="13985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7" y="1"/>
                  </a:moveTo>
                  <a:cubicBezTo>
                    <a:pt x="69" y="1"/>
                    <a:pt x="61" y="4"/>
                    <a:pt x="54" y="11"/>
                  </a:cubicBezTo>
                  <a:lnTo>
                    <a:pt x="25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8" y="99"/>
                    <a:pt x="66" y="96"/>
                    <a:pt x="73" y="89"/>
                  </a:cubicBezTo>
                  <a:lnTo>
                    <a:pt x="103" y="60"/>
                  </a:lnTo>
                  <a:cubicBezTo>
                    <a:pt x="127" y="36"/>
                    <a:pt x="104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24"/>
            <p:cNvSpPr/>
            <p:nvPr/>
          </p:nvSpPr>
          <p:spPr>
            <a:xfrm>
              <a:off x="5890625" y="1399150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297" y="208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24"/>
            <p:cNvSpPr/>
            <p:nvPr/>
          </p:nvSpPr>
          <p:spPr>
            <a:xfrm>
              <a:off x="5206100" y="140067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1" y="0"/>
                    <a:pt x="157" y="9"/>
                    <a:pt x="136" y="30"/>
                  </a:cubicBezTo>
                  <a:cubicBezTo>
                    <a:pt x="116" y="50"/>
                    <a:pt x="97" y="70"/>
                    <a:pt x="76" y="89"/>
                  </a:cubicBezTo>
                  <a:cubicBezTo>
                    <a:pt x="0" y="162"/>
                    <a:pt x="72" y="267"/>
                    <a:pt x="152" y="267"/>
                  </a:cubicBezTo>
                  <a:cubicBezTo>
                    <a:pt x="176" y="267"/>
                    <a:pt x="200" y="258"/>
                    <a:pt x="222" y="236"/>
                  </a:cubicBezTo>
                  <a:cubicBezTo>
                    <a:pt x="242" y="217"/>
                    <a:pt x="261" y="198"/>
                    <a:pt x="282" y="178"/>
                  </a:cubicBezTo>
                  <a:cubicBezTo>
                    <a:pt x="356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24"/>
            <p:cNvSpPr/>
            <p:nvPr/>
          </p:nvSpPr>
          <p:spPr>
            <a:xfrm>
              <a:off x="4936975" y="1400825"/>
              <a:ext cx="4950" cy="5550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14" y="0"/>
                  </a:moveTo>
                  <a:cubicBezTo>
                    <a:pt x="86" y="0"/>
                    <a:pt x="59" y="15"/>
                    <a:pt x="48" y="48"/>
                  </a:cubicBezTo>
                  <a:cubicBezTo>
                    <a:pt x="37" y="78"/>
                    <a:pt x="28" y="106"/>
                    <a:pt x="18" y="136"/>
                  </a:cubicBezTo>
                  <a:cubicBezTo>
                    <a:pt x="0" y="188"/>
                    <a:pt x="42" y="222"/>
                    <a:pt x="85" y="222"/>
                  </a:cubicBezTo>
                  <a:cubicBezTo>
                    <a:pt x="112" y="222"/>
                    <a:pt x="140" y="207"/>
                    <a:pt x="151" y="173"/>
                  </a:cubicBezTo>
                  <a:cubicBezTo>
                    <a:pt x="162" y="143"/>
                    <a:pt x="170" y="115"/>
                    <a:pt x="180" y="85"/>
                  </a:cubicBezTo>
                  <a:cubicBezTo>
                    <a:pt x="198" y="34"/>
                    <a:pt x="156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24"/>
            <p:cNvSpPr/>
            <p:nvPr/>
          </p:nvSpPr>
          <p:spPr>
            <a:xfrm>
              <a:off x="5009225" y="14010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2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24"/>
            <p:cNvSpPr/>
            <p:nvPr/>
          </p:nvSpPr>
          <p:spPr>
            <a:xfrm>
              <a:off x="5855000" y="14016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8" y="0"/>
                  </a:moveTo>
                  <a:cubicBezTo>
                    <a:pt x="0" y="0"/>
                    <a:pt x="1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0"/>
                    <a:pt x="120" y="0"/>
                  </a:cubicBezTo>
                  <a:lnTo>
                    <a:pt x="90" y="0"/>
                  </a:lnTo>
                  <a:cubicBezTo>
                    <a:pt x="89" y="0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24"/>
            <p:cNvSpPr/>
            <p:nvPr/>
          </p:nvSpPr>
          <p:spPr>
            <a:xfrm>
              <a:off x="5824550" y="1402900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0"/>
                  </a:moveTo>
                  <a:cubicBezTo>
                    <a:pt x="149" y="0"/>
                    <a:pt x="138" y="3"/>
                    <a:pt x="126" y="9"/>
                  </a:cubicBezTo>
                  <a:cubicBezTo>
                    <a:pt x="107" y="19"/>
                    <a:pt x="88" y="28"/>
                    <a:pt x="68" y="39"/>
                  </a:cubicBezTo>
                  <a:cubicBezTo>
                    <a:pt x="1" y="73"/>
                    <a:pt x="42" y="167"/>
                    <a:pt x="106" y="167"/>
                  </a:cubicBezTo>
                  <a:cubicBezTo>
                    <a:pt x="116" y="167"/>
                    <a:pt x="127" y="165"/>
                    <a:pt x="138" y="159"/>
                  </a:cubicBezTo>
                  <a:cubicBezTo>
                    <a:pt x="158" y="148"/>
                    <a:pt x="177" y="140"/>
                    <a:pt x="197" y="129"/>
                  </a:cubicBezTo>
                  <a:cubicBezTo>
                    <a:pt x="266" y="95"/>
                    <a:pt x="224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24"/>
            <p:cNvSpPr/>
            <p:nvPr/>
          </p:nvSpPr>
          <p:spPr>
            <a:xfrm>
              <a:off x="4977150" y="140375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0" y="148"/>
                    <a:pt x="48" y="199"/>
                    <a:pt x="94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5"/>
                    <a:pt x="168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24"/>
            <p:cNvSpPr/>
            <p:nvPr/>
          </p:nvSpPr>
          <p:spPr>
            <a:xfrm>
              <a:off x="5701400" y="1404750"/>
              <a:ext cx="4450" cy="1800"/>
            </a:xfrm>
            <a:custGeom>
              <a:avLst/>
              <a:gdLst/>
              <a:ahLst/>
              <a:cxnLst/>
              <a:rect l="l" t="t" r="r" b="b"/>
              <a:pathLst>
                <a:path w="178" h="72" extrusionOk="0">
                  <a:moveTo>
                    <a:pt x="44" y="1"/>
                  </a:moveTo>
                  <a:cubicBezTo>
                    <a:pt x="0" y="1"/>
                    <a:pt x="0" y="69"/>
                    <a:pt x="44" y="71"/>
                  </a:cubicBezTo>
                  <a:lnTo>
                    <a:pt x="132" y="71"/>
                  </a:lnTo>
                  <a:cubicBezTo>
                    <a:pt x="178" y="71"/>
                    <a:pt x="178" y="1"/>
                    <a:pt x="1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24"/>
            <p:cNvSpPr/>
            <p:nvPr/>
          </p:nvSpPr>
          <p:spPr>
            <a:xfrm>
              <a:off x="5029225" y="140822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3" y="1"/>
                  </a:moveTo>
                  <a:cubicBezTo>
                    <a:pt x="86" y="1"/>
                    <a:pt x="49" y="21"/>
                    <a:pt x="31" y="53"/>
                  </a:cubicBezTo>
                  <a:cubicBezTo>
                    <a:pt x="1" y="103"/>
                    <a:pt x="20" y="163"/>
                    <a:pt x="68" y="194"/>
                  </a:cubicBezTo>
                  <a:cubicBezTo>
                    <a:pt x="98" y="214"/>
                    <a:pt x="126" y="234"/>
                    <a:pt x="156" y="254"/>
                  </a:cubicBezTo>
                  <a:cubicBezTo>
                    <a:pt x="171" y="263"/>
                    <a:pt x="188" y="268"/>
                    <a:pt x="205" y="268"/>
                  </a:cubicBezTo>
                  <a:cubicBezTo>
                    <a:pt x="241" y="268"/>
                    <a:pt x="279" y="247"/>
                    <a:pt x="298" y="215"/>
                  </a:cubicBezTo>
                  <a:cubicBezTo>
                    <a:pt x="328" y="165"/>
                    <a:pt x="308" y="104"/>
                    <a:pt x="261" y="73"/>
                  </a:cubicBezTo>
                  <a:cubicBezTo>
                    <a:pt x="231" y="54"/>
                    <a:pt x="203" y="34"/>
                    <a:pt x="173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24"/>
            <p:cNvSpPr/>
            <p:nvPr/>
          </p:nvSpPr>
          <p:spPr>
            <a:xfrm>
              <a:off x="5069950" y="14093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0" y="0"/>
                    <a:pt x="0" y="71"/>
                    <a:pt x="46" y="71"/>
                  </a:cubicBezTo>
                  <a:cubicBezTo>
                    <a:pt x="92" y="71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24"/>
            <p:cNvSpPr/>
            <p:nvPr/>
          </p:nvSpPr>
          <p:spPr>
            <a:xfrm>
              <a:off x="5397525" y="1410050"/>
              <a:ext cx="5125" cy="502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94" y="1"/>
                  </a:moveTo>
                  <a:cubicBezTo>
                    <a:pt x="49" y="1"/>
                    <a:pt x="1" y="51"/>
                    <a:pt x="28" y="106"/>
                  </a:cubicBezTo>
                  <a:cubicBezTo>
                    <a:pt x="38" y="126"/>
                    <a:pt x="48" y="145"/>
                    <a:pt x="58" y="165"/>
                  </a:cubicBezTo>
                  <a:cubicBezTo>
                    <a:pt x="70" y="190"/>
                    <a:pt x="90" y="200"/>
                    <a:pt x="111" y="200"/>
                  </a:cubicBezTo>
                  <a:cubicBezTo>
                    <a:pt x="156" y="200"/>
                    <a:pt x="204" y="150"/>
                    <a:pt x="178" y="95"/>
                  </a:cubicBezTo>
                  <a:cubicBezTo>
                    <a:pt x="168" y="77"/>
                    <a:pt x="158" y="56"/>
                    <a:pt x="148" y="37"/>
                  </a:cubicBezTo>
                  <a:cubicBezTo>
                    <a:pt x="135" y="11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24"/>
            <p:cNvSpPr/>
            <p:nvPr/>
          </p:nvSpPr>
          <p:spPr>
            <a:xfrm>
              <a:off x="5799550" y="1410875"/>
              <a:ext cx="3250" cy="2525"/>
            </a:xfrm>
            <a:custGeom>
              <a:avLst/>
              <a:gdLst/>
              <a:ahLst/>
              <a:cxnLst/>
              <a:rect l="l" t="t" r="r" b="b"/>
              <a:pathLst>
                <a:path w="130" h="101" extrusionOk="0">
                  <a:moveTo>
                    <a:pt x="79" y="1"/>
                  </a:moveTo>
                  <a:cubicBezTo>
                    <a:pt x="71" y="1"/>
                    <a:pt x="62" y="4"/>
                    <a:pt x="55" y="11"/>
                  </a:cubicBezTo>
                  <a:lnTo>
                    <a:pt x="26" y="41"/>
                  </a:lnTo>
                  <a:cubicBezTo>
                    <a:pt x="0" y="65"/>
                    <a:pt x="25" y="100"/>
                    <a:pt x="52" y="100"/>
                  </a:cubicBezTo>
                  <a:cubicBezTo>
                    <a:pt x="60" y="100"/>
                    <a:pt x="68" y="97"/>
                    <a:pt x="75" y="91"/>
                  </a:cubicBezTo>
                  <a:lnTo>
                    <a:pt x="105" y="61"/>
                  </a:lnTo>
                  <a:cubicBezTo>
                    <a:pt x="130" y="36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24"/>
            <p:cNvSpPr/>
            <p:nvPr/>
          </p:nvSpPr>
          <p:spPr>
            <a:xfrm>
              <a:off x="5966550" y="1411200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17" y="1"/>
                  </a:moveTo>
                  <a:cubicBezTo>
                    <a:pt x="72" y="1"/>
                    <a:pt x="28" y="33"/>
                    <a:pt x="16" y="78"/>
                  </a:cubicBezTo>
                  <a:cubicBezTo>
                    <a:pt x="1" y="135"/>
                    <a:pt x="35" y="188"/>
                    <a:pt x="89" y="205"/>
                  </a:cubicBezTo>
                  <a:cubicBezTo>
                    <a:pt x="119" y="214"/>
                    <a:pt x="148" y="225"/>
                    <a:pt x="177" y="234"/>
                  </a:cubicBezTo>
                  <a:cubicBezTo>
                    <a:pt x="186" y="237"/>
                    <a:pt x="195" y="238"/>
                    <a:pt x="204" y="238"/>
                  </a:cubicBezTo>
                  <a:cubicBezTo>
                    <a:pt x="250" y="238"/>
                    <a:pt x="293" y="206"/>
                    <a:pt x="306" y="161"/>
                  </a:cubicBezTo>
                  <a:cubicBezTo>
                    <a:pt x="321" y="106"/>
                    <a:pt x="288" y="52"/>
                    <a:pt x="233" y="33"/>
                  </a:cubicBezTo>
                  <a:cubicBezTo>
                    <a:pt x="203" y="24"/>
                    <a:pt x="175" y="13"/>
                    <a:pt x="145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24"/>
            <p:cNvSpPr/>
            <p:nvPr/>
          </p:nvSpPr>
          <p:spPr>
            <a:xfrm>
              <a:off x="5118000" y="1412100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47" y="1"/>
                  </a:moveTo>
                  <a:cubicBezTo>
                    <a:pt x="110" y="1"/>
                    <a:pt x="73" y="18"/>
                    <a:pt x="56" y="52"/>
                  </a:cubicBezTo>
                  <a:cubicBezTo>
                    <a:pt x="46" y="71"/>
                    <a:pt x="37" y="90"/>
                    <a:pt x="26" y="110"/>
                  </a:cubicBezTo>
                  <a:cubicBezTo>
                    <a:pt x="0" y="161"/>
                    <a:pt x="13" y="223"/>
                    <a:pt x="65" y="252"/>
                  </a:cubicBezTo>
                  <a:cubicBezTo>
                    <a:pt x="80" y="261"/>
                    <a:pt x="99" y="266"/>
                    <a:pt x="117" y="266"/>
                  </a:cubicBezTo>
                  <a:cubicBezTo>
                    <a:pt x="153" y="266"/>
                    <a:pt x="189" y="248"/>
                    <a:pt x="207" y="215"/>
                  </a:cubicBezTo>
                  <a:cubicBezTo>
                    <a:pt x="217" y="195"/>
                    <a:pt x="226" y="176"/>
                    <a:pt x="237" y="157"/>
                  </a:cubicBezTo>
                  <a:cubicBezTo>
                    <a:pt x="263" y="106"/>
                    <a:pt x="251" y="44"/>
                    <a:pt x="199" y="14"/>
                  </a:cubicBezTo>
                  <a:cubicBezTo>
                    <a:pt x="184" y="5"/>
                    <a:pt x="16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24"/>
            <p:cNvSpPr/>
            <p:nvPr/>
          </p:nvSpPr>
          <p:spPr>
            <a:xfrm>
              <a:off x="5220675" y="1412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2" y="1"/>
                    <a:pt x="0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24"/>
            <p:cNvSpPr/>
            <p:nvPr/>
          </p:nvSpPr>
          <p:spPr>
            <a:xfrm>
              <a:off x="5789400" y="1413075"/>
              <a:ext cx="8675" cy="4275"/>
            </a:xfrm>
            <a:custGeom>
              <a:avLst/>
              <a:gdLst/>
              <a:ahLst/>
              <a:cxnLst/>
              <a:rect l="l" t="t" r="r" b="b"/>
              <a:pathLst>
                <a:path w="347" h="171" extrusionOk="0">
                  <a:moveTo>
                    <a:pt x="248" y="0"/>
                  </a:moveTo>
                  <a:cubicBezTo>
                    <a:pt x="242" y="0"/>
                    <a:pt x="236" y="1"/>
                    <a:pt x="230" y="3"/>
                  </a:cubicBezTo>
                  <a:cubicBezTo>
                    <a:pt x="180" y="13"/>
                    <a:pt x="133" y="24"/>
                    <a:pt x="83" y="35"/>
                  </a:cubicBezTo>
                  <a:cubicBezTo>
                    <a:pt x="1" y="51"/>
                    <a:pt x="27" y="170"/>
                    <a:pt x="103" y="170"/>
                  </a:cubicBezTo>
                  <a:cubicBezTo>
                    <a:pt x="108" y="170"/>
                    <a:pt x="114" y="170"/>
                    <a:pt x="119" y="168"/>
                  </a:cubicBezTo>
                  <a:cubicBezTo>
                    <a:pt x="169" y="158"/>
                    <a:pt x="217" y="146"/>
                    <a:pt x="266" y="135"/>
                  </a:cubicBezTo>
                  <a:cubicBezTo>
                    <a:pt x="346" y="118"/>
                    <a:pt x="321" y="0"/>
                    <a:pt x="2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24"/>
            <p:cNvSpPr/>
            <p:nvPr/>
          </p:nvSpPr>
          <p:spPr>
            <a:xfrm>
              <a:off x="5937150" y="1413325"/>
              <a:ext cx="5275" cy="3500"/>
            </a:xfrm>
            <a:custGeom>
              <a:avLst/>
              <a:gdLst/>
              <a:ahLst/>
              <a:cxnLst/>
              <a:rect l="l" t="t" r="r" b="b"/>
              <a:pathLst>
                <a:path w="21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lnTo>
                    <a:pt x="120" y="140"/>
                  </a:lnTo>
                  <a:cubicBezTo>
                    <a:pt x="210" y="140"/>
                    <a:pt x="210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24"/>
            <p:cNvSpPr/>
            <p:nvPr/>
          </p:nvSpPr>
          <p:spPr>
            <a:xfrm>
              <a:off x="5084750" y="14151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02" y="1"/>
                  </a:moveTo>
                  <a:cubicBezTo>
                    <a:pt x="49" y="1"/>
                    <a:pt x="1" y="71"/>
                    <a:pt x="50" y="119"/>
                  </a:cubicBezTo>
                  <a:lnTo>
                    <a:pt x="108" y="177"/>
                  </a:lnTo>
                  <a:cubicBezTo>
                    <a:pt x="122" y="192"/>
                    <a:pt x="139" y="198"/>
                    <a:pt x="154" y="198"/>
                  </a:cubicBezTo>
                  <a:cubicBezTo>
                    <a:pt x="208" y="198"/>
                    <a:pt x="256" y="128"/>
                    <a:pt x="206" y="79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24"/>
            <p:cNvSpPr/>
            <p:nvPr/>
          </p:nvSpPr>
          <p:spPr>
            <a:xfrm>
              <a:off x="5820075" y="141535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1"/>
                  </a:moveTo>
                  <a:cubicBezTo>
                    <a:pt x="24" y="1"/>
                    <a:pt x="1" y="35"/>
                    <a:pt x="25" y="60"/>
                  </a:cubicBezTo>
                  <a:cubicBezTo>
                    <a:pt x="35" y="69"/>
                    <a:pt x="45" y="79"/>
                    <a:pt x="55" y="90"/>
                  </a:cubicBezTo>
                  <a:cubicBezTo>
                    <a:pt x="62" y="97"/>
                    <a:pt x="70" y="100"/>
                    <a:pt x="78" y="100"/>
                  </a:cubicBezTo>
                  <a:cubicBezTo>
                    <a:pt x="104" y="100"/>
                    <a:pt x="127" y="66"/>
                    <a:pt x="103" y="41"/>
                  </a:cubicBezTo>
                  <a:lnTo>
                    <a:pt x="73" y="11"/>
                  </a:lnTo>
                  <a:cubicBezTo>
                    <a:pt x="66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24"/>
            <p:cNvSpPr/>
            <p:nvPr/>
          </p:nvSpPr>
          <p:spPr>
            <a:xfrm>
              <a:off x="6035500" y="1415650"/>
              <a:ext cx="8100" cy="6000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73" y="1"/>
                  </a:moveTo>
                  <a:cubicBezTo>
                    <a:pt x="150" y="1"/>
                    <a:pt x="126" y="10"/>
                    <a:pt x="105" y="31"/>
                  </a:cubicBezTo>
                  <a:lnTo>
                    <a:pt x="75" y="61"/>
                  </a:lnTo>
                  <a:cubicBezTo>
                    <a:pt x="0" y="134"/>
                    <a:pt x="72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1" y="179"/>
                  </a:lnTo>
                  <a:cubicBezTo>
                    <a:pt x="324" y="106"/>
                    <a:pt x="253" y="1"/>
                    <a:pt x="17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24"/>
            <p:cNvSpPr/>
            <p:nvPr/>
          </p:nvSpPr>
          <p:spPr>
            <a:xfrm>
              <a:off x="5845550" y="1416600"/>
              <a:ext cx="9525" cy="6800"/>
            </a:xfrm>
            <a:custGeom>
              <a:avLst/>
              <a:gdLst/>
              <a:ahLst/>
              <a:cxnLst/>
              <a:rect l="l" t="t" r="r" b="b"/>
              <a:pathLst>
                <a:path w="381" h="272" extrusionOk="0">
                  <a:moveTo>
                    <a:pt x="265" y="1"/>
                  </a:moveTo>
                  <a:cubicBezTo>
                    <a:pt x="255" y="1"/>
                    <a:pt x="245" y="2"/>
                    <a:pt x="235" y="7"/>
                  </a:cubicBezTo>
                  <a:cubicBezTo>
                    <a:pt x="187" y="25"/>
                    <a:pt x="137" y="45"/>
                    <a:pt x="89" y="65"/>
                  </a:cubicBezTo>
                  <a:cubicBezTo>
                    <a:pt x="38" y="85"/>
                    <a:pt x="0" y="134"/>
                    <a:pt x="17" y="193"/>
                  </a:cubicBezTo>
                  <a:cubicBezTo>
                    <a:pt x="28" y="233"/>
                    <a:pt x="72" y="271"/>
                    <a:pt x="117" y="271"/>
                  </a:cubicBezTo>
                  <a:cubicBezTo>
                    <a:pt x="126" y="271"/>
                    <a:pt x="136" y="269"/>
                    <a:pt x="145" y="266"/>
                  </a:cubicBezTo>
                  <a:cubicBezTo>
                    <a:pt x="194" y="246"/>
                    <a:pt x="244" y="226"/>
                    <a:pt x="291" y="207"/>
                  </a:cubicBezTo>
                  <a:cubicBezTo>
                    <a:pt x="343" y="186"/>
                    <a:pt x="381" y="137"/>
                    <a:pt x="364" y="79"/>
                  </a:cubicBezTo>
                  <a:cubicBezTo>
                    <a:pt x="352" y="38"/>
                    <a:pt x="310" y="1"/>
                    <a:pt x="2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24"/>
            <p:cNvSpPr/>
            <p:nvPr/>
          </p:nvSpPr>
          <p:spPr>
            <a:xfrm>
              <a:off x="6000775" y="14186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8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24"/>
            <p:cNvSpPr/>
            <p:nvPr/>
          </p:nvSpPr>
          <p:spPr>
            <a:xfrm>
              <a:off x="6068075" y="14194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70" y="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24"/>
            <p:cNvSpPr/>
            <p:nvPr/>
          </p:nvSpPr>
          <p:spPr>
            <a:xfrm>
              <a:off x="5320025" y="142077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1" y="0"/>
                    <a:pt x="1" y="207"/>
                    <a:pt x="136" y="208"/>
                  </a:cubicBezTo>
                  <a:cubicBezTo>
                    <a:pt x="270" y="208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24"/>
            <p:cNvSpPr/>
            <p:nvPr/>
          </p:nvSpPr>
          <p:spPr>
            <a:xfrm>
              <a:off x="5761850" y="14209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9" y="1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24"/>
            <p:cNvSpPr/>
            <p:nvPr/>
          </p:nvSpPr>
          <p:spPr>
            <a:xfrm>
              <a:off x="6083475" y="1420950"/>
              <a:ext cx="8975" cy="5225"/>
            </a:xfrm>
            <a:custGeom>
              <a:avLst/>
              <a:gdLst/>
              <a:ahLst/>
              <a:cxnLst/>
              <a:rect l="l" t="t" r="r" b="b"/>
              <a:pathLst>
                <a:path w="359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224" y="209"/>
                  </a:lnTo>
                  <a:cubicBezTo>
                    <a:pt x="357" y="209"/>
                    <a:pt x="358" y="0"/>
                    <a:pt x="2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24"/>
            <p:cNvSpPr/>
            <p:nvPr/>
          </p:nvSpPr>
          <p:spPr>
            <a:xfrm>
              <a:off x="5173750" y="1421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0" y="4"/>
                  </a:cubicBezTo>
                  <a:cubicBezTo>
                    <a:pt x="38" y="17"/>
                    <a:pt x="0" y="77"/>
                    <a:pt x="18" y="132"/>
                  </a:cubicBezTo>
                  <a:cubicBezTo>
                    <a:pt x="27" y="160"/>
                    <a:pt x="37" y="190"/>
                    <a:pt x="47" y="220"/>
                  </a:cubicBezTo>
                  <a:cubicBezTo>
                    <a:pt x="61" y="265"/>
                    <a:pt x="101" y="297"/>
                    <a:pt x="147" y="297"/>
                  </a:cubicBezTo>
                  <a:cubicBezTo>
                    <a:pt x="156" y="297"/>
                    <a:pt x="165" y="295"/>
                    <a:pt x="174" y="293"/>
                  </a:cubicBezTo>
                  <a:cubicBezTo>
                    <a:pt x="226" y="278"/>
                    <a:pt x="265" y="218"/>
                    <a:pt x="247" y="164"/>
                  </a:cubicBezTo>
                  <a:cubicBezTo>
                    <a:pt x="237" y="134"/>
                    <a:pt x="228" y="106"/>
                    <a:pt x="219" y="76"/>
                  </a:cubicBezTo>
                  <a:cubicBezTo>
                    <a:pt x="203" y="31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24"/>
            <p:cNvSpPr/>
            <p:nvPr/>
          </p:nvSpPr>
          <p:spPr>
            <a:xfrm>
              <a:off x="5296950" y="14215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24"/>
            <p:cNvSpPr/>
            <p:nvPr/>
          </p:nvSpPr>
          <p:spPr>
            <a:xfrm>
              <a:off x="5265050" y="14220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8" y="208"/>
                    <a:pt x="267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24"/>
            <p:cNvSpPr/>
            <p:nvPr/>
          </p:nvSpPr>
          <p:spPr>
            <a:xfrm>
              <a:off x="4959925" y="1422150"/>
              <a:ext cx="6025" cy="7825"/>
            </a:xfrm>
            <a:custGeom>
              <a:avLst/>
              <a:gdLst/>
              <a:ahLst/>
              <a:cxnLst/>
              <a:rect l="l" t="t" r="r" b="b"/>
              <a:pathLst>
                <a:path w="241" h="313" extrusionOk="0">
                  <a:moveTo>
                    <a:pt x="69" y="1"/>
                  </a:moveTo>
                  <a:cubicBezTo>
                    <a:pt x="34" y="1"/>
                    <a:pt x="1" y="23"/>
                    <a:pt x="3" y="67"/>
                  </a:cubicBezTo>
                  <a:cubicBezTo>
                    <a:pt x="8" y="155"/>
                    <a:pt x="45" y="236"/>
                    <a:pt x="112" y="293"/>
                  </a:cubicBezTo>
                  <a:cubicBezTo>
                    <a:pt x="127" y="305"/>
                    <a:pt x="146" y="312"/>
                    <a:pt x="164" y="312"/>
                  </a:cubicBezTo>
                  <a:cubicBezTo>
                    <a:pt x="181" y="312"/>
                    <a:pt x="197" y="307"/>
                    <a:pt x="210" y="293"/>
                  </a:cubicBezTo>
                  <a:cubicBezTo>
                    <a:pt x="235" y="268"/>
                    <a:pt x="240" y="220"/>
                    <a:pt x="210" y="195"/>
                  </a:cubicBezTo>
                  <a:cubicBezTo>
                    <a:pt x="171" y="163"/>
                    <a:pt x="145" y="119"/>
                    <a:pt x="142" y="67"/>
                  </a:cubicBezTo>
                  <a:cubicBezTo>
                    <a:pt x="139" y="23"/>
                    <a:pt x="103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24"/>
            <p:cNvSpPr/>
            <p:nvPr/>
          </p:nvSpPr>
          <p:spPr>
            <a:xfrm>
              <a:off x="5736900" y="142235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89" y="0"/>
                  </a:moveTo>
                  <a:cubicBezTo>
                    <a:pt x="1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24"/>
            <p:cNvSpPr/>
            <p:nvPr/>
          </p:nvSpPr>
          <p:spPr>
            <a:xfrm>
              <a:off x="5199950" y="1422700"/>
              <a:ext cx="7050" cy="5075"/>
            </a:xfrm>
            <a:custGeom>
              <a:avLst/>
              <a:gdLst/>
              <a:ahLst/>
              <a:cxnLst/>
              <a:rect l="l" t="t" r="r" b="b"/>
              <a:pathLst>
                <a:path w="282" h="203" extrusionOk="0">
                  <a:moveTo>
                    <a:pt x="186" y="1"/>
                  </a:moveTo>
                  <a:cubicBezTo>
                    <a:pt x="174" y="1"/>
                    <a:pt x="162" y="4"/>
                    <a:pt x="150" y="12"/>
                  </a:cubicBezTo>
                  <a:cubicBezTo>
                    <a:pt x="120" y="32"/>
                    <a:pt x="92" y="51"/>
                    <a:pt x="62" y="70"/>
                  </a:cubicBezTo>
                  <a:cubicBezTo>
                    <a:pt x="0" y="112"/>
                    <a:pt x="38" y="202"/>
                    <a:pt x="95" y="202"/>
                  </a:cubicBezTo>
                  <a:cubicBezTo>
                    <a:pt x="107" y="202"/>
                    <a:pt x="119" y="199"/>
                    <a:pt x="131" y="191"/>
                  </a:cubicBezTo>
                  <a:cubicBezTo>
                    <a:pt x="161" y="172"/>
                    <a:pt x="190" y="152"/>
                    <a:pt x="219" y="133"/>
                  </a:cubicBezTo>
                  <a:cubicBezTo>
                    <a:pt x="282" y="92"/>
                    <a:pt x="243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24"/>
            <p:cNvSpPr/>
            <p:nvPr/>
          </p:nvSpPr>
          <p:spPr>
            <a:xfrm>
              <a:off x="5352000" y="14237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0"/>
                  </a:moveTo>
                  <a:cubicBezTo>
                    <a:pt x="71" y="0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0" y="62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24"/>
            <p:cNvSpPr/>
            <p:nvPr/>
          </p:nvSpPr>
          <p:spPr>
            <a:xfrm>
              <a:off x="6105975" y="1424575"/>
              <a:ext cx="8200" cy="6075"/>
            </a:xfrm>
            <a:custGeom>
              <a:avLst/>
              <a:gdLst/>
              <a:ahLst/>
              <a:cxnLst/>
              <a:rect l="l" t="t" r="r" b="b"/>
              <a:pathLst>
                <a:path w="328" h="243" extrusionOk="0">
                  <a:moveTo>
                    <a:pt x="144" y="1"/>
                  </a:moveTo>
                  <a:cubicBezTo>
                    <a:pt x="126" y="1"/>
                    <a:pt x="108" y="4"/>
                    <a:pt x="89" y="11"/>
                  </a:cubicBezTo>
                  <a:cubicBezTo>
                    <a:pt x="36" y="31"/>
                    <a:pt x="0" y="81"/>
                    <a:pt x="17" y="139"/>
                  </a:cubicBezTo>
                  <a:cubicBezTo>
                    <a:pt x="28" y="181"/>
                    <a:pt x="71" y="217"/>
                    <a:pt x="116" y="217"/>
                  </a:cubicBezTo>
                  <a:cubicBezTo>
                    <a:pt x="122" y="217"/>
                    <a:pt x="129" y="216"/>
                    <a:pt x="136" y="214"/>
                  </a:cubicBezTo>
                  <a:cubicBezTo>
                    <a:pt x="156" y="232"/>
                    <a:pt x="181" y="242"/>
                    <a:pt x="207" y="242"/>
                  </a:cubicBezTo>
                  <a:cubicBezTo>
                    <a:pt x="223" y="242"/>
                    <a:pt x="240" y="238"/>
                    <a:pt x="256" y="228"/>
                  </a:cubicBezTo>
                  <a:cubicBezTo>
                    <a:pt x="302" y="203"/>
                    <a:pt x="328" y="133"/>
                    <a:pt x="293" y="87"/>
                  </a:cubicBezTo>
                  <a:cubicBezTo>
                    <a:pt x="258" y="36"/>
                    <a:pt x="203" y="1"/>
                    <a:pt x="1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24"/>
            <p:cNvSpPr/>
            <p:nvPr/>
          </p:nvSpPr>
          <p:spPr>
            <a:xfrm>
              <a:off x="6033750" y="142467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69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5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24"/>
            <p:cNvSpPr/>
            <p:nvPr/>
          </p:nvSpPr>
          <p:spPr>
            <a:xfrm>
              <a:off x="5408375" y="14248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40"/>
                  </a:lnTo>
                  <a:cubicBezTo>
                    <a:pt x="0" y="65"/>
                    <a:pt x="23" y="99"/>
                    <a:pt x="50" y="99"/>
                  </a:cubicBezTo>
                  <a:cubicBezTo>
                    <a:pt x="58" y="99"/>
                    <a:pt x="67" y="96"/>
                    <a:pt x="75" y="89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24"/>
            <p:cNvSpPr/>
            <p:nvPr/>
          </p:nvSpPr>
          <p:spPr>
            <a:xfrm>
              <a:off x="5832500" y="142485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2" y="1"/>
                    <a:pt x="1" y="47"/>
                    <a:pt x="35" y="65"/>
                  </a:cubicBezTo>
                  <a:cubicBezTo>
                    <a:pt x="55" y="76"/>
                    <a:pt x="74" y="84"/>
                    <a:pt x="93" y="94"/>
                  </a:cubicBezTo>
                  <a:cubicBezTo>
                    <a:pt x="99" y="97"/>
                    <a:pt x="105" y="99"/>
                    <a:pt x="110" y="99"/>
                  </a:cubicBezTo>
                  <a:cubicBezTo>
                    <a:pt x="142" y="99"/>
                    <a:pt x="163" y="53"/>
                    <a:pt x="129" y="35"/>
                  </a:cubicBezTo>
                  <a:cubicBezTo>
                    <a:pt x="109" y="25"/>
                    <a:pt x="89" y="15"/>
                    <a:pt x="71" y="5"/>
                  </a:cubicBezTo>
                  <a:cubicBezTo>
                    <a:pt x="65" y="2"/>
                    <a:pt x="59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24"/>
            <p:cNvSpPr/>
            <p:nvPr/>
          </p:nvSpPr>
          <p:spPr>
            <a:xfrm>
              <a:off x="5723550" y="1425325"/>
              <a:ext cx="6225" cy="5550"/>
            </a:xfrm>
            <a:custGeom>
              <a:avLst/>
              <a:gdLst/>
              <a:ahLst/>
              <a:cxnLst/>
              <a:rect l="l" t="t" r="r" b="b"/>
              <a:pathLst>
                <a:path w="249" h="222" extrusionOk="0">
                  <a:moveTo>
                    <a:pt x="98" y="0"/>
                  </a:moveTo>
                  <a:cubicBezTo>
                    <a:pt x="49" y="0"/>
                    <a:pt x="1" y="49"/>
                    <a:pt x="35" y="101"/>
                  </a:cubicBezTo>
                  <a:cubicBezTo>
                    <a:pt x="54" y="130"/>
                    <a:pt x="74" y="160"/>
                    <a:pt x="94" y="189"/>
                  </a:cubicBezTo>
                  <a:cubicBezTo>
                    <a:pt x="108" y="212"/>
                    <a:pt x="130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2"/>
                    <a:pt x="156" y="32"/>
                  </a:cubicBezTo>
                  <a:cubicBezTo>
                    <a:pt x="141" y="9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24"/>
            <p:cNvSpPr/>
            <p:nvPr/>
          </p:nvSpPr>
          <p:spPr>
            <a:xfrm>
              <a:off x="5116875" y="142540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59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59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24"/>
            <p:cNvSpPr/>
            <p:nvPr/>
          </p:nvSpPr>
          <p:spPr>
            <a:xfrm>
              <a:off x="5450975" y="142542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5" y="1"/>
                  </a:moveTo>
                  <a:cubicBezTo>
                    <a:pt x="0" y="1"/>
                    <a:pt x="0" y="209"/>
                    <a:pt x="135" y="209"/>
                  </a:cubicBezTo>
                  <a:lnTo>
                    <a:pt x="165" y="209"/>
                  </a:lnTo>
                  <a:cubicBezTo>
                    <a:pt x="300" y="209"/>
                    <a:pt x="300" y="1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24"/>
            <p:cNvSpPr/>
            <p:nvPr/>
          </p:nvSpPr>
          <p:spPr>
            <a:xfrm>
              <a:off x="5901850" y="1425775"/>
              <a:ext cx="7025" cy="5125"/>
            </a:xfrm>
            <a:custGeom>
              <a:avLst/>
              <a:gdLst/>
              <a:ahLst/>
              <a:cxnLst/>
              <a:rect l="l" t="t" r="r" b="b"/>
              <a:pathLst>
                <a:path w="281" h="205" extrusionOk="0">
                  <a:moveTo>
                    <a:pt x="186" y="0"/>
                  </a:moveTo>
                  <a:cubicBezTo>
                    <a:pt x="174" y="0"/>
                    <a:pt x="161" y="4"/>
                    <a:pt x="149" y="13"/>
                  </a:cubicBezTo>
                  <a:cubicBezTo>
                    <a:pt x="121" y="31"/>
                    <a:pt x="91" y="52"/>
                    <a:pt x="63" y="72"/>
                  </a:cubicBezTo>
                  <a:cubicBezTo>
                    <a:pt x="1" y="114"/>
                    <a:pt x="39" y="204"/>
                    <a:pt x="96" y="204"/>
                  </a:cubicBezTo>
                  <a:cubicBezTo>
                    <a:pt x="108" y="204"/>
                    <a:pt x="120" y="200"/>
                    <a:pt x="132" y="192"/>
                  </a:cubicBezTo>
                  <a:cubicBezTo>
                    <a:pt x="161" y="173"/>
                    <a:pt x="190" y="152"/>
                    <a:pt x="219" y="133"/>
                  </a:cubicBezTo>
                  <a:cubicBezTo>
                    <a:pt x="281" y="91"/>
                    <a:pt x="243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24"/>
            <p:cNvSpPr/>
            <p:nvPr/>
          </p:nvSpPr>
          <p:spPr>
            <a:xfrm>
              <a:off x="5793400" y="142822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2" y="0"/>
                    <a:pt x="0" y="104"/>
                    <a:pt x="73" y="177"/>
                  </a:cubicBezTo>
                  <a:cubicBezTo>
                    <a:pt x="84" y="187"/>
                    <a:pt x="93" y="197"/>
                    <a:pt x="103" y="207"/>
                  </a:cubicBezTo>
                  <a:cubicBezTo>
                    <a:pt x="125" y="228"/>
                    <a:pt x="149" y="237"/>
                    <a:pt x="172" y="237"/>
                  </a:cubicBezTo>
                  <a:cubicBezTo>
                    <a:pt x="252" y="237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24"/>
            <p:cNvSpPr/>
            <p:nvPr/>
          </p:nvSpPr>
          <p:spPr>
            <a:xfrm>
              <a:off x="6018350" y="1428950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2" y="1"/>
                  </a:moveTo>
                  <a:cubicBezTo>
                    <a:pt x="48" y="1"/>
                    <a:pt x="0" y="71"/>
                    <a:pt x="50" y="120"/>
                  </a:cubicBezTo>
                  <a:lnTo>
                    <a:pt x="79" y="150"/>
                  </a:lnTo>
                  <a:cubicBezTo>
                    <a:pt x="93" y="164"/>
                    <a:pt x="109" y="170"/>
                    <a:pt x="124" y="170"/>
                  </a:cubicBezTo>
                  <a:cubicBezTo>
                    <a:pt x="177" y="170"/>
                    <a:pt x="225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24"/>
            <p:cNvSpPr/>
            <p:nvPr/>
          </p:nvSpPr>
          <p:spPr>
            <a:xfrm>
              <a:off x="5779025" y="1430375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4" y="1"/>
                  </a:moveTo>
                  <a:cubicBezTo>
                    <a:pt x="1" y="1"/>
                    <a:pt x="1" y="209"/>
                    <a:pt x="134" y="209"/>
                  </a:cubicBezTo>
                  <a:lnTo>
                    <a:pt x="164" y="209"/>
                  </a:lnTo>
                  <a:cubicBezTo>
                    <a:pt x="297" y="209"/>
                    <a:pt x="299" y="1"/>
                    <a:pt x="1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24"/>
            <p:cNvSpPr/>
            <p:nvPr/>
          </p:nvSpPr>
          <p:spPr>
            <a:xfrm>
              <a:off x="5874575" y="1430850"/>
              <a:ext cx="7900" cy="4200"/>
            </a:xfrm>
            <a:custGeom>
              <a:avLst/>
              <a:gdLst/>
              <a:ahLst/>
              <a:cxnLst/>
              <a:rect l="l" t="t" r="r" b="b"/>
              <a:pathLst>
                <a:path w="316" h="168" extrusionOk="0">
                  <a:moveTo>
                    <a:pt x="217" y="1"/>
                  </a:moveTo>
                  <a:cubicBezTo>
                    <a:pt x="211" y="1"/>
                    <a:pt x="205" y="2"/>
                    <a:pt x="199" y="3"/>
                  </a:cubicBezTo>
                  <a:cubicBezTo>
                    <a:pt x="160" y="13"/>
                    <a:pt x="121" y="23"/>
                    <a:pt x="82" y="32"/>
                  </a:cubicBezTo>
                  <a:cubicBezTo>
                    <a:pt x="1" y="52"/>
                    <a:pt x="26" y="167"/>
                    <a:pt x="100" y="167"/>
                  </a:cubicBezTo>
                  <a:cubicBezTo>
                    <a:pt x="106" y="167"/>
                    <a:pt x="112" y="166"/>
                    <a:pt x="118" y="165"/>
                  </a:cubicBezTo>
                  <a:cubicBezTo>
                    <a:pt x="156" y="157"/>
                    <a:pt x="196" y="146"/>
                    <a:pt x="235" y="137"/>
                  </a:cubicBezTo>
                  <a:cubicBezTo>
                    <a:pt x="315" y="117"/>
                    <a:pt x="290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24"/>
            <p:cNvSpPr/>
            <p:nvPr/>
          </p:nvSpPr>
          <p:spPr>
            <a:xfrm>
              <a:off x="4948475" y="1430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7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24"/>
            <p:cNvSpPr/>
            <p:nvPr/>
          </p:nvSpPr>
          <p:spPr>
            <a:xfrm>
              <a:off x="5261750" y="1431025"/>
              <a:ext cx="4475" cy="1750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45" y="1"/>
                  </a:moveTo>
                  <a:cubicBezTo>
                    <a:pt x="1" y="1"/>
                    <a:pt x="1" y="70"/>
                    <a:pt x="45" y="70"/>
                  </a:cubicBezTo>
                  <a:lnTo>
                    <a:pt x="133" y="70"/>
                  </a:lnTo>
                  <a:cubicBezTo>
                    <a:pt x="179" y="70"/>
                    <a:pt x="179" y="1"/>
                    <a:pt x="1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24"/>
            <p:cNvSpPr/>
            <p:nvPr/>
          </p:nvSpPr>
          <p:spPr>
            <a:xfrm>
              <a:off x="5770600" y="14312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1"/>
                  </a:moveTo>
                  <a:cubicBezTo>
                    <a:pt x="1" y="1"/>
                    <a:pt x="1" y="140"/>
                    <a:pt x="91" y="140"/>
                  </a:cubicBezTo>
                  <a:cubicBezTo>
                    <a:pt x="91" y="140"/>
                    <a:pt x="92" y="140"/>
                    <a:pt x="92" y="140"/>
                  </a:cubicBezTo>
                  <a:cubicBezTo>
                    <a:pt x="180" y="140"/>
                    <a:pt x="180" y="3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24"/>
            <p:cNvSpPr/>
            <p:nvPr/>
          </p:nvSpPr>
          <p:spPr>
            <a:xfrm>
              <a:off x="4921350" y="1431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8" y="0"/>
                  </a:moveTo>
                  <a:cubicBezTo>
                    <a:pt x="1" y="0"/>
                    <a:pt x="1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24"/>
            <p:cNvSpPr/>
            <p:nvPr/>
          </p:nvSpPr>
          <p:spPr>
            <a:xfrm>
              <a:off x="5655950" y="14324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4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24"/>
            <p:cNvSpPr/>
            <p:nvPr/>
          </p:nvSpPr>
          <p:spPr>
            <a:xfrm>
              <a:off x="5162475" y="1432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8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24"/>
            <p:cNvSpPr/>
            <p:nvPr/>
          </p:nvSpPr>
          <p:spPr>
            <a:xfrm>
              <a:off x="4999375" y="1434075"/>
              <a:ext cx="3925" cy="3200"/>
            </a:xfrm>
            <a:custGeom>
              <a:avLst/>
              <a:gdLst/>
              <a:ahLst/>
              <a:cxnLst/>
              <a:rect l="l" t="t" r="r" b="b"/>
              <a:pathLst>
                <a:path w="157" h="128" extrusionOk="0">
                  <a:moveTo>
                    <a:pt x="52" y="0"/>
                  </a:moveTo>
                  <a:cubicBezTo>
                    <a:pt x="25" y="0"/>
                    <a:pt x="1" y="35"/>
                    <a:pt x="25" y="60"/>
                  </a:cubicBezTo>
                  <a:lnTo>
                    <a:pt x="83" y="118"/>
                  </a:lnTo>
                  <a:cubicBezTo>
                    <a:pt x="90" y="125"/>
                    <a:pt x="98" y="128"/>
                    <a:pt x="106" y="128"/>
                  </a:cubicBezTo>
                  <a:cubicBezTo>
                    <a:pt x="133" y="128"/>
                    <a:pt x="157" y="94"/>
                    <a:pt x="133" y="69"/>
                  </a:cubicBezTo>
                  <a:lnTo>
                    <a:pt x="75" y="10"/>
                  </a:lnTo>
                  <a:cubicBezTo>
                    <a:pt x="68" y="3"/>
                    <a:pt x="60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24"/>
            <p:cNvSpPr/>
            <p:nvPr/>
          </p:nvSpPr>
          <p:spPr>
            <a:xfrm>
              <a:off x="6055225" y="1434325"/>
              <a:ext cx="11500" cy="4850"/>
            </a:xfrm>
            <a:custGeom>
              <a:avLst/>
              <a:gdLst/>
              <a:ahLst/>
              <a:cxnLst/>
              <a:rect l="l" t="t" r="r" b="b"/>
              <a:pathLst>
                <a:path w="460" h="194" extrusionOk="0">
                  <a:moveTo>
                    <a:pt x="353" y="0"/>
                  </a:moveTo>
                  <a:cubicBezTo>
                    <a:pt x="343" y="0"/>
                    <a:pt x="332" y="3"/>
                    <a:pt x="321" y="8"/>
                  </a:cubicBezTo>
                  <a:cubicBezTo>
                    <a:pt x="256" y="41"/>
                    <a:pt x="188" y="56"/>
                    <a:pt x="116" y="56"/>
                  </a:cubicBezTo>
                  <a:cubicBezTo>
                    <a:pt x="108" y="56"/>
                    <a:pt x="99" y="55"/>
                    <a:pt x="90" y="55"/>
                  </a:cubicBezTo>
                  <a:cubicBezTo>
                    <a:pt x="88" y="55"/>
                    <a:pt x="87" y="55"/>
                    <a:pt x="86" y="55"/>
                  </a:cubicBezTo>
                  <a:cubicBezTo>
                    <a:pt x="1" y="55"/>
                    <a:pt x="2" y="190"/>
                    <a:pt x="90" y="193"/>
                  </a:cubicBezTo>
                  <a:cubicBezTo>
                    <a:pt x="100" y="193"/>
                    <a:pt x="111" y="194"/>
                    <a:pt x="121" y="194"/>
                  </a:cubicBezTo>
                  <a:cubicBezTo>
                    <a:pt x="215" y="194"/>
                    <a:pt x="305" y="169"/>
                    <a:pt x="390" y="128"/>
                  </a:cubicBezTo>
                  <a:cubicBezTo>
                    <a:pt x="460" y="94"/>
                    <a:pt x="417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24"/>
            <p:cNvSpPr/>
            <p:nvPr/>
          </p:nvSpPr>
          <p:spPr>
            <a:xfrm>
              <a:off x="6101450" y="1434375"/>
              <a:ext cx="10375" cy="3450"/>
            </a:xfrm>
            <a:custGeom>
              <a:avLst/>
              <a:gdLst/>
              <a:ahLst/>
              <a:cxnLst/>
              <a:rect l="l" t="t" r="r" b="b"/>
              <a:pathLst>
                <a:path w="415" h="138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lnTo>
                    <a:pt x="324" y="138"/>
                  </a:lnTo>
                  <a:cubicBezTo>
                    <a:pt x="414" y="138"/>
                    <a:pt x="414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24"/>
            <p:cNvSpPr/>
            <p:nvPr/>
          </p:nvSpPr>
          <p:spPr>
            <a:xfrm>
              <a:off x="5279050" y="1434725"/>
              <a:ext cx="10825" cy="10000"/>
            </a:xfrm>
            <a:custGeom>
              <a:avLst/>
              <a:gdLst/>
              <a:ahLst/>
              <a:cxnLst/>
              <a:rect l="l" t="t" r="r" b="b"/>
              <a:pathLst>
                <a:path w="433" h="400" extrusionOk="0">
                  <a:moveTo>
                    <a:pt x="333" y="1"/>
                  </a:moveTo>
                  <a:cubicBezTo>
                    <a:pt x="318" y="1"/>
                    <a:pt x="301" y="7"/>
                    <a:pt x="287" y="22"/>
                  </a:cubicBezTo>
                  <a:cubicBezTo>
                    <a:pt x="207" y="107"/>
                    <a:pt x="126" y="194"/>
                    <a:pt x="46" y="279"/>
                  </a:cubicBezTo>
                  <a:cubicBezTo>
                    <a:pt x="0" y="330"/>
                    <a:pt x="47" y="400"/>
                    <a:pt x="98" y="400"/>
                  </a:cubicBezTo>
                  <a:cubicBezTo>
                    <a:pt x="114" y="400"/>
                    <a:pt x="131" y="393"/>
                    <a:pt x="145" y="378"/>
                  </a:cubicBezTo>
                  <a:cubicBezTo>
                    <a:pt x="225" y="293"/>
                    <a:pt x="305" y="206"/>
                    <a:pt x="385" y="121"/>
                  </a:cubicBezTo>
                  <a:cubicBezTo>
                    <a:pt x="432" y="71"/>
                    <a:pt x="386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24"/>
            <p:cNvSpPr/>
            <p:nvPr/>
          </p:nvSpPr>
          <p:spPr>
            <a:xfrm>
              <a:off x="5011350" y="14361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49" y="50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8" y="149"/>
                  </a:cubicBezTo>
                  <a:lnTo>
                    <a:pt x="178" y="120"/>
                  </a:lnTo>
                  <a:cubicBezTo>
                    <a:pt x="226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24"/>
            <p:cNvSpPr/>
            <p:nvPr/>
          </p:nvSpPr>
          <p:spPr>
            <a:xfrm>
              <a:off x="5757775" y="1436475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1" y="0"/>
                    <a:pt x="1" y="68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24"/>
            <p:cNvSpPr/>
            <p:nvPr/>
          </p:nvSpPr>
          <p:spPr>
            <a:xfrm>
              <a:off x="5359925" y="143715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78" y="0"/>
                  </a:moveTo>
                  <a:cubicBezTo>
                    <a:pt x="70" y="0"/>
                    <a:pt x="62" y="3"/>
                    <a:pt x="54" y="10"/>
                  </a:cubicBezTo>
                  <a:lnTo>
                    <a:pt x="24" y="40"/>
                  </a:lnTo>
                  <a:cubicBezTo>
                    <a:pt x="1" y="65"/>
                    <a:pt x="24" y="100"/>
                    <a:pt x="50" y="100"/>
                  </a:cubicBezTo>
                  <a:cubicBezTo>
                    <a:pt x="58" y="100"/>
                    <a:pt x="66" y="97"/>
                    <a:pt x="73" y="89"/>
                  </a:cubicBezTo>
                  <a:lnTo>
                    <a:pt x="103" y="60"/>
                  </a:lnTo>
                  <a:cubicBezTo>
                    <a:pt x="128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24"/>
            <p:cNvSpPr/>
            <p:nvPr/>
          </p:nvSpPr>
          <p:spPr>
            <a:xfrm>
              <a:off x="5526950" y="1437450"/>
              <a:ext cx="8025" cy="6000"/>
            </a:xfrm>
            <a:custGeom>
              <a:avLst/>
              <a:gdLst/>
              <a:ahLst/>
              <a:cxnLst/>
              <a:rect l="l" t="t" r="r" b="b"/>
              <a:pathLst>
                <a:path w="321" h="240" extrusionOk="0">
                  <a:moveTo>
                    <a:pt x="117" y="1"/>
                  </a:moveTo>
                  <a:cubicBezTo>
                    <a:pt x="71" y="1"/>
                    <a:pt x="28" y="34"/>
                    <a:pt x="16" y="77"/>
                  </a:cubicBezTo>
                  <a:cubicBezTo>
                    <a:pt x="0" y="134"/>
                    <a:pt x="33" y="189"/>
                    <a:pt x="88" y="206"/>
                  </a:cubicBezTo>
                  <a:cubicBezTo>
                    <a:pt x="118" y="215"/>
                    <a:pt x="146" y="225"/>
                    <a:pt x="176" y="235"/>
                  </a:cubicBezTo>
                  <a:cubicBezTo>
                    <a:pt x="185" y="238"/>
                    <a:pt x="195" y="239"/>
                    <a:pt x="204" y="239"/>
                  </a:cubicBezTo>
                  <a:cubicBezTo>
                    <a:pt x="249" y="239"/>
                    <a:pt x="293" y="206"/>
                    <a:pt x="304" y="162"/>
                  </a:cubicBezTo>
                  <a:cubicBezTo>
                    <a:pt x="320" y="105"/>
                    <a:pt x="286" y="50"/>
                    <a:pt x="231" y="34"/>
                  </a:cubicBezTo>
                  <a:cubicBezTo>
                    <a:pt x="202" y="24"/>
                    <a:pt x="173" y="14"/>
                    <a:pt x="144" y="5"/>
                  </a:cubicBezTo>
                  <a:cubicBezTo>
                    <a:pt x="135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24"/>
            <p:cNvSpPr/>
            <p:nvPr/>
          </p:nvSpPr>
          <p:spPr>
            <a:xfrm>
              <a:off x="6003900" y="1437600"/>
              <a:ext cx="8850" cy="6675"/>
            </a:xfrm>
            <a:custGeom>
              <a:avLst/>
              <a:gdLst/>
              <a:ahLst/>
              <a:cxnLst/>
              <a:rect l="l" t="t" r="r" b="b"/>
              <a:pathLst>
                <a:path w="354" h="267" extrusionOk="0">
                  <a:moveTo>
                    <a:pt x="152" y="1"/>
                  </a:moveTo>
                  <a:cubicBezTo>
                    <a:pt x="72" y="1"/>
                    <a:pt x="1" y="105"/>
                    <a:pt x="75" y="178"/>
                  </a:cubicBezTo>
                  <a:lnTo>
                    <a:pt x="133" y="236"/>
                  </a:lnTo>
                  <a:cubicBezTo>
                    <a:pt x="154" y="257"/>
                    <a:pt x="178" y="266"/>
                    <a:pt x="202" y="266"/>
                  </a:cubicBezTo>
                  <a:cubicBezTo>
                    <a:pt x="282" y="266"/>
                    <a:pt x="354" y="163"/>
                    <a:pt x="281" y="90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24"/>
            <p:cNvSpPr/>
            <p:nvPr/>
          </p:nvSpPr>
          <p:spPr>
            <a:xfrm>
              <a:off x="5085675" y="1438300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6" y="2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5" y="56"/>
                    <a:pt x="0" y="108"/>
                    <a:pt x="16" y="165"/>
                  </a:cubicBezTo>
                  <a:cubicBezTo>
                    <a:pt x="27" y="208"/>
                    <a:pt x="70" y="243"/>
                    <a:pt x="115" y="243"/>
                  </a:cubicBezTo>
                  <a:cubicBezTo>
                    <a:pt x="124" y="243"/>
                    <a:pt x="134" y="241"/>
                    <a:pt x="143" y="238"/>
                  </a:cubicBezTo>
                  <a:cubicBezTo>
                    <a:pt x="173" y="228"/>
                    <a:pt x="203" y="217"/>
                    <a:pt x="231" y="207"/>
                  </a:cubicBezTo>
                  <a:cubicBezTo>
                    <a:pt x="285" y="188"/>
                    <a:pt x="319" y="135"/>
                    <a:pt x="304" y="78"/>
                  </a:cubicBezTo>
                  <a:cubicBezTo>
                    <a:pt x="293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24"/>
            <p:cNvSpPr/>
            <p:nvPr/>
          </p:nvSpPr>
          <p:spPr>
            <a:xfrm>
              <a:off x="5821475" y="1439575"/>
              <a:ext cx="3225" cy="2500"/>
            </a:xfrm>
            <a:custGeom>
              <a:avLst/>
              <a:gdLst/>
              <a:ahLst/>
              <a:cxnLst/>
              <a:rect l="l" t="t" r="r" b="b"/>
              <a:pathLst>
                <a:path w="129" h="100" extrusionOk="0">
                  <a:moveTo>
                    <a:pt x="79" y="0"/>
                  </a:moveTo>
                  <a:cubicBezTo>
                    <a:pt x="71" y="0"/>
                    <a:pt x="63" y="3"/>
                    <a:pt x="56" y="11"/>
                  </a:cubicBezTo>
                  <a:lnTo>
                    <a:pt x="26" y="41"/>
                  </a:lnTo>
                  <a:cubicBezTo>
                    <a:pt x="1" y="65"/>
                    <a:pt x="24" y="99"/>
                    <a:pt x="51" y="99"/>
                  </a:cubicBezTo>
                  <a:cubicBezTo>
                    <a:pt x="59" y="99"/>
                    <a:pt x="67" y="97"/>
                    <a:pt x="74" y="90"/>
                  </a:cubicBezTo>
                  <a:lnTo>
                    <a:pt x="104" y="59"/>
                  </a:lnTo>
                  <a:cubicBezTo>
                    <a:pt x="128" y="3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24"/>
            <p:cNvSpPr/>
            <p:nvPr/>
          </p:nvSpPr>
          <p:spPr>
            <a:xfrm>
              <a:off x="5497550" y="1439625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9" y="139"/>
                    <a:pt x="209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24"/>
            <p:cNvSpPr/>
            <p:nvPr/>
          </p:nvSpPr>
          <p:spPr>
            <a:xfrm>
              <a:off x="5369175" y="144002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2"/>
                  </a:lnTo>
                  <a:cubicBezTo>
                    <a:pt x="0" y="198"/>
                    <a:pt x="53" y="232"/>
                    <a:pt x="105" y="232"/>
                  </a:cubicBezTo>
                  <a:cubicBezTo>
                    <a:pt x="156" y="232"/>
                    <a:pt x="208" y="199"/>
                    <a:pt x="209" y="132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24"/>
            <p:cNvSpPr/>
            <p:nvPr/>
          </p:nvSpPr>
          <p:spPr>
            <a:xfrm>
              <a:off x="5064750" y="1440675"/>
              <a:ext cx="5225" cy="5825"/>
            </a:xfrm>
            <a:custGeom>
              <a:avLst/>
              <a:gdLst/>
              <a:ahLst/>
              <a:cxnLst/>
              <a:rect l="l" t="t" r="r" b="b"/>
              <a:pathLst>
                <a:path w="209" h="233" extrusionOk="0">
                  <a:moveTo>
                    <a:pt x="104" y="1"/>
                  </a:moveTo>
                  <a:cubicBezTo>
                    <a:pt x="52" y="1"/>
                    <a:pt x="0" y="34"/>
                    <a:pt x="0" y="101"/>
                  </a:cubicBezTo>
                  <a:lnTo>
                    <a:pt x="0" y="132"/>
                  </a:lnTo>
                  <a:cubicBezTo>
                    <a:pt x="0" y="199"/>
                    <a:pt x="52" y="233"/>
                    <a:pt x="104" y="233"/>
                  </a:cubicBezTo>
                  <a:cubicBezTo>
                    <a:pt x="156" y="233"/>
                    <a:pt x="208" y="199"/>
                    <a:pt x="208" y="132"/>
                  </a:cubicBezTo>
                  <a:lnTo>
                    <a:pt x="208" y="101"/>
                  </a:lnTo>
                  <a:cubicBezTo>
                    <a:pt x="208" y="35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24"/>
            <p:cNvSpPr/>
            <p:nvPr/>
          </p:nvSpPr>
          <p:spPr>
            <a:xfrm>
              <a:off x="6027350" y="144075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24"/>
            <p:cNvSpPr/>
            <p:nvPr/>
          </p:nvSpPr>
          <p:spPr>
            <a:xfrm>
              <a:off x="5380450" y="1441625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5"/>
                    <a:pt x="24" y="59"/>
                  </a:cubicBezTo>
                  <a:cubicBezTo>
                    <a:pt x="34" y="70"/>
                    <a:pt x="45" y="79"/>
                    <a:pt x="54" y="89"/>
                  </a:cubicBezTo>
                  <a:cubicBezTo>
                    <a:pt x="61" y="96"/>
                    <a:pt x="69" y="99"/>
                    <a:pt x="77" y="99"/>
                  </a:cubicBezTo>
                  <a:cubicBezTo>
                    <a:pt x="104" y="99"/>
                    <a:pt x="127" y="65"/>
                    <a:pt x="103" y="40"/>
                  </a:cubicBezTo>
                  <a:lnTo>
                    <a:pt x="74" y="11"/>
                  </a:lnTo>
                  <a:cubicBezTo>
                    <a:pt x="67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24"/>
            <p:cNvSpPr/>
            <p:nvPr/>
          </p:nvSpPr>
          <p:spPr>
            <a:xfrm>
              <a:off x="6134050" y="1441725"/>
              <a:ext cx="6675" cy="4200"/>
            </a:xfrm>
            <a:custGeom>
              <a:avLst/>
              <a:gdLst/>
              <a:ahLst/>
              <a:cxnLst/>
              <a:rect l="l" t="t" r="r" b="b"/>
              <a:pathLst>
                <a:path w="267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8" y="19"/>
                    <a:pt x="89" y="28"/>
                    <a:pt x="70" y="39"/>
                  </a:cubicBezTo>
                  <a:cubicBezTo>
                    <a:pt x="0" y="73"/>
                    <a:pt x="43" y="167"/>
                    <a:pt x="106" y="167"/>
                  </a:cubicBezTo>
                  <a:cubicBezTo>
                    <a:pt x="117" y="167"/>
                    <a:pt x="128" y="165"/>
                    <a:pt x="139" y="159"/>
                  </a:cubicBezTo>
                  <a:cubicBezTo>
                    <a:pt x="159" y="149"/>
                    <a:pt x="179" y="139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24"/>
            <p:cNvSpPr/>
            <p:nvPr/>
          </p:nvSpPr>
          <p:spPr>
            <a:xfrm>
              <a:off x="5247750" y="1441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24"/>
            <p:cNvSpPr/>
            <p:nvPr/>
          </p:nvSpPr>
          <p:spPr>
            <a:xfrm>
              <a:off x="5595875" y="1441950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1" y="208"/>
                  </a:cubicBezTo>
                  <a:lnTo>
                    <a:pt x="250" y="179"/>
                  </a:lnTo>
                  <a:cubicBezTo>
                    <a:pt x="323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24"/>
            <p:cNvSpPr/>
            <p:nvPr/>
          </p:nvSpPr>
          <p:spPr>
            <a:xfrm>
              <a:off x="5405900" y="1442850"/>
              <a:ext cx="9550" cy="6800"/>
            </a:xfrm>
            <a:custGeom>
              <a:avLst/>
              <a:gdLst/>
              <a:ahLst/>
              <a:cxnLst/>
              <a:rect l="l" t="t" r="r" b="b"/>
              <a:pathLst>
                <a:path w="382" h="272" extrusionOk="0">
                  <a:moveTo>
                    <a:pt x="264" y="1"/>
                  </a:moveTo>
                  <a:cubicBezTo>
                    <a:pt x="255" y="1"/>
                    <a:pt x="246" y="3"/>
                    <a:pt x="237" y="6"/>
                  </a:cubicBezTo>
                  <a:cubicBezTo>
                    <a:pt x="187" y="26"/>
                    <a:pt x="138" y="46"/>
                    <a:pt x="91" y="65"/>
                  </a:cubicBezTo>
                  <a:cubicBezTo>
                    <a:pt x="39" y="86"/>
                    <a:pt x="1" y="135"/>
                    <a:pt x="18" y="193"/>
                  </a:cubicBezTo>
                  <a:cubicBezTo>
                    <a:pt x="28" y="233"/>
                    <a:pt x="72" y="271"/>
                    <a:pt x="116" y="271"/>
                  </a:cubicBezTo>
                  <a:cubicBezTo>
                    <a:pt x="126" y="271"/>
                    <a:pt x="136" y="269"/>
                    <a:pt x="146" y="265"/>
                  </a:cubicBezTo>
                  <a:cubicBezTo>
                    <a:pt x="195" y="247"/>
                    <a:pt x="244" y="227"/>
                    <a:pt x="293" y="207"/>
                  </a:cubicBezTo>
                  <a:cubicBezTo>
                    <a:pt x="345" y="186"/>
                    <a:pt x="382" y="138"/>
                    <a:pt x="365" y="79"/>
                  </a:cubicBezTo>
                  <a:cubicBezTo>
                    <a:pt x="353" y="38"/>
                    <a:pt x="309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24"/>
            <p:cNvSpPr/>
            <p:nvPr/>
          </p:nvSpPr>
          <p:spPr>
            <a:xfrm>
              <a:off x="5332625" y="144290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6" y="100"/>
                    <a:pt x="178" y="51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24"/>
            <p:cNvSpPr/>
            <p:nvPr/>
          </p:nvSpPr>
          <p:spPr>
            <a:xfrm>
              <a:off x="5868900" y="14445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3" y="179"/>
                  </a:cubicBezTo>
                  <a:lnTo>
                    <a:pt x="161" y="267"/>
                  </a:lnTo>
                  <a:cubicBezTo>
                    <a:pt x="183" y="288"/>
                    <a:pt x="208" y="298"/>
                    <a:pt x="232" y="298"/>
                  </a:cubicBezTo>
                  <a:cubicBezTo>
                    <a:pt x="312" y="298"/>
                    <a:pt x="382" y="194"/>
                    <a:pt x="310" y="120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24"/>
            <p:cNvSpPr/>
            <p:nvPr/>
          </p:nvSpPr>
          <p:spPr>
            <a:xfrm>
              <a:off x="4948950" y="14448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0"/>
                  </a:moveTo>
                  <a:cubicBezTo>
                    <a:pt x="110" y="0"/>
                    <a:pt x="94" y="6"/>
                    <a:pt x="80" y="20"/>
                  </a:cubicBezTo>
                  <a:lnTo>
                    <a:pt x="51" y="50"/>
                  </a:lnTo>
                  <a:cubicBezTo>
                    <a:pt x="1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9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24"/>
            <p:cNvSpPr/>
            <p:nvPr/>
          </p:nvSpPr>
          <p:spPr>
            <a:xfrm>
              <a:off x="5963850" y="14448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0" y="1"/>
                    <a:pt x="0" y="210"/>
                    <a:pt x="135" y="210"/>
                  </a:cubicBezTo>
                  <a:cubicBezTo>
                    <a:pt x="135" y="210"/>
                    <a:pt x="136" y="210"/>
                    <a:pt x="136" y="210"/>
                  </a:cubicBezTo>
                  <a:cubicBezTo>
                    <a:pt x="269" y="210"/>
                    <a:pt x="269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24"/>
            <p:cNvSpPr/>
            <p:nvPr/>
          </p:nvSpPr>
          <p:spPr>
            <a:xfrm>
              <a:off x="5561125" y="14449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1"/>
                  </a:lnTo>
                  <a:cubicBezTo>
                    <a:pt x="1" y="99"/>
                    <a:pt x="49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24"/>
            <p:cNvSpPr/>
            <p:nvPr/>
          </p:nvSpPr>
          <p:spPr>
            <a:xfrm>
              <a:off x="5223125" y="1445425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1"/>
                  </a:moveTo>
                  <a:cubicBezTo>
                    <a:pt x="2" y="1"/>
                    <a:pt x="1" y="208"/>
                    <a:pt x="136" y="209"/>
                  </a:cubicBezTo>
                  <a:cubicBezTo>
                    <a:pt x="270" y="209"/>
                    <a:pt x="270" y="1"/>
                    <a:pt x="13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24"/>
            <p:cNvSpPr/>
            <p:nvPr/>
          </p:nvSpPr>
          <p:spPr>
            <a:xfrm>
              <a:off x="5628450" y="1445675"/>
              <a:ext cx="6775" cy="5250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24"/>
            <p:cNvSpPr/>
            <p:nvPr/>
          </p:nvSpPr>
          <p:spPr>
            <a:xfrm>
              <a:off x="4968300" y="14470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8"/>
                    <a:pt x="148" y="164"/>
                  </a:cubicBezTo>
                  <a:cubicBezTo>
                    <a:pt x="158" y="145"/>
                    <a:pt x="168" y="125"/>
                    <a:pt x="178" y="106"/>
                  </a:cubicBezTo>
                  <a:cubicBezTo>
                    <a:pt x="205" y="51"/>
                    <a:pt x="157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24"/>
            <p:cNvSpPr/>
            <p:nvPr/>
          </p:nvSpPr>
          <p:spPr>
            <a:xfrm>
              <a:off x="5322200" y="14472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24"/>
            <p:cNvSpPr/>
            <p:nvPr/>
          </p:nvSpPr>
          <p:spPr>
            <a:xfrm>
              <a:off x="5643875" y="1447225"/>
              <a:ext cx="8900" cy="5225"/>
            </a:xfrm>
            <a:custGeom>
              <a:avLst/>
              <a:gdLst/>
              <a:ahLst/>
              <a:cxnLst/>
              <a:rect l="l" t="t" r="r" b="b"/>
              <a:pathLst>
                <a:path w="356" h="209" extrusionOk="0">
                  <a:moveTo>
                    <a:pt x="135" y="0"/>
                  </a:moveTo>
                  <a:cubicBezTo>
                    <a:pt x="0" y="0"/>
                    <a:pt x="0" y="208"/>
                    <a:pt x="135" y="208"/>
                  </a:cubicBezTo>
                  <a:lnTo>
                    <a:pt x="223" y="208"/>
                  </a:lnTo>
                  <a:cubicBezTo>
                    <a:pt x="223" y="208"/>
                    <a:pt x="224" y="208"/>
                    <a:pt x="224" y="208"/>
                  </a:cubicBezTo>
                  <a:cubicBezTo>
                    <a:pt x="356" y="208"/>
                    <a:pt x="355" y="1"/>
                    <a:pt x="2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24"/>
            <p:cNvSpPr/>
            <p:nvPr/>
          </p:nvSpPr>
          <p:spPr>
            <a:xfrm>
              <a:off x="5120125" y="144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47" y="139"/>
                  </a:lnTo>
                  <a:cubicBezTo>
                    <a:pt x="148" y="139"/>
                    <a:pt x="148" y="139"/>
                    <a:pt x="148" y="139"/>
                  </a:cubicBezTo>
                  <a:cubicBezTo>
                    <a:pt x="237" y="139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24"/>
            <p:cNvSpPr/>
            <p:nvPr/>
          </p:nvSpPr>
          <p:spPr>
            <a:xfrm>
              <a:off x="5923925" y="1448425"/>
              <a:ext cx="8875" cy="6700"/>
            </a:xfrm>
            <a:custGeom>
              <a:avLst/>
              <a:gdLst/>
              <a:ahLst/>
              <a:cxnLst/>
              <a:rect l="l" t="t" r="r" b="b"/>
              <a:pathLst>
                <a:path w="355" h="268" extrusionOk="0">
                  <a:moveTo>
                    <a:pt x="203" y="0"/>
                  </a:moveTo>
                  <a:cubicBezTo>
                    <a:pt x="180" y="0"/>
                    <a:pt x="156" y="9"/>
                    <a:pt x="134" y="31"/>
                  </a:cubicBezTo>
                  <a:cubicBezTo>
                    <a:pt x="114" y="50"/>
                    <a:pt x="95" y="70"/>
                    <a:pt x="74" y="89"/>
                  </a:cubicBezTo>
                  <a:cubicBezTo>
                    <a:pt x="0" y="163"/>
                    <a:pt x="72" y="267"/>
                    <a:pt x="152" y="267"/>
                  </a:cubicBezTo>
                  <a:cubicBezTo>
                    <a:pt x="175" y="267"/>
                    <a:pt x="200" y="258"/>
                    <a:pt x="221" y="237"/>
                  </a:cubicBezTo>
                  <a:cubicBezTo>
                    <a:pt x="240" y="217"/>
                    <a:pt x="260" y="198"/>
                    <a:pt x="280" y="179"/>
                  </a:cubicBezTo>
                  <a:cubicBezTo>
                    <a:pt x="355" y="105"/>
                    <a:pt x="284" y="0"/>
                    <a:pt x="2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24"/>
            <p:cNvSpPr/>
            <p:nvPr/>
          </p:nvSpPr>
          <p:spPr>
            <a:xfrm>
              <a:off x="5654800" y="1448575"/>
              <a:ext cx="5000" cy="5550"/>
            </a:xfrm>
            <a:custGeom>
              <a:avLst/>
              <a:gdLst/>
              <a:ahLst/>
              <a:cxnLst/>
              <a:rect l="l" t="t" r="r" b="b"/>
              <a:pathLst>
                <a:path w="200" h="222" extrusionOk="0">
                  <a:moveTo>
                    <a:pt x="115" y="0"/>
                  </a:moveTo>
                  <a:cubicBezTo>
                    <a:pt x="88" y="0"/>
                    <a:pt x="60" y="15"/>
                    <a:pt x="48" y="49"/>
                  </a:cubicBezTo>
                  <a:cubicBezTo>
                    <a:pt x="38" y="78"/>
                    <a:pt x="29" y="107"/>
                    <a:pt x="19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7"/>
                    <a:pt x="152" y="174"/>
                  </a:cubicBezTo>
                  <a:cubicBezTo>
                    <a:pt x="162" y="144"/>
                    <a:pt x="171" y="116"/>
                    <a:pt x="182" y="86"/>
                  </a:cubicBezTo>
                  <a:cubicBezTo>
                    <a:pt x="199" y="34"/>
                    <a:pt x="15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24"/>
            <p:cNvSpPr/>
            <p:nvPr/>
          </p:nvSpPr>
          <p:spPr>
            <a:xfrm>
              <a:off x="5297250" y="1448625"/>
              <a:ext cx="4500" cy="3450"/>
            </a:xfrm>
            <a:custGeom>
              <a:avLst/>
              <a:gdLst/>
              <a:ahLst/>
              <a:cxnLst/>
              <a:rect l="l" t="t" r="r" b="b"/>
              <a:pathLst>
                <a:path w="180" h="138" extrusionOk="0">
                  <a:moveTo>
                    <a:pt x="90" y="0"/>
                  </a:moveTo>
                  <a:cubicBezTo>
                    <a:pt x="2" y="0"/>
                    <a:pt x="0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24"/>
            <p:cNvSpPr/>
            <p:nvPr/>
          </p:nvSpPr>
          <p:spPr>
            <a:xfrm>
              <a:off x="5727050" y="1448750"/>
              <a:ext cx="3525" cy="4150"/>
            </a:xfrm>
            <a:custGeom>
              <a:avLst/>
              <a:gdLst/>
              <a:ahLst/>
              <a:cxnLst/>
              <a:rect l="l" t="t" r="r" b="b"/>
              <a:pathLst>
                <a:path w="141" h="166" extrusionOk="0">
                  <a:moveTo>
                    <a:pt x="71" y="1"/>
                  </a:moveTo>
                  <a:cubicBezTo>
                    <a:pt x="36" y="1"/>
                    <a:pt x="1" y="24"/>
                    <a:pt x="1" y="69"/>
                  </a:cubicBezTo>
                  <a:lnTo>
                    <a:pt x="1" y="99"/>
                  </a:lnTo>
                  <a:cubicBezTo>
                    <a:pt x="1" y="143"/>
                    <a:pt x="35" y="165"/>
                    <a:pt x="70" y="165"/>
                  </a:cubicBezTo>
                  <a:cubicBezTo>
                    <a:pt x="105" y="165"/>
                    <a:pt x="140" y="143"/>
                    <a:pt x="140" y="99"/>
                  </a:cubicBezTo>
                  <a:lnTo>
                    <a:pt x="140" y="69"/>
                  </a:lnTo>
                  <a:cubicBezTo>
                    <a:pt x="140" y="24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24"/>
            <p:cNvSpPr/>
            <p:nvPr/>
          </p:nvSpPr>
          <p:spPr>
            <a:xfrm>
              <a:off x="5301725" y="1450250"/>
              <a:ext cx="6625" cy="4200"/>
            </a:xfrm>
            <a:custGeom>
              <a:avLst/>
              <a:gdLst/>
              <a:ahLst/>
              <a:cxnLst/>
              <a:rect l="l" t="t" r="r" b="b"/>
              <a:pathLst>
                <a:path w="265" h="168" extrusionOk="0">
                  <a:moveTo>
                    <a:pt x="159" y="0"/>
                  </a:moveTo>
                  <a:cubicBezTo>
                    <a:pt x="148" y="0"/>
                    <a:pt x="137" y="3"/>
                    <a:pt x="126" y="9"/>
                  </a:cubicBezTo>
                  <a:cubicBezTo>
                    <a:pt x="106" y="19"/>
                    <a:pt x="87" y="28"/>
                    <a:pt x="68" y="39"/>
                  </a:cubicBezTo>
                  <a:cubicBezTo>
                    <a:pt x="0" y="74"/>
                    <a:pt x="42" y="167"/>
                    <a:pt x="105" y="167"/>
                  </a:cubicBezTo>
                  <a:cubicBezTo>
                    <a:pt x="115" y="167"/>
                    <a:pt x="126" y="165"/>
                    <a:pt x="137" y="159"/>
                  </a:cubicBezTo>
                  <a:cubicBezTo>
                    <a:pt x="157" y="148"/>
                    <a:pt x="177" y="139"/>
                    <a:pt x="196" y="129"/>
                  </a:cubicBezTo>
                  <a:cubicBezTo>
                    <a:pt x="265" y="94"/>
                    <a:pt x="223" y="0"/>
                    <a:pt x="15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24"/>
            <p:cNvSpPr/>
            <p:nvPr/>
          </p:nvSpPr>
          <p:spPr>
            <a:xfrm>
              <a:off x="5102500" y="14503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1" y="0"/>
                    <a:pt x="1" y="138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ubicBezTo>
                    <a:pt x="90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24"/>
            <p:cNvSpPr/>
            <p:nvPr/>
          </p:nvSpPr>
          <p:spPr>
            <a:xfrm>
              <a:off x="5666325" y="1450850"/>
              <a:ext cx="8200" cy="6050"/>
            </a:xfrm>
            <a:custGeom>
              <a:avLst/>
              <a:gdLst/>
              <a:ahLst/>
              <a:cxnLst/>
              <a:rect l="l" t="t" r="r" b="b"/>
              <a:pathLst>
                <a:path w="328" h="242" extrusionOk="0">
                  <a:moveTo>
                    <a:pt x="144" y="0"/>
                  </a:moveTo>
                  <a:cubicBezTo>
                    <a:pt x="126" y="0"/>
                    <a:pt x="108" y="4"/>
                    <a:pt x="90" y="10"/>
                  </a:cubicBezTo>
                  <a:cubicBezTo>
                    <a:pt x="37" y="30"/>
                    <a:pt x="1" y="80"/>
                    <a:pt x="17" y="139"/>
                  </a:cubicBezTo>
                  <a:cubicBezTo>
                    <a:pt x="29" y="180"/>
                    <a:pt x="72" y="216"/>
                    <a:pt x="116" y="216"/>
                  </a:cubicBezTo>
                  <a:cubicBezTo>
                    <a:pt x="123" y="216"/>
                    <a:pt x="130" y="215"/>
                    <a:pt x="136" y="214"/>
                  </a:cubicBezTo>
                  <a:cubicBezTo>
                    <a:pt x="157" y="231"/>
                    <a:pt x="182" y="241"/>
                    <a:pt x="208" y="241"/>
                  </a:cubicBezTo>
                  <a:cubicBezTo>
                    <a:pt x="224" y="241"/>
                    <a:pt x="241" y="237"/>
                    <a:pt x="257" y="228"/>
                  </a:cubicBezTo>
                  <a:cubicBezTo>
                    <a:pt x="302" y="202"/>
                    <a:pt x="328" y="132"/>
                    <a:pt x="295" y="85"/>
                  </a:cubicBezTo>
                  <a:cubicBezTo>
                    <a:pt x="259" y="36"/>
                    <a:pt x="204" y="0"/>
                    <a:pt x="14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24"/>
            <p:cNvSpPr/>
            <p:nvPr/>
          </p:nvSpPr>
          <p:spPr>
            <a:xfrm>
              <a:off x="5594125" y="1450950"/>
              <a:ext cx="3475" cy="4825"/>
            </a:xfrm>
            <a:custGeom>
              <a:avLst/>
              <a:gdLst/>
              <a:ahLst/>
              <a:cxnLst/>
              <a:rect l="l" t="t" r="r" b="b"/>
              <a:pathLst>
                <a:path w="139" h="193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126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6"/>
                  </a:cubicBezTo>
                  <a:lnTo>
                    <a:pt x="139" y="68"/>
                  </a:lnTo>
                  <a:cubicBezTo>
                    <a:pt x="139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24"/>
            <p:cNvSpPr/>
            <p:nvPr/>
          </p:nvSpPr>
          <p:spPr>
            <a:xfrm>
              <a:off x="5392875" y="1451150"/>
              <a:ext cx="4075" cy="2475"/>
            </a:xfrm>
            <a:custGeom>
              <a:avLst/>
              <a:gdLst/>
              <a:ahLst/>
              <a:cxnLst/>
              <a:rect l="l" t="t" r="r" b="b"/>
              <a:pathLst>
                <a:path w="163" h="99" extrusionOk="0">
                  <a:moveTo>
                    <a:pt x="53" y="0"/>
                  </a:moveTo>
                  <a:cubicBezTo>
                    <a:pt x="21" y="0"/>
                    <a:pt x="1" y="47"/>
                    <a:pt x="35" y="65"/>
                  </a:cubicBezTo>
                  <a:cubicBezTo>
                    <a:pt x="54" y="75"/>
                    <a:pt x="74" y="83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2" y="52"/>
                    <a:pt x="128" y="35"/>
                  </a:cubicBezTo>
                  <a:cubicBezTo>
                    <a:pt x="109" y="24"/>
                    <a:pt x="90" y="15"/>
                    <a:pt x="70" y="5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24"/>
            <p:cNvSpPr/>
            <p:nvPr/>
          </p:nvSpPr>
          <p:spPr>
            <a:xfrm>
              <a:off x="5694975" y="14515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2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9" y="56"/>
                    <a:pt x="40" y="75"/>
                    <a:pt x="29" y="94"/>
                  </a:cubicBezTo>
                  <a:cubicBezTo>
                    <a:pt x="1" y="149"/>
                    <a:pt x="49" y="200"/>
                    <a:pt x="95" y="200"/>
                  </a:cubicBezTo>
                  <a:cubicBezTo>
                    <a:pt x="116" y="200"/>
                    <a:pt x="136" y="189"/>
                    <a:pt x="149" y="165"/>
                  </a:cubicBezTo>
                  <a:cubicBezTo>
                    <a:pt x="159" y="145"/>
                    <a:pt x="168" y="125"/>
                    <a:pt x="179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24"/>
            <p:cNvSpPr/>
            <p:nvPr/>
          </p:nvSpPr>
          <p:spPr>
            <a:xfrm>
              <a:off x="5283925" y="1451575"/>
              <a:ext cx="6200" cy="5550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98" y="0"/>
                  </a:moveTo>
                  <a:cubicBezTo>
                    <a:pt x="49" y="0"/>
                    <a:pt x="1" y="50"/>
                    <a:pt x="35" y="102"/>
                  </a:cubicBezTo>
                  <a:cubicBezTo>
                    <a:pt x="54" y="132"/>
                    <a:pt x="74" y="160"/>
                    <a:pt x="93" y="190"/>
                  </a:cubicBezTo>
                  <a:cubicBezTo>
                    <a:pt x="108" y="212"/>
                    <a:pt x="129" y="221"/>
                    <a:pt x="151" y="221"/>
                  </a:cubicBezTo>
                  <a:cubicBezTo>
                    <a:pt x="200" y="221"/>
                    <a:pt x="248" y="172"/>
                    <a:pt x="214" y="120"/>
                  </a:cubicBezTo>
                  <a:cubicBezTo>
                    <a:pt x="194" y="90"/>
                    <a:pt x="175" y="61"/>
                    <a:pt x="155" y="32"/>
                  </a:cubicBezTo>
                  <a:cubicBezTo>
                    <a:pt x="140" y="10"/>
                    <a:pt x="119" y="0"/>
                    <a:pt x="9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24"/>
            <p:cNvSpPr/>
            <p:nvPr/>
          </p:nvSpPr>
          <p:spPr>
            <a:xfrm>
              <a:off x="5462250" y="1452025"/>
              <a:ext cx="6975" cy="5125"/>
            </a:xfrm>
            <a:custGeom>
              <a:avLst/>
              <a:gdLst/>
              <a:ahLst/>
              <a:cxnLst/>
              <a:rect l="l" t="t" r="r" b="b"/>
              <a:pathLst>
                <a:path w="279" h="205" extrusionOk="0">
                  <a:moveTo>
                    <a:pt x="184" y="0"/>
                  </a:moveTo>
                  <a:cubicBezTo>
                    <a:pt x="173" y="0"/>
                    <a:pt x="160" y="4"/>
                    <a:pt x="148" y="12"/>
                  </a:cubicBezTo>
                  <a:cubicBezTo>
                    <a:pt x="119" y="32"/>
                    <a:pt x="90" y="53"/>
                    <a:pt x="61" y="72"/>
                  </a:cubicBezTo>
                  <a:cubicBezTo>
                    <a:pt x="0" y="114"/>
                    <a:pt x="38" y="205"/>
                    <a:pt x="95" y="205"/>
                  </a:cubicBezTo>
                  <a:cubicBezTo>
                    <a:pt x="107" y="205"/>
                    <a:pt x="119" y="201"/>
                    <a:pt x="132" y="192"/>
                  </a:cubicBezTo>
                  <a:cubicBezTo>
                    <a:pt x="160" y="173"/>
                    <a:pt x="190" y="152"/>
                    <a:pt x="218" y="133"/>
                  </a:cubicBezTo>
                  <a:cubicBezTo>
                    <a:pt x="278" y="91"/>
                    <a:pt x="241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24"/>
            <p:cNvSpPr/>
            <p:nvPr/>
          </p:nvSpPr>
          <p:spPr>
            <a:xfrm>
              <a:off x="5353725" y="1454500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1"/>
                  </a:moveTo>
                  <a:cubicBezTo>
                    <a:pt x="72" y="1"/>
                    <a:pt x="1" y="105"/>
                    <a:pt x="74" y="177"/>
                  </a:cubicBezTo>
                  <a:cubicBezTo>
                    <a:pt x="85" y="188"/>
                    <a:pt x="95" y="197"/>
                    <a:pt x="103" y="207"/>
                  </a:cubicBez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4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24"/>
            <p:cNvSpPr/>
            <p:nvPr/>
          </p:nvSpPr>
          <p:spPr>
            <a:xfrm>
              <a:off x="5578700" y="14552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3"/>
                    <a:pt x="109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24"/>
            <p:cNvSpPr/>
            <p:nvPr/>
          </p:nvSpPr>
          <p:spPr>
            <a:xfrm>
              <a:off x="5747050" y="1455975"/>
              <a:ext cx="8225" cy="6700"/>
            </a:xfrm>
            <a:custGeom>
              <a:avLst/>
              <a:gdLst/>
              <a:ahLst/>
              <a:cxnLst/>
              <a:rect l="l" t="t" r="r" b="b"/>
              <a:pathLst>
                <a:path w="329" h="268" extrusionOk="0">
                  <a:moveTo>
                    <a:pt x="124" y="1"/>
                  </a:moveTo>
                  <a:cubicBezTo>
                    <a:pt x="87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6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80" y="247"/>
                    <a:pt x="298" y="216"/>
                  </a:cubicBezTo>
                  <a:cubicBezTo>
                    <a:pt x="328" y="165"/>
                    <a:pt x="309" y="105"/>
                    <a:pt x="261" y="74"/>
                  </a:cubicBezTo>
                  <a:cubicBezTo>
                    <a:pt x="231" y="54"/>
                    <a:pt x="202" y="34"/>
                    <a:pt x="173" y="15"/>
                  </a:cubicBezTo>
                  <a:cubicBezTo>
                    <a:pt x="158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24"/>
            <p:cNvSpPr/>
            <p:nvPr/>
          </p:nvSpPr>
          <p:spPr>
            <a:xfrm>
              <a:off x="5339375" y="1456675"/>
              <a:ext cx="7500" cy="5225"/>
            </a:xfrm>
            <a:custGeom>
              <a:avLst/>
              <a:gdLst/>
              <a:ahLst/>
              <a:cxnLst/>
              <a:rect l="l" t="t" r="r" b="b"/>
              <a:pathLst>
                <a:path w="300" h="209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lnTo>
                    <a:pt x="165" y="209"/>
                  </a:lnTo>
                  <a:cubicBezTo>
                    <a:pt x="299" y="209"/>
                    <a:pt x="299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24"/>
            <p:cNvSpPr/>
            <p:nvPr/>
          </p:nvSpPr>
          <p:spPr>
            <a:xfrm>
              <a:off x="5787800" y="1457075"/>
              <a:ext cx="2250" cy="1800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6" y="1"/>
                  </a:moveTo>
                  <a:cubicBezTo>
                    <a:pt x="1" y="1"/>
                    <a:pt x="1" y="71"/>
                    <a:pt x="46" y="71"/>
                  </a:cubicBezTo>
                  <a:cubicBezTo>
                    <a:pt x="90" y="71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24"/>
            <p:cNvSpPr/>
            <p:nvPr/>
          </p:nvSpPr>
          <p:spPr>
            <a:xfrm>
              <a:off x="5434925" y="1457125"/>
              <a:ext cx="7875" cy="4175"/>
            </a:xfrm>
            <a:custGeom>
              <a:avLst/>
              <a:gdLst/>
              <a:ahLst/>
              <a:cxnLst/>
              <a:rect l="l" t="t" r="r" b="b"/>
              <a:pathLst>
                <a:path w="315" h="167" extrusionOk="0">
                  <a:moveTo>
                    <a:pt x="218" y="1"/>
                  </a:moveTo>
                  <a:cubicBezTo>
                    <a:pt x="212" y="1"/>
                    <a:pt x="205" y="1"/>
                    <a:pt x="199" y="3"/>
                  </a:cubicBezTo>
                  <a:cubicBezTo>
                    <a:pt x="160" y="12"/>
                    <a:pt x="121" y="23"/>
                    <a:pt x="81" y="31"/>
                  </a:cubicBezTo>
                  <a:cubicBezTo>
                    <a:pt x="0" y="50"/>
                    <a:pt x="25" y="167"/>
                    <a:pt x="99" y="167"/>
                  </a:cubicBezTo>
                  <a:cubicBezTo>
                    <a:pt x="104" y="167"/>
                    <a:pt x="111" y="166"/>
                    <a:pt x="117" y="165"/>
                  </a:cubicBezTo>
                  <a:cubicBezTo>
                    <a:pt x="155" y="155"/>
                    <a:pt x="195" y="145"/>
                    <a:pt x="235" y="137"/>
                  </a:cubicBezTo>
                  <a:cubicBezTo>
                    <a:pt x="315" y="116"/>
                    <a:pt x="290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24"/>
            <p:cNvSpPr/>
            <p:nvPr/>
          </p:nvSpPr>
          <p:spPr>
            <a:xfrm>
              <a:off x="5331000" y="14575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24"/>
            <p:cNvSpPr/>
            <p:nvPr/>
          </p:nvSpPr>
          <p:spPr>
            <a:xfrm>
              <a:off x="6115400" y="1457825"/>
              <a:ext cx="5100" cy="5000"/>
            </a:xfrm>
            <a:custGeom>
              <a:avLst/>
              <a:gdLst/>
              <a:ahLst/>
              <a:cxnLst/>
              <a:rect l="l" t="t" r="r" b="b"/>
              <a:pathLst>
                <a:path w="204" h="200" extrusionOk="0">
                  <a:moveTo>
                    <a:pt x="94" y="0"/>
                  </a:moveTo>
                  <a:cubicBezTo>
                    <a:pt x="48" y="0"/>
                    <a:pt x="0" y="51"/>
                    <a:pt x="27" y="106"/>
                  </a:cubicBezTo>
                  <a:cubicBezTo>
                    <a:pt x="38" y="125"/>
                    <a:pt x="46" y="145"/>
                    <a:pt x="56" y="164"/>
                  </a:cubicBezTo>
                  <a:cubicBezTo>
                    <a:pt x="69" y="189"/>
                    <a:pt x="89" y="199"/>
                    <a:pt x="110" y="199"/>
                  </a:cubicBezTo>
                  <a:cubicBezTo>
                    <a:pt x="156" y="199"/>
                    <a:pt x="204" y="149"/>
                    <a:pt x="178" y="94"/>
                  </a:cubicBezTo>
                  <a:cubicBezTo>
                    <a:pt x="167" y="74"/>
                    <a:pt x="157" y="55"/>
                    <a:pt x="147" y="36"/>
                  </a:cubicBezTo>
                  <a:cubicBezTo>
                    <a:pt x="135" y="11"/>
                    <a:pt x="114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24"/>
            <p:cNvSpPr/>
            <p:nvPr/>
          </p:nvSpPr>
          <p:spPr>
            <a:xfrm>
              <a:off x="5197700" y="145787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9" y="162"/>
                    <a:pt x="40" y="191"/>
                    <a:pt x="50" y="221"/>
                  </a:cubicBezTo>
                  <a:cubicBezTo>
                    <a:pt x="66" y="265"/>
                    <a:pt x="105" y="297"/>
                    <a:pt x="151" y="297"/>
                  </a:cubicBezTo>
                  <a:cubicBezTo>
                    <a:pt x="160" y="297"/>
                    <a:pt x="169" y="296"/>
                    <a:pt x="179" y="293"/>
                  </a:cubicBezTo>
                  <a:cubicBezTo>
                    <a:pt x="230" y="279"/>
                    <a:pt x="271" y="217"/>
                    <a:pt x="251" y="165"/>
                  </a:cubicBezTo>
                  <a:cubicBezTo>
                    <a:pt x="241" y="135"/>
                    <a:pt x="230" y="107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24"/>
            <p:cNvSpPr/>
            <p:nvPr/>
          </p:nvSpPr>
          <p:spPr>
            <a:xfrm>
              <a:off x="5040500" y="14583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46" y="1"/>
                  </a:moveTo>
                  <a:cubicBezTo>
                    <a:pt x="0" y="1"/>
                    <a:pt x="0" y="71"/>
                    <a:pt x="46" y="71"/>
                  </a:cubicBezTo>
                  <a:lnTo>
                    <a:pt x="75" y="71"/>
                  </a:lnTo>
                  <a:cubicBezTo>
                    <a:pt x="120" y="71"/>
                    <a:pt x="120" y="2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24"/>
            <p:cNvSpPr/>
            <p:nvPr/>
          </p:nvSpPr>
          <p:spPr>
            <a:xfrm>
              <a:off x="5159375" y="1458525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7" y="1"/>
                  </a:moveTo>
                  <a:cubicBezTo>
                    <a:pt x="43" y="1"/>
                    <a:pt x="1" y="94"/>
                    <a:pt x="69" y="128"/>
                  </a:cubicBezTo>
                  <a:cubicBezTo>
                    <a:pt x="89" y="139"/>
                    <a:pt x="109" y="147"/>
                    <a:pt x="127" y="157"/>
                  </a:cubicBezTo>
                  <a:cubicBezTo>
                    <a:pt x="139" y="164"/>
                    <a:pt x="151" y="166"/>
                    <a:pt x="162" y="166"/>
                  </a:cubicBezTo>
                  <a:cubicBezTo>
                    <a:pt x="225" y="166"/>
                    <a:pt x="265" y="75"/>
                    <a:pt x="198" y="39"/>
                  </a:cubicBezTo>
                  <a:cubicBezTo>
                    <a:pt x="178" y="28"/>
                    <a:pt x="159" y="19"/>
                    <a:pt x="140" y="9"/>
                  </a:cubicBezTo>
                  <a:cubicBezTo>
                    <a:pt x="129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24"/>
            <p:cNvSpPr/>
            <p:nvPr/>
          </p:nvSpPr>
          <p:spPr>
            <a:xfrm>
              <a:off x="5216300" y="1458700"/>
              <a:ext cx="3500" cy="4150"/>
            </a:xfrm>
            <a:custGeom>
              <a:avLst/>
              <a:gdLst/>
              <a:ahLst/>
              <a:cxnLst/>
              <a:rect l="l" t="t" r="r" b="b"/>
              <a:pathLst>
                <a:path w="140" h="166" extrusionOk="0">
                  <a:moveTo>
                    <a:pt x="70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7"/>
                  </a:lnTo>
                  <a:cubicBezTo>
                    <a:pt x="0" y="143"/>
                    <a:pt x="35" y="165"/>
                    <a:pt x="70" y="165"/>
                  </a:cubicBezTo>
                  <a:cubicBezTo>
                    <a:pt x="104" y="165"/>
                    <a:pt x="139" y="143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24"/>
            <p:cNvSpPr/>
            <p:nvPr/>
          </p:nvSpPr>
          <p:spPr>
            <a:xfrm>
              <a:off x="5018575" y="1458950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1"/>
                  </a:moveTo>
                  <a:cubicBezTo>
                    <a:pt x="23" y="1"/>
                    <a:pt x="0" y="36"/>
                    <a:pt x="22" y="62"/>
                  </a:cubicBezTo>
                  <a:cubicBezTo>
                    <a:pt x="38" y="83"/>
                    <a:pt x="64" y="93"/>
                    <a:pt x="89" y="93"/>
                  </a:cubicBezTo>
                  <a:cubicBezTo>
                    <a:pt x="113" y="93"/>
                    <a:pt x="137" y="83"/>
                    <a:pt x="154" y="65"/>
                  </a:cubicBezTo>
                  <a:cubicBezTo>
                    <a:pt x="177" y="40"/>
                    <a:pt x="154" y="5"/>
                    <a:pt x="128" y="5"/>
                  </a:cubicBezTo>
                  <a:cubicBezTo>
                    <a:pt x="120" y="5"/>
                    <a:pt x="112" y="8"/>
                    <a:pt x="105" y="15"/>
                  </a:cubicBezTo>
                  <a:cubicBezTo>
                    <a:pt x="100" y="21"/>
                    <a:pt x="95" y="24"/>
                    <a:pt x="89" y="24"/>
                  </a:cubicBezTo>
                  <a:cubicBezTo>
                    <a:pt x="83" y="24"/>
                    <a:pt x="76" y="20"/>
                    <a:pt x="70" y="13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24"/>
            <p:cNvSpPr/>
            <p:nvPr/>
          </p:nvSpPr>
          <p:spPr>
            <a:xfrm>
              <a:off x="5835825" y="14598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1"/>
                  </a:cubicBezTo>
                  <a:cubicBezTo>
                    <a:pt x="46" y="71"/>
                    <a:pt x="37" y="91"/>
                    <a:pt x="27" y="111"/>
                  </a:cubicBezTo>
                  <a:cubicBezTo>
                    <a:pt x="1" y="160"/>
                    <a:pt x="12" y="222"/>
                    <a:pt x="64" y="252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9"/>
                    <a:pt x="207" y="215"/>
                  </a:cubicBezTo>
                  <a:cubicBezTo>
                    <a:pt x="217" y="195"/>
                    <a:pt x="226" y="176"/>
                    <a:pt x="236" y="157"/>
                  </a:cubicBezTo>
                  <a:cubicBezTo>
                    <a:pt x="262" y="106"/>
                    <a:pt x="250" y="44"/>
                    <a:pt x="199" y="14"/>
                  </a:cubicBezTo>
                  <a:cubicBezTo>
                    <a:pt x="183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24"/>
            <p:cNvSpPr/>
            <p:nvPr/>
          </p:nvSpPr>
          <p:spPr>
            <a:xfrm>
              <a:off x="4909875" y="1459950"/>
              <a:ext cx="7475" cy="5275"/>
            </a:xfrm>
            <a:custGeom>
              <a:avLst/>
              <a:gdLst/>
              <a:ahLst/>
              <a:cxnLst/>
              <a:rect l="l" t="t" r="r" b="b"/>
              <a:pathLst>
                <a:path w="299" h="211" extrusionOk="0">
                  <a:moveTo>
                    <a:pt x="135" y="1"/>
                  </a:moveTo>
                  <a:cubicBezTo>
                    <a:pt x="2" y="1"/>
                    <a:pt x="0" y="210"/>
                    <a:pt x="135" y="210"/>
                  </a:cubicBezTo>
                  <a:lnTo>
                    <a:pt x="165" y="210"/>
                  </a:lnTo>
                  <a:cubicBezTo>
                    <a:pt x="299" y="210"/>
                    <a:pt x="299" y="3"/>
                    <a:pt x="16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24"/>
            <p:cNvSpPr/>
            <p:nvPr/>
          </p:nvSpPr>
          <p:spPr>
            <a:xfrm>
              <a:off x="5938525" y="1460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24"/>
            <p:cNvSpPr/>
            <p:nvPr/>
          </p:nvSpPr>
          <p:spPr>
            <a:xfrm>
              <a:off x="5615575" y="146057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354" y="1"/>
                  </a:moveTo>
                  <a:cubicBezTo>
                    <a:pt x="343" y="1"/>
                    <a:pt x="332" y="3"/>
                    <a:pt x="321" y="9"/>
                  </a:cubicBezTo>
                  <a:cubicBezTo>
                    <a:pt x="255" y="42"/>
                    <a:pt x="186" y="56"/>
                    <a:pt x="113" y="56"/>
                  </a:cubicBezTo>
                  <a:cubicBezTo>
                    <a:pt x="106" y="56"/>
                    <a:pt x="98" y="56"/>
                    <a:pt x="91" y="56"/>
                  </a:cubicBezTo>
                  <a:cubicBezTo>
                    <a:pt x="90" y="56"/>
                    <a:pt x="88" y="56"/>
                    <a:pt x="87" y="56"/>
                  </a:cubicBezTo>
                  <a:cubicBezTo>
                    <a:pt x="1" y="56"/>
                    <a:pt x="2" y="190"/>
                    <a:pt x="91" y="193"/>
                  </a:cubicBezTo>
                  <a:cubicBezTo>
                    <a:pt x="100" y="194"/>
                    <a:pt x="109" y="194"/>
                    <a:pt x="118" y="194"/>
                  </a:cubicBezTo>
                  <a:cubicBezTo>
                    <a:pt x="213" y="194"/>
                    <a:pt x="304" y="170"/>
                    <a:pt x="391" y="127"/>
                  </a:cubicBezTo>
                  <a:cubicBezTo>
                    <a:pt x="460" y="94"/>
                    <a:pt x="41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24"/>
            <p:cNvSpPr/>
            <p:nvPr/>
          </p:nvSpPr>
          <p:spPr>
            <a:xfrm>
              <a:off x="5661825" y="1460600"/>
              <a:ext cx="10350" cy="3500"/>
            </a:xfrm>
            <a:custGeom>
              <a:avLst/>
              <a:gdLst/>
              <a:ahLst/>
              <a:cxnLst/>
              <a:rect l="l" t="t" r="r" b="b"/>
              <a:pathLst>
                <a:path w="414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325" y="140"/>
                  </a:lnTo>
                  <a:cubicBezTo>
                    <a:pt x="325" y="140"/>
                    <a:pt x="325" y="140"/>
                    <a:pt x="326" y="140"/>
                  </a:cubicBezTo>
                  <a:cubicBezTo>
                    <a:pt x="414" y="140"/>
                    <a:pt x="413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24"/>
            <p:cNvSpPr/>
            <p:nvPr/>
          </p:nvSpPr>
          <p:spPr>
            <a:xfrm>
              <a:off x="5326975" y="146125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1"/>
                  </a:moveTo>
                  <a:cubicBezTo>
                    <a:pt x="91" y="1"/>
                    <a:pt x="71" y="11"/>
                    <a:pt x="59" y="36"/>
                  </a:cubicBezTo>
                  <a:cubicBezTo>
                    <a:pt x="48" y="56"/>
                    <a:pt x="39" y="75"/>
                    <a:pt x="29" y="94"/>
                  </a:cubicBezTo>
                  <a:cubicBezTo>
                    <a:pt x="0" y="149"/>
                    <a:pt x="49" y="199"/>
                    <a:pt x="95" y="199"/>
                  </a:cubicBezTo>
                  <a:cubicBezTo>
                    <a:pt x="115" y="199"/>
                    <a:pt x="136" y="189"/>
                    <a:pt x="148" y="164"/>
                  </a:cubicBezTo>
                  <a:cubicBezTo>
                    <a:pt x="158" y="145"/>
                    <a:pt x="167" y="125"/>
                    <a:pt x="178" y="106"/>
                  </a:cubicBezTo>
                  <a:cubicBezTo>
                    <a:pt x="206" y="51"/>
                    <a:pt x="158" y="1"/>
                    <a:pt x="11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24"/>
            <p:cNvSpPr/>
            <p:nvPr/>
          </p:nvSpPr>
          <p:spPr>
            <a:xfrm>
              <a:off x="5318150" y="14627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cubicBezTo>
                    <a:pt x="89" y="70"/>
                    <a:pt x="90" y="1"/>
                    <a:pt x="4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24"/>
            <p:cNvSpPr/>
            <p:nvPr/>
          </p:nvSpPr>
          <p:spPr>
            <a:xfrm>
              <a:off x="5802625" y="1462850"/>
              <a:ext cx="6375" cy="4975"/>
            </a:xfrm>
            <a:custGeom>
              <a:avLst/>
              <a:gdLst/>
              <a:ahLst/>
              <a:cxnLst/>
              <a:rect l="l" t="t" r="r" b="b"/>
              <a:pathLst>
                <a:path w="255" h="199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cubicBezTo>
                    <a:pt x="67" y="139"/>
                    <a:pt x="86" y="158"/>
                    <a:pt x="107" y="178"/>
                  </a:cubicBezTo>
                  <a:cubicBezTo>
                    <a:pt x="122" y="192"/>
                    <a:pt x="138" y="198"/>
                    <a:pt x="153" y="198"/>
                  </a:cubicBezTo>
                  <a:cubicBezTo>
                    <a:pt x="207" y="198"/>
                    <a:pt x="254" y="128"/>
                    <a:pt x="206" y="80"/>
                  </a:cubicBezTo>
                  <a:lnTo>
                    <a:pt x="148" y="22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24"/>
            <p:cNvSpPr/>
            <p:nvPr/>
          </p:nvSpPr>
          <p:spPr>
            <a:xfrm>
              <a:off x="5564250" y="1463850"/>
              <a:ext cx="8825" cy="6675"/>
            </a:xfrm>
            <a:custGeom>
              <a:avLst/>
              <a:gdLst/>
              <a:ahLst/>
              <a:cxnLst/>
              <a:rect l="l" t="t" r="r" b="b"/>
              <a:pathLst>
                <a:path w="353" h="267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32" y="236"/>
                  </a:lnTo>
                  <a:cubicBezTo>
                    <a:pt x="154" y="258"/>
                    <a:pt x="178" y="267"/>
                    <a:pt x="202" y="267"/>
                  </a:cubicBezTo>
                  <a:cubicBezTo>
                    <a:pt x="282" y="267"/>
                    <a:pt x="353" y="163"/>
                    <a:pt x="280" y="90"/>
                  </a:cubicBezTo>
                  <a:cubicBezTo>
                    <a:pt x="260" y="72"/>
                    <a:pt x="241" y="51"/>
                    <a:pt x="222" y="31"/>
                  </a:cubicBez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24"/>
            <p:cNvSpPr/>
            <p:nvPr/>
          </p:nvSpPr>
          <p:spPr>
            <a:xfrm>
              <a:off x="5381850" y="1465850"/>
              <a:ext cx="3225" cy="2475"/>
            </a:xfrm>
            <a:custGeom>
              <a:avLst/>
              <a:gdLst/>
              <a:ahLst/>
              <a:cxnLst/>
              <a:rect l="l" t="t" r="r" b="b"/>
              <a:pathLst>
                <a:path w="129" h="99" extrusionOk="0">
                  <a:moveTo>
                    <a:pt x="78" y="0"/>
                  </a:moveTo>
                  <a:cubicBezTo>
                    <a:pt x="70" y="0"/>
                    <a:pt x="62" y="3"/>
                    <a:pt x="55" y="10"/>
                  </a:cubicBezTo>
                  <a:lnTo>
                    <a:pt x="25" y="39"/>
                  </a:lnTo>
                  <a:cubicBezTo>
                    <a:pt x="1" y="64"/>
                    <a:pt x="25" y="99"/>
                    <a:pt x="52" y="99"/>
                  </a:cubicBezTo>
                  <a:cubicBezTo>
                    <a:pt x="60" y="99"/>
                    <a:pt x="68" y="96"/>
                    <a:pt x="75" y="89"/>
                  </a:cubicBezTo>
                  <a:lnTo>
                    <a:pt x="105" y="59"/>
                  </a:lnTo>
                  <a:cubicBezTo>
                    <a:pt x="129" y="35"/>
                    <a:pt x="104" y="0"/>
                    <a:pt x="7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24"/>
            <p:cNvSpPr/>
            <p:nvPr/>
          </p:nvSpPr>
          <p:spPr>
            <a:xfrm>
              <a:off x="5121875" y="146667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1" y="71"/>
                    <a:pt x="46" y="71"/>
                  </a:cubicBezTo>
                  <a:cubicBezTo>
                    <a:pt x="91" y="71"/>
                    <a:pt x="92" y="1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24"/>
            <p:cNvSpPr/>
            <p:nvPr/>
          </p:nvSpPr>
          <p:spPr>
            <a:xfrm>
              <a:off x="5587700" y="1467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8"/>
                    <a:pt x="90" y="138"/>
                  </a:cubicBezTo>
                  <a:cubicBezTo>
                    <a:pt x="91" y="138"/>
                    <a:pt x="91" y="138"/>
                    <a:pt x="92" y="138"/>
                  </a:cubicBezTo>
                  <a:cubicBezTo>
                    <a:pt x="178" y="138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24"/>
            <p:cNvSpPr/>
            <p:nvPr/>
          </p:nvSpPr>
          <p:spPr>
            <a:xfrm>
              <a:off x="4952550" y="1467600"/>
              <a:ext cx="3525" cy="5600"/>
            </a:xfrm>
            <a:custGeom>
              <a:avLst/>
              <a:gdLst/>
              <a:ahLst/>
              <a:cxnLst/>
              <a:rect l="l" t="t" r="r" b="b"/>
              <a:pathLst>
                <a:path w="141" h="224" extrusionOk="0">
                  <a:moveTo>
                    <a:pt x="71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156"/>
                  </a:lnTo>
                  <a:cubicBezTo>
                    <a:pt x="1" y="201"/>
                    <a:pt x="36" y="224"/>
                    <a:pt x="70" y="224"/>
                  </a:cubicBezTo>
                  <a:cubicBezTo>
                    <a:pt x="105" y="224"/>
                    <a:pt x="140" y="201"/>
                    <a:pt x="140" y="15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24"/>
            <p:cNvSpPr/>
            <p:nvPr/>
          </p:nvSpPr>
          <p:spPr>
            <a:xfrm>
              <a:off x="5694425" y="14680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60" y="0"/>
                  </a:moveTo>
                  <a:cubicBezTo>
                    <a:pt x="150" y="0"/>
                    <a:pt x="139" y="3"/>
                    <a:pt x="128" y="8"/>
                  </a:cubicBezTo>
                  <a:cubicBezTo>
                    <a:pt x="108" y="19"/>
                    <a:pt x="89" y="28"/>
                    <a:pt x="69" y="38"/>
                  </a:cubicBezTo>
                  <a:cubicBezTo>
                    <a:pt x="0" y="72"/>
                    <a:pt x="42" y="167"/>
                    <a:pt x="107" y="167"/>
                  </a:cubicBezTo>
                  <a:cubicBezTo>
                    <a:pt x="117" y="167"/>
                    <a:pt x="128" y="164"/>
                    <a:pt x="140" y="159"/>
                  </a:cubicBezTo>
                  <a:cubicBezTo>
                    <a:pt x="159" y="148"/>
                    <a:pt x="178" y="139"/>
                    <a:pt x="198" y="128"/>
                  </a:cubicBezTo>
                  <a:cubicBezTo>
                    <a:pt x="265" y="94"/>
                    <a:pt x="22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24"/>
            <p:cNvSpPr/>
            <p:nvPr/>
          </p:nvSpPr>
          <p:spPr>
            <a:xfrm>
              <a:off x="5177425" y="1468300"/>
              <a:ext cx="6875" cy="7125"/>
            </a:xfrm>
            <a:custGeom>
              <a:avLst/>
              <a:gdLst/>
              <a:ahLst/>
              <a:cxnLst/>
              <a:rect l="l" t="t" r="r" b="b"/>
              <a:pathLst>
                <a:path w="275" h="285" extrusionOk="0">
                  <a:moveTo>
                    <a:pt x="81" y="1"/>
                  </a:moveTo>
                  <a:cubicBezTo>
                    <a:pt x="61" y="1"/>
                    <a:pt x="42" y="8"/>
                    <a:pt x="29" y="21"/>
                  </a:cubicBezTo>
                  <a:cubicBezTo>
                    <a:pt x="0" y="49"/>
                    <a:pt x="4" y="90"/>
                    <a:pt x="29" y="120"/>
                  </a:cubicBezTo>
                  <a:cubicBezTo>
                    <a:pt x="69" y="167"/>
                    <a:pt x="109" y="216"/>
                    <a:pt x="148" y="265"/>
                  </a:cubicBezTo>
                  <a:cubicBezTo>
                    <a:pt x="159" y="278"/>
                    <a:pt x="177" y="284"/>
                    <a:pt x="195" y="284"/>
                  </a:cubicBezTo>
                  <a:cubicBezTo>
                    <a:pt x="214" y="284"/>
                    <a:pt x="234" y="277"/>
                    <a:pt x="247" y="265"/>
                  </a:cubicBezTo>
                  <a:cubicBezTo>
                    <a:pt x="275" y="236"/>
                    <a:pt x="271" y="195"/>
                    <a:pt x="247" y="166"/>
                  </a:cubicBezTo>
                  <a:cubicBezTo>
                    <a:pt x="206" y="118"/>
                    <a:pt x="166" y="69"/>
                    <a:pt x="128" y="21"/>
                  </a:cubicBezTo>
                  <a:cubicBezTo>
                    <a:pt x="116" y="7"/>
                    <a:pt x="98" y="1"/>
                    <a:pt x="8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24"/>
            <p:cNvSpPr/>
            <p:nvPr/>
          </p:nvSpPr>
          <p:spPr>
            <a:xfrm>
              <a:off x="6037875" y="1468500"/>
              <a:ext cx="6750" cy="5275"/>
            </a:xfrm>
            <a:custGeom>
              <a:avLst/>
              <a:gdLst/>
              <a:ahLst/>
              <a:cxnLst/>
              <a:rect l="l" t="t" r="r" b="b"/>
              <a:pathLst>
                <a:path w="270" h="211" extrusionOk="0">
                  <a:moveTo>
                    <a:pt x="135" y="1"/>
                  </a:moveTo>
                  <a:cubicBezTo>
                    <a:pt x="1" y="1"/>
                    <a:pt x="0" y="210"/>
                    <a:pt x="135" y="210"/>
                  </a:cubicBezTo>
                  <a:cubicBezTo>
                    <a:pt x="269" y="210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24"/>
            <p:cNvSpPr/>
            <p:nvPr/>
          </p:nvSpPr>
          <p:spPr>
            <a:xfrm>
              <a:off x="5891575" y="1468825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19" y="1"/>
                  </a:moveTo>
                  <a:cubicBezTo>
                    <a:pt x="110" y="1"/>
                    <a:pt x="101" y="2"/>
                    <a:pt x="92" y="4"/>
                  </a:cubicBezTo>
                  <a:cubicBezTo>
                    <a:pt x="40" y="19"/>
                    <a:pt x="0" y="79"/>
                    <a:pt x="19" y="133"/>
                  </a:cubicBezTo>
                  <a:cubicBezTo>
                    <a:pt x="28" y="162"/>
                    <a:pt x="37" y="192"/>
                    <a:pt x="47" y="221"/>
                  </a:cubicBezTo>
                  <a:cubicBezTo>
                    <a:pt x="63" y="266"/>
                    <a:pt x="102" y="297"/>
                    <a:pt x="148" y="297"/>
                  </a:cubicBezTo>
                  <a:cubicBezTo>
                    <a:pt x="157" y="297"/>
                    <a:pt x="166" y="296"/>
                    <a:pt x="176" y="293"/>
                  </a:cubicBezTo>
                  <a:cubicBezTo>
                    <a:pt x="227" y="280"/>
                    <a:pt x="267" y="220"/>
                    <a:pt x="248" y="166"/>
                  </a:cubicBezTo>
                  <a:cubicBezTo>
                    <a:pt x="239" y="136"/>
                    <a:pt x="228" y="107"/>
                    <a:pt x="220" y="77"/>
                  </a:cubicBezTo>
                  <a:cubicBezTo>
                    <a:pt x="204" y="33"/>
                    <a:pt x="165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24"/>
            <p:cNvSpPr/>
            <p:nvPr/>
          </p:nvSpPr>
          <p:spPr>
            <a:xfrm>
              <a:off x="6014825" y="14692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0" y="140"/>
                    <a:pt x="90" y="140"/>
                    <a:pt x="90" y="140"/>
                  </a:cubicBezTo>
                  <a:cubicBezTo>
                    <a:pt x="177" y="140"/>
                    <a:pt x="178" y="3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24"/>
            <p:cNvSpPr/>
            <p:nvPr/>
          </p:nvSpPr>
          <p:spPr>
            <a:xfrm>
              <a:off x="5982850" y="146980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10"/>
                    <a:pt x="135" y="210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269" y="210"/>
                    <a:pt x="270" y="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24"/>
            <p:cNvSpPr/>
            <p:nvPr/>
          </p:nvSpPr>
          <p:spPr>
            <a:xfrm>
              <a:off x="5677750" y="1469925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9" y="0"/>
                  </a:moveTo>
                  <a:cubicBezTo>
                    <a:pt x="34" y="0"/>
                    <a:pt x="1" y="22"/>
                    <a:pt x="4" y="67"/>
                  </a:cubicBezTo>
                  <a:cubicBezTo>
                    <a:pt x="9" y="154"/>
                    <a:pt x="45" y="236"/>
                    <a:pt x="112" y="293"/>
                  </a:cubicBezTo>
                  <a:cubicBezTo>
                    <a:pt x="127" y="305"/>
                    <a:pt x="145" y="312"/>
                    <a:pt x="164" y="312"/>
                  </a:cubicBezTo>
                  <a:cubicBezTo>
                    <a:pt x="180" y="312"/>
                    <a:pt x="197" y="306"/>
                    <a:pt x="211" y="293"/>
                  </a:cubicBezTo>
                  <a:cubicBezTo>
                    <a:pt x="236" y="268"/>
                    <a:pt x="241" y="217"/>
                    <a:pt x="211" y="194"/>
                  </a:cubicBezTo>
                  <a:cubicBezTo>
                    <a:pt x="170" y="161"/>
                    <a:pt x="144" y="119"/>
                    <a:pt x="142" y="67"/>
                  </a:cubicBezTo>
                  <a:cubicBezTo>
                    <a:pt x="140" y="22"/>
                    <a:pt x="104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24"/>
            <p:cNvSpPr/>
            <p:nvPr/>
          </p:nvSpPr>
          <p:spPr>
            <a:xfrm>
              <a:off x="5917750" y="1470475"/>
              <a:ext cx="7075" cy="5050"/>
            </a:xfrm>
            <a:custGeom>
              <a:avLst/>
              <a:gdLst/>
              <a:ahLst/>
              <a:cxnLst/>
              <a:rect l="l" t="t" r="r" b="b"/>
              <a:pathLst>
                <a:path w="283" h="202" extrusionOk="0">
                  <a:moveTo>
                    <a:pt x="188" y="0"/>
                  </a:moveTo>
                  <a:cubicBezTo>
                    <a:pt x="177" y="0"/>
                    <a:pt x="165" y="4"/>
                    <a:pt x="152" y="12"/>
                  </a:cubicBezTo>
                  <a:cubicBezTo>
                    <a:pt x="122" y="31"/>
                    <a:pt x="93" y="50"/>
                    <a:pt x="64" y="70"/>
                  </a:cubicBezTo>
                  <a:cubicBezTo>
                    <a:pt x="1" y="111"/>
                    <a:pt x="40" y="202"/>
                    <a:pt x="98" y="202"/>
                  </a:cubicBezTo>
                  <a:cubicBezTo>
                    <a:pt x="109" y="202"/>
                    <a:pt x="121" y="198"/>
                    <a:pt x="134" y="190"/>
                  </a:cubicBezTo>
                  <a:cubicBezTo>
                    <a:pt x="164" y="170"/>
                    <a:pt x="192" y="152"/>
                    <a:pt x="222" y="132"/>
                  </a:cubicBezTo>
                  <a:cubicBezTo>
                    <a:pt x="283" y="91"/>
                    <a:pt x="246" y="0"/>
                    <a:pt x="1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24"/>
            <p:cNvSpPr/>
            <p:nvPr/>
          </p:nvSpPr>
          <p:spPr>
            <a:xfrm>
              <a:off x="5429275" y="1470850"/>
              <a:ext cx="9575" cy="7450"/>
            </a:xfrm>
            <a:custGeom>
              <a:avLst/>
              <a:gdLst/>
              <a:ahLst/>
              <a:cxnLst/>
              <a:rect l="l" t="t" r="r" b="b"/>
              <a:pathLst>
                <a:path w="383" h="298" extrusionOk="0">
                  <a:moveTo>
                    <a:pt x="152" y="1"/>
                  </a:moveTo>
                  <a:cubicBezTo>
                    <a:pt x="72" y="1"/>
                    <a:pt x="1" y="105"/>
                    <a:pt x="74" y="178"/>
                  </a:cubicBezTo>
                  <a:lnTo>
                    <a:pt x="162" y="266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2" y="193"/>
                    <a:pt x="309" y="119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24"/>
            <p:cNvSpPr/>
            <p:nvPr/>
          </p:nvSpPr>
          <p:spPr>
            <a:xfrm>
              <a:off x="5524225" y="1471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5" y="0"/>
                  </a:moveTo>
                  <a:cubicBezTo>
                    <a:pt x="0" y="0"/>
                    <a:pt x="0" y="210"/>
                    <a:pt x="135" y="210"/>
                  </a:cubicBezTo>
                  <a:cubicBezTo>
                    <a:pt x="269" y="210"/>
                    <a:pt x="269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24"/>
            <p:cNvSpPr/>
            <p:nvPr/>
          </p:nvSpPr>
          <p:spPr>
            <a:xfrm>
              <a:off x="6069850" y="1471550"/>
              <a:ext cx="8100" cy="5950"/>
            </a:xfrm>
            <a:custGeom>
              <a:avLst/>
              <a:gdLst/>
              <a:ahLst/>
              <a:cxnLst/>
              <a:rect l="l" t="t" r="r" b="b"/>
              <a:pathLst>
                <a:path w="324" h="238" extrusionOk="0">
                  <a:moveTo>
                    <a:pt x="151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2" y="238"/>
                    <a:pt x="323" y="134"/>
                    <a:pt x="251" y="60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24"/>
            <p:cNvSpPr/>
            <p:nvPr/>
          </p:nvSpPr>
          <p:spPr>
            <a:xfrm>
              <a:off x="5253300" y="147287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6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5" y="192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24"/>
            <p:cNvSpPr/>
            <p:nvPr/>
          </p:nvSpPr>
          <p:spPr>
            <a:xfrm>
              <a:off x="5834675" y="1473175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1"/>
                  </a:moveTo>
                  <a:cubicBezTo>
                    <a:pt x="53" y="1"/>
                    <a:pt x="1" y="34"/>
                    <a:pt x="1" y="102"/>
                  </a:cubicBezTo>
                  <a:lnTo>
                    <a:pt x="1" y="160"/>
                  </a:lnTo>
                  <a:cubicBezTo>
                    <a:pt x="1" y="227"/>
                    <a:pt x="53" y="260"/>
                    <a:pt x="105" y="260"/>
                  </a:cubicBezTo>
                  <a:cubicBezTo>
                    <a:pt x="157" y="260"/>
                    <a:pt x="209" y="227"/>
                    <a:pt x="209" y="160"/>
                  </a:cubicBezTo>
                  <a:lnTo>
                    <a:pt x="209" y="102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24"/>
            <p:cNvSpPr/>
            <p:nvPr/>
          </p:nvSpPr>
          <p:spPr>
            <a:xfrm>
              <a:off x="5223475" y="1473300"/>
              <a:ext cx="6525" cy="6650"/>
            </a:xfrm>
            <a:custGeom>
              <a:avLst/>
              <a:gdLst/>
              <a:ahLst/>
              <a:cxnLst/>
              <a:rect l="l" t="t" r="r" b="b"/>
              <a:pathLst>
                <a:path w="261" h="266" extrusionOk="0">
                  <a:moveTo>
                    <a:pt x="146" y="0"/>
                  </a:moveTo>
                  <a:cubicBezTo>
                    <a:pt x="109" y="0"/>
                    <a:pt x="72" y="18"/>
                    <a:pt x="55" y="51"/>
                  </a:cubicBezTo>
                  <a:cubicBezTo>
                    <a:pt x="45" y="71"/>
                    <a:pt x="37" y="91"/>
                    <a:pt x="26" y="109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79" y="261"/>
                    <a:pt x="97" y="266"/>
                    <a:pt x="115" y="266"/>
                  </a:cubicBezTo>
                  <a:cubicBezTo>
                    <a:pt x="152" y="266"/>
                    <a:pt x="188" y="248"/>
                    <a:pt x="206" y="215"/>
                  </a:cubicBezTo>
                  <a:cubicBezTo>
                    <a:pt x="216" y="195"/>
                    <a:pt x="225" y="176"/>
                    <a:pt x="236" y="156"/>
                  </a:cubicBezTo>
                  <a:cubicBezTo>
                    <a:pt x="260" y="106"/>
                    <a:pt x="249" y="44"/>
                    <a:pt x="198" y="14"/>
                  </a:cubicBezTo>
                  <a:cubicBezTo>
                    <a:pt x="183" y="5"/>
                    <a:pt x="164" y="0"/>
                    <a:pt x="1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24"/>
            <p:cNvSpPr/>
            <p:nvPr/>
          </p:nvSpPr>
          <p:spPr>
            <a:xfrm>
              <a:off x="4921250" y="1473925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3" y="1"/>
                  </a:moveTo>
                  <a:cubicBezTo>
                    <a:pt x="73" y="1"/>
                    <a:pt x="1" y="105"/>
                    <a:pt x="74" y="177"/>
                  </a:cubicBezTo>
                  <a:lnTo>
                    <a:pt x="104" y="208"/>
                  </a:lnTo>
                  <a:cubicBezTo>
                    <a:pt x="125" y="230"/>
                    <a:pt x="150" y="239"/>
                    <a:pt x="174" y="239"/>
                  </a:cubicBezTo>
                  <a:cubicBezTo>
                    <a:pt x="253" y="239"/>
                    <a:pt x="325" y="135"/>
                    <a:pt x="252" y="61"/>
                  </a:cubicBezTo>
                  <a:lnTo>
                    <a:pt x="222" y="31"/>
                  </a:lnTo>
                  <a:cubicBezTo>
                    <a:pt x="200" y="10"/>
                    <a:pt x="176" y="1"/>
                    <a:pt x="1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24"/>
            <p:cNvSpPr/>
            <p:nvPr/>
          </p:nvSpPr>
          <p:spPr>
            <a:xfrm>
              <a:off x="5085925" y="1474675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5" y="0"/>
                  </a:moveTo>
                  <a:cubicBezTo>
                    <a:pt x="1" y="0"/>
                    <a:pt x="1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24"/>
            <p:cNvSpPr/>
            <p:nvPr/>
          </p:nvSpPr>
          <p:spPr>
            <a:xfrm>
              <a:off x="5484275" y="1474725"/>
              <a:ext cx="8900" cy="6675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204" y="0"/>
                  </a:moveTo>
                  <a:cubicBezTo>
                    <a:pt x="180" y="0"/>
                    <a:pt x="156" y="9"/>
                    <a:pt x="134" y="30"/>
                  </a:cubicBezTo>
                  <a:cubicBezTo>
                    <a:pt x="116" y="50"/>
                    <a:pt x="96" y="70"/>
                    <a:pt x="75" y="88"/>
                  </a:cubicBezTo>
                  <a:cubicBezTo>
                    <a:pt x="1" y="162"/>
                    <a:pt x="73" y="267"/>
                    <a:pt x="153" y="267"/>
                  </a:cubicBezTo>
                  <a:cubicBezTo>
                    <a:pt x="176" y="267"/>
                    <a:pt x="200" y="258"/>
                    <a:pt x="222" y="237"/>
                  </a:cubicBezTo>
                  <a:cubicBezTo>
                    <a:pt x="241" y="217"/>
                    <a:pt x="261" y="197"/>
                    <a:pt x="282" y="179"/>
                  </a:cubicBezTo>
                  <a:cubicBezTo>
                    <a:pt x="355" y="105"/>
                    <a:pt x="284" y="0"/>
                    <a:pt x="2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9" name="Google Shape;25909;p24"/>
            <p:cNvSpPr/>
            <p:nvPr/>
          </p:nvSpPr>
          <p:spPr>
            <a:xfrm>
              <a:off x="5215150" y="1474850"/>
              <a:ext cx="4975" cy="5550"/>
            </a:xfrm>
            <a:custGeom>
              <a:avLst/>
              <a:gdLst/>
              <a:ahLst/>
              <a:cxnLst/>
              <a:rect l="l" t="t" r="r" b="b"/>
              <a:pathLst>
                <a:path w="199" h="222" extrusionOk="0">
                  <a:moveTo>
                    <a:pt x="114" y="1"/>
                  </a:moveTo>
                  <a:cubicBezTo>
                    <a:pt x="87" y="1"/>
                    <a:pt x="59" y="15"/>
                    <a:pt x="48" y="48"/>
                  </a:cubicBezTo>
                  <a:cubicBezTo>
                    <a:pt x="38" y="78"/>
                    <a:pt x="29" y="107"/>
                    <a:pt x="18" y="137"/>
                  </a:cubicBezTo>
                  <a:cubicBezTo>
                    <a:pt x="1" y="188"/>
                    <a:pt x="43" y="222"/>
                    <a:pt x="85" y="222"/>
                  </a:cubicBezTo>
                  <a:cubicBezTo>
                    <a:pt x="113" y="222"/>
                    <a:pt x="141" y="208"/>
                    <a:pt x="152" y="175"/>
                  </a:cubicBezTo>
                  <a:cubicBezTo>
                    <a:pt x="161" y="145"/>
                    <a:pt x="171" y="117"/>
                    <a:pt x="181" y="87"/>
                  </a:cubicBezTo>
                  <a:cubicBezTo>
                    <a:pt x="199" y="35"/>
                    <a:pt x="157" y="1"/>
                    <a:pt x="11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0" name="Google Shape;25910;p24"/>
            <p:cNvSpPr/>
            <p:nvPr/>
          </p:nvSpPr>
          <p:spPr>
            <a:xfrm>
              <a:off x="5287425" y="1475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0" y="142"/>
                    <a:pt x="35" y="165"/>
                    <a:pt x="69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24"/>
            <p:cNvSpPr/>
            <p:nvPr/>
          </p:nvSpPr>
          <p:spPr>
            <a:xfrm>
              <a:off x="4974050" y="1475700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24"/>
            <p:cNvSpPr/>
            <p:nvPr/>
          </p:nvSpPr>
          <p:spPr>
            <a:xfrm>
              <a:off x="5052850" y="1476075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5"/>
                    <a:pt x="15" y="53"/>
                  </a:cubicBezTo>
                  <a:cubicBezTo>
                    <a:pt x="25" y="73"/>
                    <a:pt x="35" y="91"/>
                    <a:pt x="45" y="111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5" y="129"/>
                    <a:pt x="118" y="104"/>
                    <a:pt x="104" y="76"/>
                  </a:cubicBezTo>
                  <a:cubicBezTo>
                    <a:pt x="94" y="57"/>
                    <a:pt x="86" y="38"/>
                    <a:pt x="75" y="18"/>
                  </a:cubicBezTo>
                  <a:cubicBezTo>
                    <a:pt x="69" y="5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24"/>
            <p:cNvSpPr/>
            <p:nvPr/>
          </p:nvSpPr>
          <p:spPr>
            <a:xfrm>
              <a:off x="5350125" y="1476725"/>
              <a:ext cx="5675" cy="4225"/>
            </a:xfrm>
            <a:custGeom>
              <a:avLst/>
              <a:gdLst/>
              <a:ahLst/>
              <a:cxnLst/>
              <a:rect l="l" t="t" r="r" b="b"/>
              <a:pathLst>
                <a:path w="227" h="169" extrusionOk="0">
                  <a:moveTo>
                    <a:pt x="126" y="0"/>
                  </a:moveTo>
                  <a:cubicBezTo>
                    <a:pt x="110" y="0"/>
                    <a:pt x="94" y="6"/>
                    <a:pt x="80" y="21"/>
                  </a:cubicBezTo>
                  <a:lnTo>
                    <a:pt x="50" y="50"/>
                  </a:lnTo>
                  <a:cubicBezTo>
                    <a:pt x="1" y="98"/>
                    <a:pt x="49" y="168"/>
                    <a:pt x="102" y="168"/>
                  </a:cubicBezTo>
                  <a:cubicBezTo>
                    <a:pt x="118" y="168"/>
                    <a:pt x="134" y="162"/>
                    <a:pt x="148" y="148"/>
                  </a:cubicBezTo>
                  <a:lnTo>
                    <a:pt x="178" y="119"/>
                  </a:lnTo>
                  <a:cubicBezTo>
                    <a:pt x="227" y="70"/>
                    <a:pt x="179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24"/>
            <p:cNvSpPr/>
            <p:nvPr/>
          </p:nvSpPr>
          <p:spPr>
            <a:xfrm>
              <a:off x="5255325" y="14777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2" y="0"/>
                  </a:moveTo>
                  <a:cubicBezTo>
                    <a:pt x="92" y="0"/>
                    <a:pt x="71" y="11"/>
                    <a:pt x="59" y="36"/>
                  </a:cubicBezTo>
                  <a:cubicBezTo>
                    <a:pt x="48" y="55"/>
                    <a:pt x="39" y="74"/>
                    <a:pt x="29" y="94"/>
                  </a:cubicBezTo>
                  <a:cubicBezTo>
                    <a:pt x="1" y="148"/>
                    <a:pt x="49" y="199"/>
                    <a:pt x="94" y="199"/>
                  </a:cubicBezTo>
                  <a:cubicBezTo>
                    <a:pt x="115" y="199"/>
                    <a:pt x="135" y="189"/>
                    <a:pt x="148" y="163"/>
                  </a:cubicBezTo>
                  <a:cubicBezTo>
                    <a:pt x="158" y="145"/>
                    <a:pt x="169" y="125"/>
                    <a:pt x="178" y="105"/>
                  </a:cubicBezTo>
                  <a:cubicBezTo>
                    <a:pt x="206" y="51"/>
                    <a:pt x="158" y="0"/>
                    <a:pt x="11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24"/>
            <p:cNvSpPr/>
            <p:nvPr/>
          </p:nvSpPr>
          <p:spPr>
            <a:xfrm>
              <a:off x="5666325" y="147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180" y="140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24"/>
            <p:cNvSpPr/>
            <p:nvPr/>
          </p:nvSpPr>
          <p:spPr>
            <a:xfrm>
              <a:off x="5639175" y="147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1"/>
                  </a:moveTo>
                  <a:cubicBezTo>
                    <a:pt x="2" y="1"/>
                    <a:pt x="0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ubicBezTo>
                    <a:pt x="90" y="1"/>
                    <a:pt x="9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24"/>
            <p:cNvSpPr/>
            <p:nvPr/>
          </p:nvSpPr>
          <p:spPr>
            <a:xfrm>
              <a:off x="4985775" y="147937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19" y="140"/>
                  </a:lnTo>
                  <a:cubicBezTo>
                    <a:pt x="209" y="140"/>
                    <a:pt x="209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24"/>
            <p:cNvSpPr/>
            <p:nvPr/>
          </p:nvSpPr>
          <p:spPr>
            <a:xfrm>
              <a:off x="5880275" y="14807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24"/>
            <p:cNvSpPr/>
            <p:nvPr/>
          </p:nvSpPr>
          <p:spPr>
            <a:xfrm>
              <a:off x="5717250" y="14818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0" y="0"/>
                  </a:moveTo>
                  <a:cubicBezTo>
                    <a:pt x="24" y="0"/>
                    <a:pt x="0" y="35"/>
                    <a:pt x="24" y="60"/>
                  </a:cubicBezTo>
                  <a:cubicBezTo>
                    <a:pt x="42" y="79"/>
                    <a:pt x="63" y="99"/>
                    <a:pt x="82" y="118"/>
                  </a:cubicBezTo>
                  <a:cubicBezTo>
                    <a:pt x="89" y="126"/>
                    <a:pt x="98" y="128"/>
                    <a:pt x="105" y="128"/>
                  </a:cubicBezTo>
                  <a:cubicBezTo>
                    <a:pt x="132" y="128"/>
                    <a:pt x="156" y="94"/>
                    <a:pt x="132" y="69"/>
                  </a:cubicBezTo>
                  <a:lnTo>
                    <a:pt x="73" y="11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24"/>
            <p:cNvSpPr/>
            <p:nvPr/>
          </p:nvSpPr>
          <p:spPr>
            <a:xfrm>
              <a:off x="5307400" y="1482275"/>
              <a:ext cx="8200" cy="6675"/>
            </a:xfrm>
            <a:custGeom>
              <a:avLst/>
              <a:gdLst/>
              <a:ahLst/>
              <a:cxnLst/>
              <a:rect l="l" t="t" r="r" b="b"/>
              <a:pathLst>
                <a:path w="328" h="267" extrusionOk="0">
                  <a:moveTo>
                    <a:pt x="123" y="0"/>
                  </a:moveTo>
                  <a:cubicBezTo>
                    <a:pt x="86" y="0"/>
                    <a:pt x="48" y="21"/>
                    <a:pt x="29" y="53"/>
                  </a:cubicBezTo>
                  <a:cubicBezTo>
                    <a:pt x="0" y="102"/>
                    <a:pt x="19" y="164"/>
                    <a:pt x="68" y="195"/>
                  </a:cubicBezTo>
                  <a:cubicBezTo>
                    <a:pt x="97" y="214"/>
                    <a:pt x="126" y="234"/>
                    <a:pt x="156" y="253"/>
                  </a:cubicBezTo>
                  <a:cubicBezTo>
                    <a:pt x="171" y="262"/>
                    <a:pt x="188" y="267"/>
                    <a:pt x="205" y="267"/>
                  </a:cubicBezTo>
                  <a:cubicBezTo>
                    <a:pt x="242" y="267"/>
                    <a:pt x="279" y="247"/>
                    <a:pt x="298" y="215"/>
                  </a:cubicBezTo>
                  <a:cubicBezTo>
                    <a:pt x="328" y="165"/>
                    <a:pt x="308" y="105"/>
                    <a:pt x="260" y="73"/>
                  </a:cubicBezTo>
                  <a:cubicBezTo>
                    <a:pt x="230" y="54"/>
                    <a:pt x="202" y="34"/>
                    <a:pt x="172" y="14"/>
                  </a:cubicBezTo>
                  <a:cubicBezTo>
                    <a:pt x="158" y="5"/>
                    <a:pt x="141" y="0"/>
                    <a:pt x="12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24"/>
            <p:cNvSpPr/>
            <p:nvPr/>
          </p:nvSpPr>
          <p:spPr>
            <a:xfrm>
              <a:off x="5996875" y="1482475"/>
              <a:ext cx="10850" cy="10025"/>
            </a:xfrm>
            <a:custGeom>
              <a:avLst/>
              <a:gdLst/>
              <a:ahLst/>
              <a:cxnLst/>
              <a:rect l="l" t="t" r="r" b="b"/>
              <a:pathLst>
                <a:path w="434" h="401" extrusionOk="0">
                  <a:moveTo>
                    <a:pt x="334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7" y="108"/>
                    <a:pt x="128" y="195"/>
                    <a:pt x="47" y="280"/>
                  </a:cubicBezTo>
                  <a:cubicBezTo>
                    <a:pt x="1" y="330"/>
                    <a:pt x="47" y="400"/>
                    <a:pt x="99" y="400"/>
                  </a:cubicBezTo>
                  <a:cubicBezTo>
                    <a:pt x="114" y="400"/>
                    <a:pt x="131" y="394"/>
                    <a:pt x="145" y="378"/>
                  </a:cubicBezTo>
                  <a:cubicBezTo>
                    <a:pt x="226" y="293"/>
                    <a:pt x="306" y="206"/>
                    <a:pt x="387" y="120"/>
                  </a:cubicBezTo>
                  <a:cubicBezTo>
                    <a:pt x="434" y="71"/>
                    <a:pt x="386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24"/>
            <p:cNvSpPr/>
            <p:nvPr/>
          </p:nvSpPr>
          <p:spPr>
            <a:xfrm>
              <a:off x="5115525" y="1483350"/>
              <a:ext cx="9625" cy="752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123" y="1"/>
                  </a:moveTo>
                  <a:cubicBezTo>
                    <a:pt x="86" y="1"/>
                    <a:pt x="49" y="20"/>
                    <a:pt x="31" y="52"/>
                  </a:cubicBezTo>
                  <a:cubicBezTo>
                    <a:pt x="1" y="103"/>
                    <a:pt x="21" y="165"/>
                    <a:pt x="68" y="194"/>
                  </a:cubicBezTo>
                  <a:cubicBezTo>
                    <a:pt x="117" y="225"/>
                    <a:pt x="165" y="256"/>
                    <a:pt x="212" y="286"/>
                  </a:cubicBezTo>
                  <a:cubicBezTo>
                    <a:pt x="228" y="296"/>
                    <a:pt x="245" y="300"/>
                    <a:pt x="262" y="300"/>
                  </a:cubicBezTo>
                  <a:cubicBezTo>
                    <a:pt x="299" y="300"/>
                    <a:pt x="336" y="281"/>
                    <a:pt x="355" y="249"/>
                  </a:cubicBezTo>
                  <a:cubicBezTo>
                    <a:pt x="384" y="198"/>
                    <a:pt x="365" y="136"/>
                    <a:pt x="317" y="106"/>
                  </a:cubicBezTo>
                  <a:cubicBezTo>
                    <a:pt x="269" y="75"/>
                    <a:pt x="222" y="44"/>
                    <a:pt x="174" y="15"/>
                  </a:cubicBezTo>
                  <a:cubicBezTo>
                    <a:pt x="158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24"/>
            <p:cNvSpPr/>
            <p:nvPr/>
          </p:nvSpPr>
          <p:spPr>
            <a:xfrm>
              <a:off x="5348150" y="14833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70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24"/>
            <p:cNvSpPr/>
            <p:nvPr/>
          </p:nvSpPr>
          <p:spPr>
            <a:xfrm>
              <a:off x="5729175" y="1483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6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24"/>
            <p:cNvSpPr/>
            <p:nvPr/>
          </p:nvSpPr>
          <p:spPr>
            <a:xfrm>
              <a:off x="5675725" y="1484100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6" y="0"/>
                  </a:moveTo>
                  <a:cubicBezTo>
                    <a:pt x="50" y="0"/>
                    <a:pt x="1" y="51"/>
                    <a:pt x="29" y="105"/>
                  </a:cubicBezTo>
                  <a:cubicBezTo>
                    <a:pt x="39" y="125"/>
                    <a:pt x="48" y="143"/>
                    <a:pt x="59" y="163"/>
                  </a:cubicBezTo>
                  <a:cubicBezTo>
                    <a:pt x="71" y="188"/>
                    <a:pt x="92" y="199"/>
                    <a:pt x="112" y="199"/>
                  </a:cubicBezTo>
                  <a:cubicBezTo>
                    <a:pt x="158" y="199"/>
                    <a:pt x="205" y="149"/>
                    <a:pt x="179" y="94"/>
                  </a:cubicBezTo>
                  <a:cubicBezTo>
                    <a:pt x="168" y="74"/>
                    <a:pt x="159" y="54"/>
                    <a:pt x="149" y="35"/>
                  </a:cubicBezTo>
                  <a:cubicBezTo>
                    <a:pt x="137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24"/>
            <p:cNvSpPr/>
            <p:nvPr/>
          </p:nvSpPr>
          <p:spPr>
            <a:xfrm>
              <a:off x="5302900" y="1484700"/>
              <a:ext cx="7525" cy="7075"/>
            </a:xfrm>
            <a:custGeom>
              <a:avLst/>
              <a:gdLst/>
              <a:ahLst/>
              <a:cxnLst/>
              <a:rect l="l" t="t" r="r" b="b"/>
              <a:pathLst>
                <a:path w="301" h="283" extrusionOk="0">
                  <a:moveTo>
                    <a:pt x="84" y="0"/>
                  </a:moveTo>
                  <a:cubicBezTo>
                    <a:pt x="43" y="0"/>
                    <a:pt x="0" y="34"/>
                    <a:pt x="15" y="86"/>
                  </a:cubicBezTo>
                  <a:cubicBezTo>
                    <a:pt x="35" y="168"/>
                    <a:pt x="89" y="237"/>
                    <a:pt x="165" y="274"/>
                  </a:cubicBezTo>
                  <a:cubicBezTo>
                    <a:pt x="176" y="280"/>
                    <a:pt x="187" y="282"/>
                    <a:pt x="198" y="282"/>
                  </a:cubicBezTo>
                  <a:cubicBezTo>
                    <a:pt x="259" y="282"/>
                    <a:pt x="301" y="190"/>
                    <a:pt x="233" y="155"/>
                  </a:cubicBezTo>
                  <a:cubicBezTo>
                    <a:pt x="189" y="133"/>
                    <a:pt x="160" y="98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24"/>
            <p:cNvSpPr/>
            <p:nvPr/>
          </p:nvSpPr>
          <p:spPr>
            <a:xfrm>
              <a:off x="5158350" y="1485000"/>
              <a:ext cx="5525" cy="7175"/>
            </a:xfrm>
            <a:custGeom>
              <a:avLst/>
              <a:gdLst/>
              <a:ahLst/>
              <a:cxnLst/>
              <a:rect l="l" t="t" r="r" b="b"/>
              <a:pathLst>
                <a:path w="221" h="287" extrusionOk="0">
                  <a:moveTo>
                    <a:pt x="80" y="0"/>
                  </a:moveTo>
                  <a:cubicBezTo>
                    <a:pt x="75" y="0"/>
                    <a:pt x="69" y="1"/>
                    <a:pt x="63" y="3"/>
                  </a:cubicBezTo>
                  <a:cubicBezTo>
                    <a:pt x="29" y="12"/>
                    <a:pt x="1" y="54"/>
                    <a:pt x="13" y="89"/>
                  </a:cubicBezTo>
                  <a:cubicBezTo>
                    <a:pt x="33" y="138"/>
                    <a:pt x="52" y="186"/>
                    <a:pt x="72" y="235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5"/>
                    <a:pt x="220" y="234"/>
                    <a:pt x="207" y="199"/>
                  </a:cubicBezTo>
                  <a:cubicBezTo>
                    <a:pt x="187" y="149"/>
                    <a:pt x="167" y="100"/>
                    <a:pt x="148" y="53"/>
                  </a:cubicBezTo>
                  <a:cubicBezTo>
                    <a:pt x="136" y="23"/>
                    <a:pt x="111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24"/>
            <p:cNvSpPr/>
            <p:nvPr/>
          </p:nvSpPr>
          <p:spPr>
            <a:xfrm>
              <a:off x="5803475" y="1486075"/>
              <a:ext cx="8025" cy="6075"/>
            </a:xfrm>
            <a:custGeom>
              <a:avLst/>
              <a:gdLst/>
              <a:ahLst/>
              <a:cxnLst/>
              <a:rect l="l" t="t" r="r" b="b"/>
              <a:pathLst>
                <a:path w="321" h="243" extrusionOk="0">
                  <a:moveTo>
                    <a:pt x="205" y="0"/>
                  </a:moveTo>
                  <a:cubicBezTo>
                    <a:pt x="196" y="0"/>
                    <a:pt x="186" y="2"/>
                    <a:pt x="177" y="5"/>
                  </a:cubicBezTo>
                  <a:cubicBezTo>
                    <a:pt x="147" y="16"/>
                    <a:pt x="119" y="26"/>
                    <a:pt x="89" y="36"/>
                  </a:cubicBezTo>
                  <a:cubicBezTo>
                    <a:pt x="36" y="54"/>
                    <a:pt x="1" y="108"/>
                    <a:pt x="16" y="165"/>
                  </a:cubicBezTo>
                  <a:cubicBezTo>
                    <a:pt x="28" y="208"/>
                    <a:pt x="72" y="242"/>
                    <a:pt x="117" y="242"/>
                  </a:cubicBezTo>
                  <a:cubicBezTo>
                    <a:pt x="126" y="242"/>
                    <a:pt x="136" y="241"/>
                    <a:pt x="145" y="237"/>
                  </a:cubicBezTo>
                  <a:cubicBezTo>
                    <a:pt x="175" y="225"/>
                    <a:pt x="204" y="217"/>
                    <a:pt x="233" y="206"/>
                  </a:cubicBezTo>
                  <a:cubicBezTo>
                    <a:pt x="286" y="188"/>
                    <a:pt x="321" y="135"/>
                    <a:pt x="305" y="78"/>
                  </a:cubicBezTo>
                  <a:cubicBezTo>
                    <a:pt x="293" y="35"/>
                    <a:pt x="250" y="0"/>
                    <a:pt x="2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24"/>
            <p:cNvSpPr/>
            <p:nvPr/>
          </p:nvSpPr>
          <p:spPr>
            <a:xfrm>
              <a:off x="5396200" y="1486150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47" y="0"/>
                  </a:moveTo>
                  <a:cubicBezTo>
                    <a:pt x="110" y="0"/>
                    <a:pt x="73" y="18"/>
                    <a:pt x="56" y="51"/>
                  </a:cubicBezTo>
                  <a:cubicBezTo>
                    <a:pt x="46" y="71"/>
                    <a:pt x="36" y="90"/>
                    <a:pt x="26" y="110"/>
                  </a:cubicBezTo>
                  <a:cubicBezTo>
                    <a:pt x="0" y="160"/>
                    <a:pt x="12" y="222"/>
                    <a:pt x="64" y="252"/>
                  </a:cubicBezTo>
                  <a:cubicBezTo>
                    <a:pt x="80" y="261"/>
                    <a:pt x="98" y="266"/>
                    <a:pt x="117" y="266"/>
                  </a:cubicBezTo>
                  <a:cubicBezTo>
                    <a:pt x="153" y="266"/>
                    <a:pt x="189" y="248"/>
                    <a:pt x="206" y="215"/>
                  </a:cubicBezTo>
                  <a:cubicBezTo>
                    <a:pt x="217" y="195"/>
                    <a:pt x="226" y="175"/>
                    <a:pt x="236" y="157"/>
                  </a:cubicBezTo>
                  <a:cubicBezTo>
                    <a:pt x="261" y="106"/>
                    <a:pt x="249" y="44"/>
                    <a:pt x="199" y="14"/>
                  </a:cubicBezTo>
                  <a:cubicBezTo>
                    <a:pt x="183" y="5"/>
                    <a:pt x="165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24"/>
            <p:cNvSpPr/>
            <p:nvPr/>
          </p:nvSpPr>
          <p:spPr>
            <a:xfrm>
              <a:off x="5498875" y="1486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8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79" y="140"/>
                    <a:pt x="179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24"/>
            <p:cNvSpPr/>
            <p:nvPr/>
          </p:nvSpPr>
          <p:spPr>
            <a:xfrm>
              <a:off x="6086975" y="148780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5" y="1"/>
                  </a:moveTo>
                  <a:cubicBezTo>
                    <a:pt x="53" y="1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24"/>
            <p:cNvSpPr/>
            <p:nvPr/>
          </p:nvSpPr>
          <p:spPr>
            <a:xfrm>
              <a:off x="5782575" y="1488450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0"/>
                  </a:moveTo>
                  <a:cubicBezTo>
                    <a:pt x="52" y="0"/>
                    <a:pt x="1" y="34"/>
                    <a:pt x="1" y="101"/>
                  </a:cubicBezTo>
                  <a:lnTo>
                    <a:pt x="1" y="130"/>
                  </a:lnTo>
                  <a:cubicBezTo>
                    <a:pt x="1" y="197"/>
                    <a:pt x="53" y="231"/>
                    <a:pt x="105" y="231"/>
                  </a:cubicBezTo>
                  <a:cubicBezTo>
                    <a:pt x="157" y="231"/>
                    <a:pt x="209" y="197"/>
                    <a:pt x="209" y="130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24"/>
            <p:cNvSpPr/>
            <p:nvPr/>
          </p:nvSpPr>
          <p:spPr>
            <a:xfrm>
              <a:off x="5362950" y="1489100"/>
              <a:ext cx="6400" cy="5000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107" y="179"/>
                  </a:lnTo>
                  <a:cubicBezTo>
                    <a:pt x="122" y="193"/>
                    <a:pt x="138" y="199"/>
                    <a:pt x="154" y="199"/>
                  </a:cubicBezTo>
                  <a:cubicBezTo>
                    <a:pt x="208" y="199"/>
                    <a:pt x="256" y="129"/>
                    <a:pt x="206" y="80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24"/>
            <p:cNvSpPr/>
            <p:nvPr/>
          </p:nvSpPr>
          <p:spPr>
            <a:xfrm>
              <a:off x="5009950" y="14897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24"/>
            <p:cNvSpPr/>
            <p:nvPr/>
          </p:nvSpPr>
          <p:spPr>
            <a:xfrm>
              <a:off x="5965600" y="148972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24"/>
            <p:cNvSpPr/>
            <p:nvPr/>
          </p:nvSpPr>
          <p:spPr>
            <a:xfrm>
              <a:off x="5091675" y="1490100"/>
              <a:ext cx="3200" cy="2475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50" y="0"/>
                  </a:moveTo>
                  <a:cubicBezTo>
                    <a:pt x="24" y="0"/>
                    <a:pt x="1" y="34"/>
                    <a:pt x="25" y="59"/>
                  </a:cubicBezTo>
                  <a:lnTo>
                    <a:pt x="54" y="89"/>
                  </a:lnTo>
                  <a:cubicBezTo>
                    <a:pt x="61" y="96"/>
                    <a:pt x="69" y="99"/>
                    <a:pt x="76" y="99"/>
                  </a:cubicBezTo>
                  <a:cubicBezTo>
                    <a:pt x="103" y="99"/>
                    <a:pt x="127" y="64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24"/>
            <p:cNvSpPr/>
            <p:nvPr/>
          </p:nvSpPr>
          <p:spPr>
            <a:xfrm>
              <a:off x="6050425" y="1490650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24"/>
            <p:cNvSpPr/>
            <p:nvPr/>
          </p:nvSpPr>
          <p:spPr>
            <a:xfrm>
              <a:off x="4942500" y="1492325"/>
              <a:ext cx="8075" cy="5975"/>
            </a:xfrm>
            <a:custGeom>
              <a:avLst/>
              <a:gdLst/>
              <a:ahLst/>
              <a:cxnLst/>
              <a:rect l="l" t="t" r="r" b="b"/>
              <a:pathLst>
                <a:path w="323" h="239" extrusionOk="0">
                  <a:moveTo>
                    <a:pt x="172" y="1"/>
                  </a:moveTo>
                  <a:cubicBezTo>
                    <a:pt x="149" y="1"/>
                    <a:pt x="125" y="10"/>
                    <a:pt x="103" y="31"/>
                  </a:cubicBezTo>
                  <a:cubicBezTo>
                    <a:pt x="93" y="41"/>
                    <a:pt x="83" y="51"/>
                    <a:pt x="73" y="61"/>
                  </a:cubicBezTo>
                  <a:cubicBezTo>
                    <a:pt x="0" y="134"/>
                    <a:pt x="71" y="239"/>
                    <a:pt x="151" y="239"/>
                  </a:cubicBezTo>
                  <a:cubicBezTo>
                    <a:pt x="175" y="239"/>
                    <a:pt x="199" y="230"/>
                    <a:pt x="220" y="208"/>
                  </a:cubicBezTo>
                  <a:lnTo>
                    <a:pt x="249" y="179"/>
                  </a:lnTo>
                  <a:cubicBezTo>
                    <a:pt x="322" y="105"/>
                    <a:pt x="252" y="1"/>
                    <a:pt x="17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24"/>
            <p:cNvSpPr/>
            <p:nvPr/>
          </p:nvSpPr>
          <p:spPr>
            <a:xfrm>
              <a:off x="5666800" y="149255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09" y="1"/>
                    <a:pt x="93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1" y="170"/>
                  </a:cubicBezTo>
                  <a:cubicBezTo>
                    <a:pt x="117" y="170"/>
                    <a:pt x="133" y="164"/>
                    <a:pt x="147" y="149"/>
                  </a:cubicBezTo>
                  <a:lnTo>
                    <a:pt x="177" y="119"/>
                  </a:lnTo>
                  <a:cubicBezTo>
                    <a:pt x="226" y="71"/>
                    <a:pt x="178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24"/>
            <p:cNvSpPr/>
            <p:nvPr/>
          </p:nvSpPr>
          <p:spPr>
            <a:xfrm>
              <a:off x="5036125" y="1492825"/>
              <a:ext cx="3500" cy="4800"/>
            </a:xfrm>
            <a:custGeom>
              <a:avLst/>
              <a:gdLst/>
              <a:ahLst/>
              <a:cxnLst/>
              <a:rect l="l" t="t" r="r" b="b"/>
              <a:pathLst>
                <a:path w="140" h="192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70" y="192"/>
                  </a:cubicBezTo>
                  <a:cubicBezTo>
                    <a:pt x="104" y="192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2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24"/>
            <p:cNvSpPr/>
            <p:nvPr/>
          </p:nvSpPr>
          <p:spPr>
            <a:xfrm>
              <a:off x="5940975" y="1493200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7"/>
                    <a:pt x="135" y="208"/>
                  </a:cubicBezTo>
                  <a:cubicBezTo>
                    <a:pt x="270" y="208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24"/>
            <p:cNvSpPr/>
            <p:nvPr/>
          </p:nvSpPr>
          <p:spPr>
            <a:xfrm>
              <a:off x="5264975" y="1493425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1"/>
                    <a:pt x="36" y="164"/>
                    <a:pt x="71" y="164"/>
                  </a:cubicBezTo>
                  <a:cubicBezTo>
                    <a:pt x="106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24"/>
            <p:cNvSpPr/>
            <p:nvPr/>
          </p:nvSpPr>
          <p:spPr>
            <a:xfrm>
              <a:off x="4920050" y="1493725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1" y="1"/>
                    <a:pt x="1" y="209"/>
                    <a:pt x="135" y="209"/>
                  </a:cubicBezTo>
                  <a:cubicBezTo>
                    <a:pt x="269" y="209"/>
                    <a:pt x="270" y="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24"/>
            <p:cNvSpPr/>
            <p:nvPr/>
          </p:nvSpPr>
          <p:spPr>
            <a:xfrm>
              <a:off x="5598225" y="1494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cubicBezTo>
                    <a:pt x="269" y="209"/>
                    <a:pt x="270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24"/>
            <p:cNvSpPr/>
            <p:nvPr/>
          </p:nvSpPr>
          <p:spPr>
            <a:xfrm>
              <a:off x="5686125" y="1494800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111" y="1"/>
                  </a:moveTo>
                  <a:cubicBezTo>
                    <a:pt x="91" y="1"/>
                    <a:pt x="71" y="11"/>
                    <a:pt x="58" y="36"/>
                  </a:cubicBezTo>
                  <a:cubicBezTo>
                    <a:pt x="48" y="55"/>
                    <a:pt x="38" y="75"/>
                    <a:pt x="28" y="94"/>
                  </a:cubicBezTo>
                  <a:cubicBezTo>
                    <a:pt x="1" y="149"/>
                    <a:pt x="49" y="199"/>
                    <a:pt x="95" y="199"/>
                  </a:cubicBezTo>
                  <a:cubicBezTo>
                    <a:pt x="115" y="199"/>
                    <a:pt x="135" y="189"/>
                    <a:pt x="147" y="164"/>
                  </a:cubicBezTo>
                  <a:cubicBezTo>
                    <a:pt x="158" y="144"/>
                    <a:pt x="167" y="125"/>
                    <a:pt x="177" y="106"/>
                  </a:cubicBezTo>
                  <a:cubicBezTo>
                    <a:pt x="205" y="51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24"/>
            <p:cNvSpPr/>
            <p:nvPr/>
          </p:nvSpPr>
          <p:spPr>
            <a:xfrm>
              <a:off x="5451925" y="1495100"/>
              <a:ext cx="6650" cy="7425"/>
            </a:xfrm>
            <a:custGeom>
              <a:avLst/>
              <a:gdLst/>
              <a:ahLst/>
              <a:cxnLst/>
              <a:rect l="l" t="t" r="r" b="b"/>
              <a:pathLst>
                <a:path w="266" h="297" extrusionOk="0">
                  <a:moveTo>
                    <a:pt x="118" y="0"/>
                  </a:moveTo>
                  <a:cubicBezTo>
                    <a:pt x="109" y="0"/>
                    <a:pt x="100" y="1"/>
                    <a:pt x="91" y="4"/>
                  </a:cubicBezTo>
                  <a:cubicBezTo>
                    <a:pt x="39" y="18"/>
                    <a:pt x="1" y="77"/>
                    <a:pt x="18" y="132"/>
                  </a:cubicBezTo>
                  <a:cubicBezTo>
                    <a:pt x="28" y="162"/>
                    <a:pt x="38" y="190"/>
                    <a:pt x="47" y="220"/>
                  </a:cubicBezTo>
                  <a:cubicBezTo>
                    <a:pt x="62" y="265"/>
                    <a:pt x="102" y="297"/>
                    <a:pt x="148" y="297"/>
                  </a:cubicBezTo>
                  <a:cubicBezTo>
                    <a:pt x="157" y="297"/>
                    <a:pt x="166" y="296"/>
                    <a:pt x="175" y="293"/>
                  </a:cubicBezTo>
                  <a:cubicBezTo>
                    <a:pt x="227" y="278"/>
                    <a:pt x="266" y="219"/>
                    <a:pt x="247" y="165"/>
                  </a:cubicBezTo>
                  <a:cubicBezTo>
                    <a:pt x="239" y="134"/>
                    <a:pt x="229" y="106"/>
                    <a:pt x="219" y="76"/>
                  </a:cubicBezTo>
                  <a:cubicBezTo>
                    <a:pt x="204" y="32"/>
                    <a:pt x="164" y="0"/>
                    <a:pt x="11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24"/>
            <p:cNvSpPr/>
            <p:nvPr/>
          </p:nvSpPr>
          <p:spPr>
            <a:xfrm>
              <a:off x="5837950" y="149522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lnTo>
                    <a:pt x="149" y="139"/>
                  </a:lnTo>
                  <a:cubicBezTo>
                    <a:pt x="150" y="139"/>
                    <a:pt x="150" y="139"/>
                    <a:pt x="151" y="139"/>
                  </a:cubicBezTo>
                  <a:cubicBezTo>
                    <a:pt x="237" y="139"/>
                    <a:pt x="237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24"/>
            <p:cNvSpPr/>
            <p:nvPr/>
          </p:nvSpPr>
          <p:spPr>
            <a:xfrm>
              <a:off x="5575150" y="1495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24"/>
            <p:cNvSpPr/>
            <p:nvPr/>
          </p:nvSpPr>
          <p:spPr>
            <a:xfrm>
              <a:off x="5543225" y="1496100"/>
              <a:ext cx="6725" cy="5250"/>
            </a:xfrm>
            <a:custGeom>
              <a:avLst/>
              <a:gdLst/>
              <a:ahLst/>
              <a:cxnLst/>
              <a:rect l="l" t="t" r="r" b="b"/>
              <a:pathLst>
                <a:path w="269" h="210" extrusionOk="0">
                  <a:moveTo>
                    <a:pt x="136" y="0"/>
                  </a:moveTo>
                  <a:cubicBezTo>
                    <a:pt x="1" y="0"/>
                    <a:pt x="1" y="209"/>
                    <a:pt x="136" y="209"/>
                  </a:cubicBezTo>
                  <a:cubicBezTo>
                    <a:pt x="268" y="209"/>
                    <a:pt x="268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24"/>
            <p:cNvSpPr/>
            <p:nvPr/>
          </p:nvSpPr>
          <p:spPr>
            <a:xfrm>
              <a:off x="5238125" y="1496200"/>
              <a:ext cx="6025" cy="7800"/>
            </a:xfrm>
            <a:custGeom>
              <a:avLst/>
              <a:gdLst/>
              <a:ahLst/>
              <a:cxnLst/>
              <a:rect l="l" t="t" r="r" b="b"/>
              <a:pathLst>
                <a:path w="241" h="312" extrusionOk="0">
                  <a:moveTo>
                    <a:pt x="68" y="0"/>
                  </a:moveTo>
                  <a:cubicBezTo>
                    <a:pt x="33" y="0"/>
                    <a:pt x="0" y="22"/>
                    <a:pt x="3" y="67"/>
                  </a:cubicBezTo>
                  <a:cubicBezTo>
                    <a:pt x="8" y="153"/>
                    <a:pt x="44" y="234"/>
                    <a:pt x="112" y="291"/>
                  </a:cubicBezTo>
                  <a:cubicBezTo>
                    <a:pt x="127" y="304"/>
                    <a:pt x="146" y="311"/>
                    <a:pt x="164" y="311"/>
                  </a:cubicBezTo>
                  <a:cubicBezTo>
                    <a:pt x="180" y="311"/>
                    <a:pt x="197" y="305"/>
                    <a:pt x="210" y="291"/>
                  </a:cubicBezTo>
                  <a:cubicBezTo>
                    <a:pt x="235" y="268"/>
                    <a:pt x="240" y="218"/>
                    <a:pt x="210" y="193"/>
                  </a:cubicBezTo>
                  <a:cubicBezTo>
                    <a:pt x="171" y="161"/>
                    <a:pt x="145" y="118"/>
                    <a:pt x="142" y="67"/>
                  </a:cubicBezTo>
                  <a:cubicBezTo>
                    <a:pt x="139" y="22"/>
                    <a:pt x="103" y="0"/>
                    <a:pt x="6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24"/>
            <p:cNvSpPr/>
            <p:nvPr/>
          </p:nvSpPr>
          <p:spPr>
            <a:xfrm>
              <a:off x="5478125" y="1496725"/>
              <a:ext cx="7075" cy="5075"/>
            </a:xfrm>
            <a:custGeom>
              <a:avLst/>
              <a:gdLst/>
              <a:ahLst/>
              <a:cxnLst/>
              <a:rect l="l" t="t" r="r" b="b"/>
              <a:pathLst>
                <a:path w="283" h="203" extrusionOk="0">
                  <a:moveTo>
                    <a:pt x="186" y="0"/>
                  </a:moveTo>
                  <a:cubicBezTo>
                    <a:pt x="175" y="0"/>
                    <a:pt x="163" y="4"/>
                    <a:pt x="150" y="11"/>
                  </a:cubicBezTo>
                  <a:cubicBezTo>
                    <a:pt x="120" y="31"/>
                    <a:pt x="92" y="51"/>
                    <a:pt x="62" y="71"/>
                  </a:cubicBezTo>
                  <a:cubicBezTo>
                    <a:pt x="1" y="111"/>
                    <a:pt x="39" y="202"/>
                    <a:pt x="96" y="202"/>
                  </a:cubicBezTo>
                  <a:cubicBezTo>
                    <a:pt x="108" y="202"/>
                    <a:pt x="120" y="199"/>
                    <a:pt x="132" y="191"/>
                  </a:cubicBezTo>
                  <a:cubicBezTo>
                    <a:pt x="162" y="171"/>
                    <a:pt x="191" y="151"/>
                    <a:pt x="220" y="133"/>
                  </a:cubicBezTo>
                  <a:cubicBezTo>
                    <a:pt x="282" y="91"/>
                    <a:pt x="244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24"/>
            <p:cNvSpPr/>
            <p:nvPr/>
          </p:nvSpPr>
          <p:spPr>
            <a:xfrm>
              <a:off x="5630175" y="14978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0"/>
                  </a:moveTo>
                  <a:cubicBezTo>
                    <a:pt x="72" y="0"/>
                    <a:pt x="1" y="104"/>
                    <a:pt x="74" y="178"/>
                  </a:cubicBezTo>
                  <a:lnTo>
                    <a:pt x="104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4" y="133"/>
                    <a:pt x="251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24"/>
            <p:cNvSpPr/>
            <p:nvPr/>
          </p:nvSpPr>
          <p:spPr>
            <a:xfrm>
              <a:off x="6019525" y="1498000"/>
              <a:ext cx="6700" cy="4200"/>
            </a:xfrm>
            <a:custGeom>
              <a:avLst/>
              <a:gdLst/>
              <a:ahLst/>
              <a:cxnLst/>
              <a:rect l="l" t="t" r="r" b="b"/>
              <a:pathLst>
                <a:path w="268" h="168" extrusionOk="0">
                  <a:moveTo>
                    <a:pt x="161" y="1"/>
                  </a:moveTo>
                  <a:cubicBezTo>
                    <a:pt x="150" y="1"/>
                    <a:pt x="139" y="3"/>
                    <a:pt x="128" y="9"/>
                  </a:cubicBezTo>
                  <a:cubicBezTo>
                    <a:pt x="109" y="20"/>
                    <a:pt x="89" y="28"/>
                    <a:pt x="70" y="38"/>
                  </a:cubicBezTo>
                  <a:cubicBezTo>
                    <a:pt x="0" y="73"/>
                    <a:pt x="43" y="167"/>
                    <a:pt x="108" y="167"/>
                  </a:cubicBezTo>
                  <a:cubicBezTo>
                    <a:pt x="118" y="167"/>
                    <a:pt x="129" y="165"/>
                    <a:pt x="140" y="159"/>
                  </a:cubicBezTo>
                  <a:cubicBezTo>
                    <a:pt x="159" y="149"/>
                    <a:pt x="179" y="140"/>
                    <a:pt x="198" y="129"/>
                  </a:cubicBezTo>
                  <a:cubicBezTo>
                    <a:pt x="267" y="95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24"/>
            <p:cNvSpPr/>
            <p:nvPr/>
          </p:nvSpPr>
          <p:spPr>
            <a:xfrm>
              <a:off x="5335575" y="1498075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4"/>
                    <a:pt x="106" y="24"/>
                    <a:pt x="76" y="34"/>
                  </a:cubicBezTo>
                  <a:cubicBezTo>
                    <a:pt x="0" y="60"/>
                    <a:pt x="21" y="172"/>
                    <a:pt x="90" y="172"/>
                  </a:cubicBezTo>
                  <a:cubicBezTo>
                    <a:pt x="97" y="172"/>
                    <a:pt x="104" y="170"/>
                    <a:pt x="112" y="168"/>
                  </a:cubicBezTo>
                  <a:cubicBezTo>
                    <a:pt x="143" y="157"/>
                    <a:pt x="171" y="148"/>
                    <a:pt x="201" y="138"/>
                  </a:cubicBezTo>
                  <a:cubicBezTo>
                    <a:pt x="277" y="113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24"/>
            <p:cNvSpPr/>
            <p:nvPr/>
          </p:nvSpPr>
          <p:spPr>
            <a:xfrm>
              <a:off x="5820325" y="14981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9" y="139"/>
                    <a:pt x="17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24"/>
            <p:cNvSpPr/>
            <p:nvPr/>
          </p:nvSpPr>
          <p:spPr>
            <a:xfrm>
              <a:off x="5056050" y="1498775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7" y="1"/>
                    <a:pt x="0" y="12"/>
                    <a:pt x="0" y="35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2" y="98"/>
                    <a:pt x="69" y="87"/>
                    <a:pt x="69" y="64"/>
                  </a:cubicBezTo>
                  <a:lnTo>
                    <a:pt x="69" y="35"/>
                  </a:ln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24"/>
            <p:cNvSpPr/>
            <p:nvPr/>
          </p:nvSpPr>
          <p:spPr>
            <a:xfrm>
              <a:off x="5395025" y="1499450"/>
              <a:ext cx="5250" cy="6525"/>
            </a:xfrm>
            <a:custGeom>
              <a:avLst/>
              <a:gdLst/>
              <a:ahLst/>
              <a:cxnLst/>
              <a:rect l="l" t="t" r="r" b="b"/>
              <a:pathLst>
                <a:path w="210" h="261" extrusionOk="0">
                  <a:moveTo>
                    <a:pt x="105" y="0"/>
                  </a:moveTo>
                  <a:cubicBezTo>
                    <a:pt x="53" y="0"/>
                    <a:pt x="0" y="34"/>
                    <a:pt x="0" y="101"/>
                  </a:cubicBezTo>
                  <a:lnTo>
                    <a:pt x="0" y="159"/>
                  </a:lnTo>
                  <a:cubicBezTo>
                    <a:pt x="0" y="226"/>
                    <a:pt x="53" y="260"/>
                    <a:pt x="105" y="260"/>
                  </a:cubicBezTo>
                  <a:cubicBezTo>
                    <a:pt x="158" y="260"/>
                    <a:pt x="210" y="227"/>
                    <a:pt x="210" y="159"/>
                  </a:cubicBezTo>
                  <a:lnTo>
                    <a:pt x="210" y="101"/>
                  </a:lnTo>
                  <a:cubicBezTo>
                    <a:pt x="210" y="34"/>
                    <a:pt x="157" y="0"/>
                    <a:pt x="10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24"/>
            <p:cNvSpPr/>
            <p:nvPr/>
          </p:nvSpPr>
          <p:spPr>
            <a:xfrm>
              <a:off x="5197225" y="1499725"/>
              <a:ext cx="7000" cy="5725"/>
            </a:xfrm>
            <a:custGeom>
              <a:avLst/>
              <a:gdLst/>
              <a:ahLst/>
              <a:cxnLst/>
              <a:rect l="l" t="t" r="r" b="b"/>
              <a:pathLst>
                <a:path w="280" h="229" extrusionOk="0">
                  <a:moveTo>
                    <a:pt x="84" y="1"/>
                  </a:moveTo>
                  <a:cubicBezTo>
                    <a:pt x="59" y="1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9"/>
                    <a:pt x="165" y="218"/>
                  </a:cubicBezTo>
                  <a:cubicBezTo>
                    <a:pt x="174" y="225"/>
                    <a:pt x="185" y="228"/>
                    <a:pt x="196" y="228"/>
                  </a:cubicBezTo>
                  <a:cubicBezTo>
                    <a:pt x="220" y="228"/>
                    <a:pt x="246" y="214"/>
                    <a:pt x="259" y="194"/>
                  </a:cubicBezTo>
                  <a:cubicBezTo>
                    <a:pt x="280" y="159"/>
                    <a:pt x="264" y="121"/>
                    <a:pt x="234" y="99"/>
                  </a:cubicBezTo>
                  <a:cubicBezTo>
                    <a:pt x="196" y="70"/>
                    <a:pt x="156" y="41"/>
                    <a:pt x="116" y="11"/>
                  </a:cubicBezTo>
                  <a:cubicBezTo>
                    <a:pt x="107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24"/>
            <p:cNvSpPr/>
            <p:nvPr/>
          </p:nvSpPr>
          <p:spPr>
            <a:xfrm>
              <a:off x="5274000" y="15029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9" y="1"/>
                  </a:moveTo>
                  <a:cubicBezTo>
                    <a:pt x="1" y="1"/>
                    <a:pt x="1" y="139"/>
                    <a:pt x="90" y="140"/>
                  </a:cubicBezTo>
                  <a:lnTo>
                    <a:pt x="148" y="140"/>
                  </a:lnTo>
                  <a:cubicBezTo>
                    <a:pt x="238" y="140"/>
                    <a:pt x="238" y="1"/>
                    <a:pt x="148" y="1"/>
                  </a:cubicBezTo>
                  <a:lnTo>
                    <a:pt x="90" y="1"/>
                  </a:lnTo>
                  <a:cubicBezTo>
                    <a:pt x="90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24"/>
            <p:cNvSpPr/>
            <p:nvPr/>
          </p:nvSpPr>
          <p:spPr>
            <a:xfrm>
              <a:off x="4897675" y="1504100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88" y="0"/>
                  </a:moveTo>
                  <a:cubicBezTo>
                    <a:pt x="0" y="0"/>
                    <a:pt x="1" y="139"/>
                    <a:pt x="89" y="139"/>
                  </a:cubicBezTo>
                  <a:cubicBezTo>
                    <a:pt x="113" y="139"/>
                    <a:pt x="131" y="129"/>
                    <a:pt x="143" y="114"/>
                  </a:cubicBezTo>
                  <a:cubicBezTo>
                    <a:pt x="161" y="180"/>
                    <a:pt x="214" y="228"/>
                    <a:pt x="278" y="250"/>
                  </a:cubicBezTo>
                  <a:cubicBezTo>
                    <a:pt x="286" y="253"/>
                    <a:pt x="294" y="254"/>
                    <a:pt x="302" y="254"/>
                  </a:cubicBezTo>
                  <a:cubicBezTo>
                    <a:pt x="368" y="254"/>
                    <a:pt x="391" y="143"/>
                    <a:pt x="315" y="116"/>
                  </a:cubicBezTo>
                  <a:cubicBezTo>
                    <a:pt x="285" y="106"/>
                    <a:pt x="275" y="80"/>
                    <a:pt x="271" y="52"/>
                  </a:cubicBezTo>
                  <a:cubicBezTo>
                    <a:pt x="266" y="20"/>
                    <a:pt x="230" y="1"/>
                    <a:pt x="200" y="1"/>
                  </a:cubicBezTo>
                  <a:cubicBezTo>
                    <a:pt x="195" y="1"/>
                    <a:pt x="190" y="1"/>
                    <a:pt x="186" y="2"/>
                  </a:cubicBezTo>
                  <a:cubicBezTo>
                    <a:pt x="167" y="8"/>
                    <a:pt x="156" y="18"/>
                    <a:pt x="146" y="31"/>
                  </a:cubicBezTo>
                  <a:cubicBezTo>
                    <a:pt x="136" y="13"/>
                    <a:pt x="117" y="0"/>
                    <a:pt x="89" y="0"/>
                  </a:cubicBezTo>
                  <a:cubicBezTo>
                    <a:pt x="89" y="0"/>
                    <a:pt x="89" y="0"/>
                    <a:pt x="8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24"/>
            <p:cNvSpPr/>
            <p:nvPr/>
          </p:nvSpPr>
          <p:spPr>
            <a:xfrm>
              <a:off x="5226675" y="15049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2" y="0"/>
                    <a:pt x="0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24"/>
            <p:cNvSpPr/>
            <p:nvPr/>
          </p:nvSpPr>
          <p:spPr>
            <a:xfrm>
              <a:off x="4969575" y="150497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0"/>
                  </a:moveTo>
                  <a:cubicBezTo>
                    <a:pt x="81" y="0"/>
                    <a:pt x="47" y="17"/>
                    <a:pt x="26" y="51"/>
                  </a:cubicBezTo>
                  <a:cubicBezTo>
                    <a:pt x="1" y="98"/>
                    <a:pt x="14" y="167"/>
                    <a:pt x="65" y="193"/>
                  </a:cubicBezTo>
                  <a:cubicBezTo>
                    <a:pt x="83" y="204"/>
                    <a:pt x="103" y="213"/>
                    <a:pt x="123" y="223"/>
                  </a:cubicBezTo>
                  <a:cubicBezTo>
                    <a:pt x="140" y="232"/>
                    <a:pt x="158" y="236"/>
                    <a:pt x="176" y="236"/>
                  </a:cubicBezTo>
                  <a:cubicBezTo>
                    <a:pt x="211" y="236"/>
                    <a:pt x="245" y="219"/>
                    <a:pt x="265" y="186"/>
                  </a:cubicBezTo>
                  <a:cubicBezTo>
                    <a:pt x="293" y="139"/>
                    <a:pt x="278" y="69"/>
                    <a:pt x="227" y="43"/>
                  </a:cubicBezTo>
                  <a:cubicBezTo>
                    <a:pt x="208" y="33"/>
                    <a:pt x="189" y="23"/>
                    <a:pt x="169" y="13"/>
                  </a:cubicBezTo>
                  <a:cubicBezTo>
                    <a:pt x="153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24"/>
            <p:cNvSpPr/>
            <p:nvPr/>
          </p:nvSpPr>
          <p:spPr>
            <a:xfrm>
              <a:off x="5199550" y="150555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8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24"/>
            <p:cNvSpPr/>
            <p:nvPr/>
          </p:nvSpPr>
          <p:spPr>
            <a:xfrm>
              <a:off x="5915500" y="1505625"/>
              <a:ext cx="6800" cy="7425"/>
            </a:xfrm>
            <a:custGeom>
              <a:avLst/>
              <a:gdLst/>
              <a:ahLst/>
              <a:cxnLst/>
              <a:rect l="l" t="t" r="r" b="b"/>
              <a:pathLst>
                <a:path w="272" h="297" extrusionOk="0">
                  <a:moveTo>
                    <a:pt x="121" y="1"/>
                  </a:moveTo>
                  <a:cubicBezTo>
                    <a:pt x="112" y="1"/>
                    <a:pt x="102" y="2"/>
                    <a:pt x="93" y="5"/>
                  </a:cubicBezTo>
                  <a:cubicBezTo>
                    <a:pt x="41" y="18"/>
                    <a:pt x="1" y="79"/>
                    <a:pt x="20" y="132"/>
                  </a:cubicBezTo>
                  <a:cubicBezTo>
                    <a:pt x="31" y="162"/>
                    <a:pt x="41" y="191"/>
                    <a:pt x="52" y="220"/>
                  </a:cubicBezTo>
                  <a:cubicBezTo>
                    <a:pt x="66" y="265"/>
                    <a:pt x="106" y="296"/>
                    <a:pt x="152" y="296"/>
                  </a:cubicBezTo>
                  <a:cubicBezTo>
                    <a:pt x="161" y="296"/>
                    <a:pt x="171" y="295"/>
                    <a:pt x="180" y="293"/>
                  </a:cubicBezTo>
                  <a:cubicBezTo>
                    <a:pt x="232" y="279"/>
                    <a:pt x="271" y="218"/>
                    <a:pt x="253" y="165"/>
                  </a:cubicBezTo>
                  <a:cubicBezTo>
                    <a:pt x="242" y="135"/>
                    <a:pt x="232" y="106"/>
                    <a:pt x="221" y="77"/>
                  </a:cubicBezTo>
                  <a:cubicBezTo>
                    <a:pt x="206" y="32"/>
                    <a:pt x="166" y="1"/>
                    <a:pt x="12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24"/>
            <p:cNvSpPr/>
            <p:nvPr/>
          </p:nvSpPr>
          <p:spPr>
            <a:xfrm>
              <a:off x="5758300" y="1506150"/>
              <a:ext cx="3000" cy="1750"/>
            </a:xfrm>
            <a:custGeom>
              <a:avLst/>
              <a:gdLst/>
              <a:ahLst/>
              <a:cxnLst/>
              <a:rect l="l" t="t" r="r" b="b"/>
              <a:pathLst>
                <a:path w="120" h="70" extrusionOk="0">
                  <a:moveTo>
                    <a:pt x="46" y="0"/>
                  </a:moveTo>
                  <a:cubicBezTo>
                    <a:pt x="1" y="0"/>
                    <a:pt x="1" y="70"/>
                    <a:pt x="46" y="70"/>
                  </a:cubicBezTo>
                  <a:lnTo>
                    <a:pt x="76" y="70"/>
                  </a:lnTo>
                  <a:cubicBezTo>
                    <a:pt x="120" y="70"/>
                    <a:pt x="12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24"/>
            <p:cNvSpPr/>
            <p:nvPr/>
          </p:nvSpPr>
          <p:spPr>
            <a:xfrm>
              <a:off x="5877200" y="1506275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1"/>
                  </a:moveTo>
                  <a:cubicBezTo>
                    <a:pt x="44" y="1"/>
                    <a:pt x="0" y="94"/>
                    <a:pt x="70" y="128"/>
                  </a:cubicBezTo>
                  <a:cubicBezTo>
                    <a:pt x="88" y="138"/>
                    <a:pt x="108" y="148"/>
                    <a:pt x="128" y="158"/>
                  </a:cubicBezTo>
                  <a:cubicBezTo>
                    <a:pt x="139" y="164"/>
                    <a:pt x="150" y="166"/>
                    <a:pt x="161" y="166"/>
                  </a:cubicBezTo>
                  <a:cubicBezTo>
                    <a:pt x="224" y="166"/>
                    <a:pt x="266" y="74"/>
                    <a:pt x="197" y="39"/>
                  </a:cubicBezTo>
                  <a:cubicBezTo>
                    <a:pt x="179" y="28"/>
                    <a:pt x="159" y="20"/>
                    <a:pt x="139" y="9"/>
                  </a:cubicBezTo>
                  <a:cubicBezTo>
                    <a:pt x="128" y="3"/>
                    <a:pt x="118" y="1"/>
                    <a:pt x="10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24"/>
            <p:cNvSpPr/>
            <p:nvPr/>
          </p:nvSpPr>
          <p:spPr>
            <a:xfrm>
              <a:off x="5736400" y="1506725"/>
              <a:ext cx="4450" cy="2325"/>
            </a:xfrm>
            <a:custGeom>
              <a:avLst/>
              <a:gdLst/>
              <a:ahLst/>
              <a:cxnLst/>
              <a:rect l="l" t="t" r="r" b="b"/>
              <a:pathLst>
                <a:path w="178" h="93" extrusionOk="0">
                  <a:moveTo>
                    <a:pt x="47" y="0"/>
                  </a:moveTo>
                  <a:cubicBezTo>
                    <a:pt x="23" y="0"/>
                    <a:pt x="1" y="35"/>
                    <a:pt x="21" y="61"/>
                  </a:cubicBezTo>
                  <a:cubicBezTo>
                    <a:pt x="38" y="82"/>
                    <a:pt x="64" y="93"/>
                    <a:pt x="89" y="93"/>
                  </a:cubicBezTo>
                  <a:cubicBezTo>
                    <a:pt x="113" y="93"/>
                    <a:pt x="137" y="83"/>
                    <a:pt x="155" y="64"/>
                  </a:cubicBezTo>
                  <a:cubicBezTo>
                    <a:pt x="178" y="39"/>
                    <a:pt x="154" y="4"/>
                    <a:pt x="128" y="4"/>
                  </a:cubicBezTo>
                  <a:cubicBezTo>
                    <a:pt x="120" y="4"/>
                    <a:pt x="112" y="7"/>
                    <a:pt x="105" y="14"/>
                  </a:cubicBezTo>
                  <a:cubicBezTo>
                    <a:pt x="100" y="21"/>
                    <a:pt x="94" y="23"/>
                    <a:pt x="89" y="23"/>
                  </a:cubicBezTo>
                  <a:cubicBezTo>
                    <a:pt x="83" y="23"/>
                    <a:pt x="76" y="19"/>
                    <a:pt x="71" y="12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24"/>
            <p:cNvSpPr/>
            <p:nvPr/>
          </p:nvSpPr>
          <p:spPr>
            <a:xfrm>
              <a:off x="5440650" y="15069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8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24"/>
            <p:cNvSpPr/>
            <p:nvPr/>
          </p:nvSpPr>
          <p:spPr>
            <a:xfrm>
              <a:off x="5627700" y="1507725"/>
              <a:ext cx="7525" cy="5225"/>
            </a:xfrm>
            <a:custGeom>
              <a:avLst/>
              <a:gdLst/>
              <a:ahLst/>
              <a:cxnLst/>
              <a:rect l="l" t="t" r="r" b="b"/>
              <a:pathLst>
                <a:path w="301" h="209" extrusionOk="0">
                  <a:moveTo>
                    <a:pt x="135" y="0"/>
                  </a:moveTo>
                  <a:cubicBezTo>
                    <a:pt x="1" y="0"/>
                    <a:pt x="1" y="209"/>
                    <a:pt x="135" y="209"/>
                  </a:cubicBezTo>
                  <a:lnTo>
                    <a:pt x="165" y="209"/>
                  </a:lnTo>
                  <a:cubicBezTo>
                    <a:pt x="298" y="209"/>
                    <a:pt x="300" y="0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24"/>
            <p:cNvSpPr/>
            <p:nvPr/>
          </p:nvSpPr>
          <p:spPr>
            <a:xfrm>
              <a:off x="5277575" y="1508125"/>
              <a:ext cx="3925" cy="3225"/>
            </a:xfrm>
            <a:custGeom>
              <a:avLst/>
              <a:gdLst/>
              <a:ahLst/>
              <a:cxnLst/>
              <a:rect l="l" t="t" r="r" b="b"/>
              <a:pathLst>
                <a:path w="157" h="129" extrusionOk="0">
                  <a:moveTo>
                    <a:pt x="51" y="0"/>
                  </a:moveTo>
                  <a:cubicBezTo>
                    <a:pt x="25" y="0"/>
                    <a:pt x="1" y="34"/>
                    <a:pt x="25" y="60"/>
                  </a:cubicBezTo>
                  <a:cubicBezTo>
                    <a:pt x="44" y="78"/>
                    <a:pt x="64" y="98"/>
                    <a:pt x="83" y="118"/>
                  </a:cubicBezTo>
                  <a:cubicBezTo>
                    <a:pt x="90" y="125"/>
                    <a:pt x="98" y="128"/>
                    <a:pt x="106" y="128"/>
                  </a:cubicBezTo>
                  <a:cubicBezTo>
                    <a:pt x="132" y="128"/>
                    <a:pt x="156" y="94"/>
                    <a:pt x="132" y="68"/>
                  </a:cubicBezTo>
                  <a:lnTo>
                    <a:pt x="73" y="10"/>
                  </a:lnTo>
                  <a:cubicBezTo>
                    <a:pt x="66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24"/>
            <p:cNvSpPr/>
            <p:nvPr/>
          </p:nvSpPr>
          <p:spPr>
            <a:xfrm>
              <a:off x="4927500" y="15085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24"/>
            <p:cNvSpPr/>
            <p:nvPr/>
          </p:nvSpPr>
          <p:spPr>
            <a:xfrm>
              <a:off x="5557250" y="1508750"/>
              <a:ext cx="10850" cy="10000"/>
            </a:xfrm>
            <a:custGeom>
              <a:avLst/>
              <a:gdLst/>
              <a:ahLst/>
              <a:cxnLst/>
              <a:rect l="l" t="t" r="r" b="b"/>
              <a:pathLst>
                <a:path w="434" h="400" extrusionOk="0">
                  <a:moveTo>
                    <a:pt x="333" y="1"/>
                  </a:moveTo>
                  <a:cubicBezTo>
                    <a:pt x="318" y="1"/>
                    <a:pt x="302" y="7"/>
                    <a:pt x="288" y="22"/>
                  </a:cubicBezTo>
                  <a:cubicBezTo>
                    <a:pt x="208" y="108"/>
                    <a:pt x="127" y="194"/>
                    <a:pt x="47" y="280"/>
                  </a:cubicBezTo>
                  <a:cubicBezTo>
                    <a:pt x="0" y="329"/>
                    <a:pt x="47" y="400"/>
                    <a:pt x="99" y="400"/>
                  </a:cubicBezTo>
                  <a:cubicBezTo>
                    <a:pt x="115" y="400"/>
                    <a:pt x="131" y="393"/>
                    <a:pt x="146" y="378"/>
                  </a:cubicBezTo>
                  <a:cubicBezTo>
                    <a:pt x="225" y="292"/>
                    <a:pt x="306" y="206"/>
                    <a:pt x="386" y="120"/>
                  </a:cubicBezTo>
                  <a:cubicBezTo>
                    <a:pt x="433" y="70"/>
                    <a:pt x="385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24"/>
            <p:cNvSpPr/>
            <p:nvPr/>
          </p:nvSpPr>
          <p:spPr>
            <a:xfrm>
              <a:off x="6044800" y="1508975"/>
              <a:ext cx="5125" cy="5000"/>
            </a:xfrm>
            <a:custGeom>
              <a:avLst/>
              <a:gdLst/>
              <a:ahLst/>
              <a:cxnLst/>
              <a:rect l="l" t="t" r="r" b="b"/>
              <a:pathLst>
                <a:path w="205" h="200" extrusionOk="0">
                  <a:moveTo>
                    <a:pt x="111" y="1"/>
                  </a:moveTo>
                  <a:cubicBezTo>
                    <a:pt x="90" y="1"/>
                    <a:pt x="70" y="11"/>
                    <a:pt x="57" y="36"/>
                  </a:cubicBezTo>
                  <a:cubicBezTo>
                    <a:pt x="47" y="55"/>
                    <a:pt x="38" y="75"/>
                    <a:pt x="28" y="94"/>
                  </a:cubicBezTo>
                  <a:cubicBezTo>
                    <a:pt x="0" y="149"/>
                    <a:pt x="48" y="199"/>
                    <a:pt x="94" y="199"/>
                  </a:cubicBezTo>
                  <a:cubicBezTo>
                    <a:pt x="114" y="199"/>
                    <a:pt x="134" y="189"/>
                    <a:pt x="147" y="164"/>
                  </a:cubicBezTo>
                  <a:cubicBezTo>
                    <a:pt x="157" y="145"/>
                    <a:pt x="166" y="125"/>
                    <a:pt x="176" y="106"/>
                  </a:cubicBezTo>
                  <a:cubicBezTo>
                    <a:pt x="205" y="52"/>
                    <a:pt x="157" y="1"/>
                    <a:pt x="11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24"/>
            <p:cNvSpPr/>
            <p:nvPr/>
          </p:nvSpPr>
          <p:spPr>
            <a:xfrm>
              <a:off x="5107100" y="1509925"/>
              <a:ext cx="2300" cy="1775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6" y="0"/>
                  </a:moveTo>
                  <a:cubicBezTo>
                    <a:pt x="1" y="0"/>
                    <a:pt x="0" y="69"/>
                    <a:pt x="46" y="71"/>
                  </a:cubicBezTo>
                  <a:cubicBezTo>
                    <a:pt x="91" y="71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24"/>
            <p:cNvSpPr/>
            <p:nvPr/>
          </p:nvSpPr>
          <p:spPr>
            <a:xfrm>
              <a:off x="5289525" y="15102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1"/>
                  </a:cubicBezTo>
                  <a:lnTo>
                    <a:pt x="49" y="51"/>
                  </a:lnTo>
                  <a:cubicBezTo>
                    <a:pt x="0" y="99"/>
                    <a:pt x="48" y="169"/>
                    <a:pt x="101" y="169"/>
                  </a:cubicBezTo>
                  <a:cubicBezTo>
                    <a:pt x="117" y="169"/>
                    <a:pt x="133" y="163"/>
                    <a:pt x="148" y="149"/>
                  </a:cubicBezTo>
                  <a:lnTo>
                    <a:pt x="178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24"/>
            <p:cNvSpPr/>
            <p:nvPr/>
          </p:nvSpPr>
          <p:spPr>
            <a:xfrm>
              <a:off x="5307150" y="1511125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4" y="1"/>
                    <a:pt x="0" y="35"/>
                    <a:pt x="11" y="87"/>
                  </a:cubicBezTo>
                  <a:cubicBezTo>
                    <a:pt x="22" y="137"/>
                    <a:pt x="31" y="185"/>
                    <a:pt x="41" y="233"/>
                  </a:cubicBezTo>
                  <a:cubicBezTo>
                    <a:pt x="48" y="268"/>
                    <a:pt x="74" y="284"/>
                    <a:pt x="101" y="284"/>
                  </a:cubicBezTo>
                  <a:cubicBezTo>
                    <a:pt x="141" y="284"/>
                    <a:pt x="185" y="249"/>
                    <a:pt x="174" y="197"/>
                  </a:cubicBezTo>
                  <a:cubicBezTo>
                    <a:pt x="164" y="148"/>
                    <a:pt x="155" y="101"/>
                    <a:pt x="145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24"/>
            <p:cNvSpPr/>
            <p:nvPr/>
          </p:nvSpPr>
          <p:spPr>
            <a:xfrm>
              <a:off x="5363875" y="1512325"/>
              <a:ext cx="8000" cy="6075"/>
            </a:xfrm>
            <a:custGeom>
              <a:avLst/>
              <a:gdLst/>
              <a:ahLst/>
              <a:cxnLst/>
              <a:rect l="l" t="t" r="r" b="b"/>
              <a:pathLst>
                <a:path w="320" h="243" extrusionOk="0">
                  <a:moveTo>
                    <a:pt x="205" y="1"/>
                  </a:moveTo>
                  <a:cubicBezTo>
                    <a:pt x="195" y="1"/>
                    <a:pt x="185" y="3"/>
                    <a:pt x="176" y="6"/>
                  </a:cubicBezTo>
                  <a:cubicBezTo>
                    <a:pt x="146" y="16"/>
                    <a:pt x="117" y="27"/>
                    <a:pt x="88" y="37"/>
                  </a:cubicBezTo>
                  <a:cubicBezTo>
                    <a:pt x="34" y="55"/>
                    <a:pt x="0" y="108"/>
                    <a:pt x="16" y="165"/>
                  </a:cubicBezTo>
                  <a:cubicBezTo>
                    <a:pt x="27" y="207"/>
                    <a:pt x="70" y="242"/>
                    <a:pt x="115" y="242"/>
                  </a:cubicBezTo>
                  <a:cubicBezTo>
                    <a:pt x="124" y="242"/>
                    <a:pt x="134" y="241"/>
                    <a:pt x="143" y="237"/>
                  </a:cubicBezTo>
                  <a:cubicBezTo>
                    <a:pt x="173" y="227"/>
                    <a:pt x="203" y="216"/>
                    <a:pt x="231" y="206"/>
                  </a:cubicBezTo>
                  <a:cubicBezTo>
                    <a:pt x="285" y="188"/>
                    <a:pt x="319" y="136"/>
                    <a:pt x="304" y="79"/>
                  </a:cubicBezTo>
                  <a:cubicBezTo>
                    <a:pt x="292" y="36"/>
                    <a:pt x="249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24"/>
            <p:cNvSpPr/>
            <p:nvPr/>
          </p:nvSpPr>
          <p:spPr>
            <a:xfrm>
              <a:off x="5647375" y="1514075"/>
              <a:ext cx="5225" cy="5800"/>
            </a:xfrm>
            <a:custGeom>
              <a:avLst/>
              <a:gdLst/>
              <a:ahLst/>
              <a:cxnLst/>
              <a:rect l="l" t="t" r="r" b="b"/>
              <a:pathLst>
                <a:path w="209" h="232" extrusionOk="0">
                  <a:moveTo>
                    <a:pt x="104" y="1"/>
                  </a:moveTo>
                  <a:cubicBezTo>
                    <a:pt x="52" y="1"/>
                    <a:pt x="0" y="34"/>
                    <a:pt x="0" y="102"/>
                  </a:cubicBezTo>
                  <a:lnTo>
                    <a:pt x="0" y="131"/>
                  </a:lnTo>
                  <a:cubicBezTo>
                    <a:pt x="0" y="198"/>
                    <a:pt x="52" y="232"/>
                    <a:pt x="104" y="232"/>
                  </a:cubicBezTo>
                  <a:cubicBezTo>
                    <a:pt x="156" y="232"/>
                    <a:pt x="208" y="198"/>
                    <a:pt x="208" y="131"/>
                  </a:cubicBezTo>
                  <a:lnTo>
                    <a:pt x="208" y="102"/>
                  </a:lnTo>
                  <a:cubicBezTo>
                    <a:pt x="208" y="34"/>
                    <a:pt x="156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24"/>
            <p:cNvSpPr/>
            <p:nvPr/>
          </p:nvSpPr>
          <p:spPr>
            <a:xfrm>
              <a:off x="5839725" y="1514425"/>
              <a:ext cx="2275" cy="1775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6" y="1"/>
                  </a:moveTo>
                  <a:cubicBezTo>
                    <a:pt x="0" y="1"/>
                    <a:pt x="0" y="70"/>
                    <a:pt x="46" y="70"/>
                  </a:cubicBezTo>
                  <a:cubicBezTo>
                    <a:pt x="90" y="70"/>
                    <a:pt x="90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24"/>
            <p:cNvSpPr/>
            <p:nvPr/>
          </p:nvSpPr>
          <p:spPr>
            <a:xfrm>
              <a:off x="4993050" y="151447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24"/>
            <p:cNvSpPr/>
            <p:nvPr/>
          </p:nvSpPr>
          <p:spPr>
            <a:xfrm>
              <a:off x="5342925" y="1514700"/>
              <a:ext cx="5250" cy="58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04" y="0"/>
                  </a:moveTo>
                  <a:cubicBezTo>
                    <a:pt x="53" y="0"/>
                    <a:pt x="1" y="34"/>
                    <a:pt x="1" y="101"/>
                  </a:cubicBezTo>
                  <a:lnTo>
                    <a:pt x="1" y="131"/>
                  </a:lnTo>
                  <a:cubicBezTo>
                    <a:pt x="1" y="198"/>
                    <a:pt x="53" y="232"/>
                    <a:pt x="105" y="232"/>
                  </a:cubicBezTo>
                  <a:cubicBezTo>
                    <a:pt x="157" y="232"/>
                    <a:pt x="209" y="198"/>
                    <a:pt x="209" y="131"/>
                  </a:cubicBezTo>
                  <a:lnTo>
                    <a:pt x="209" y="101"/>
                  </a:lnTo>
                  <a:cubicBezTo>
                    <a:pt x="209" y="34"/>
                    <a:pt x="157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24"/>
            <p:cNvSpPr/>
            <p:nvPr/>
          </p:nvSpPr>
          <p:spPr>
            <a:xfrm>
              <a:off x="5085500" y="151480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7" y="1"/>
                  </a:moveTo>
                  <a:cubicBezTo>
                    <a:pt x="159" y="1"/>
                    <a:pt x="140" y="5"/>
                    <a:pt x="123" y="14"/>
                  </a:cubicBezTo>
                  <a:cubicBezTo>
                    <a:pt x="104" y="24"/>
                    <a:pt x="85" y="33"/>
                    <a:pt x="65" y="44"/>
                  </a:cubicBezTo>
                  <a:cubicBezTo>
                    <a:pt x="15" y="69"/>
                    <a:pt x="0" y="140"/>
                    <a:pt x="28" y="187"/>
                  </a:cubicBezTo>
                  <a:cubicBezTo>
                    <a:pt x="47" y="221"/>
                    <a:pt x="81" y="237"/>
                    <a:pt x="116" y="237"/>
                  </a:cubicBezTo>
                  <a:cubicBezTo>
                    <a:pt x="134" y="237"/>
                    <a:pt x="153" y="233"/>
                    <a:pt x="170" y="224"/>
                  </a:cubicBezTo>
                  <a:cubicBezTo>
                    <a:pt x="190" y="214"/>
                    <a:pt x="209" y="204"/>
                    <a:pt x="228" y="194"/>
                  </a:cubicBezTo>
                  <a:cubicBezTo>
                    <a:pt x="279" y="169"/>
                    <a:pt x="293" y="99"/>
                    <a:pt x="266" y="52"/>
                  </a:cubicBezTo>
                  <a:cubicBezTo>
                    <a:pt x="246" y="18"/>
                    <a:pt x="212" y="1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24"/>
            <p:cNvSpPr/>
            <p:nvPr/>
          </p:nvSpPr>
          <p:spPr>
            <a:xfrm>
              <a:off x="5670425" y="1515375"/>
              <a:ext cx="3475" cy="5575"/>
            </a:xfrm>
            <a:custGeom>
              <a:avLst/>
              <a:gdLst/>
              <a:ahLst/>
              <a:cxnLst/>
              <a:rect l="l" t="t" r="r" b="b"/>
              <a:pathLst>
                <a:path w="139" h="223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155"/>
                  </a:lnTo>
                  <a:cubicBezTo>
                    <a:pt x="0" y="200"/>
                    <a:pt x="35" y="222"/>
                    <a:pt x="69" y="222"/>
                  </a:cubicBezTo>
                  <a:cubicBezTo>
                    <a:pt x="104" y="222"/>
                    <a:pt x="138" y="200"/>
                    <a:pt x="138" y="155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24"/>
            <p:cNvSpPr/>
            <p:nvPr/>
          </p:nvSpPr>
          <p:spPr>
            <a:xfrm>
              <a:off x="5137125" y="1515600"/>
              <a:ext cx="8200" cy="5225"/>
            </a:xfrm>
            <a:custGeom>
              <a:avLst/>
              <a:gdLst/>
              <a:ahLst/>
              <a:cxnLst/>
              <a:rect l="l" t="t" r="r" b="b"/>
              <a:pathLst>
                <a:path w="328" h="209" extrusionOk="0">
                  <a:moveTo>
                    <a:pt x="135" y="0"/>
                  </a:moveTo>
                  <a:cubicBezTo>
                    <a:pt x="1" y="0"/>
                    <a:pt x="0" y="209"/>
                    <a:pt x="135" y="209"/>
                  </a:cubicBezTo>
                  <a:lnTo>
                    <a:pt x="193" y="209"/>
                  </a:lnTo>
                  <a:cubicBezTo>
                    <a:pt x="326" y="209"/>
                    <a:pt x="327" y="0"/>
                    <a:pt x="19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24"/>
            <p:cNvSpPr/>
            <p:nvPr/>
          </p:nvSpPr>
          <p:spPr>
            <a:xfrm>
              <a:off x="5525950" y="1515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1" y="1"/>
                    <a:pt x="1" y="139"/>
                    <a:pt x="91" y="139"/>
                  </a:cubicBezTo>
                  <a:cubicBezTo>
                    <a:pt x="91" y="139"/>
                    <a:pt x="92" y="139"/>
                    <a:pt x="92" y="139"/>
                  </a:cubicBezTo>
                  <a:cubicBezTo>
                    <a:pt x="179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24"/>
            <p:cNvSpPr/>
            <p:nvPr/>
          </p:nvSpPr>
          <p:spPr>
            <a:xfrm>
              <a:off x="5237075" y="15160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0"/>
                  </a:moveTo>
                  <a:cubicBezTo>
                    <a:pt x="35" y="0"/>
                    <a:pt x="0" y="23"/>
                    <a:pt x="0" y="68"/>
                  </a:cubicBezTo>
                  <a:lnTo>
                    <a:pt x="0" y="126"/>
                  </a:lnTo>
                  <a:cubicBezTo>
                    <a:pt x="0" y="171"/>
                    <a:pt x="35" y="193"/>
                    <a:pt x="69" y="193"/>
                  </a:cubicBezTo>
                  <a:cubicBezTo>
                    <a:pt x="104" y="193"/>
                    <a:pt x="138" y="171"/>
                    <a:pt x="138" y="126"/>
                  </a:cubicBezTo>
                  <a:lnTo>
                    <a:pt x="138" y="68"/>
                  </a:lnTo>
                  <a:cubicBezTo>
                    <a:pt x="138" y="23"/>
                    <a:pt x="103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24"/>
            <p:cNvSpPr/>
            <p:nvPr/>
          </p:nvSpPr>
          <p:spPr>
            <a:xfrm>
              <a:off x="5895225" y="1516075"/>
              <a:ext cx="6925" cy="7100"/>
            </a:xfrm>
            <a:custGeom>
              <a:avLst/>
              <a:gdLst/>
              <a:ahLst/>
              <a:cxnLst/>
              <a:rect l="l" t="t" r="r" b="b"/>
              <a:pathLst>
                <a:path w="277" h="284" extrusionOk="0">
                  <a:moveTo>
                    <a:pt x="82" y="0"/>
                  </a:moveTo>
                  <a:cubicBezTo>
                    <a:pt x="62" y="0"/>
                    <a:pt x="42" y="7"/>
                    <a:pt x="30" y="20"/>
                  </a:cubicBezTo>
                  <a:cubicBezTo>
                    <a:pt x="1" y="49"/>
                    <a:pt x="5" y="89"/>
                    <a:pt x="30" y="118"/>
                  </a:cubicBezTo>
                  <a:cubicBezTo>
                    <a:pt x="70" y="167"/>
                    <a:pt x="110" y="216"/>
                    <a:pt x="149" y="263"/>
                  </a:cubicBezTo>
                  <a:cubicBezTo>
                    <a:pt x="161" y="277"/>
                    <a:pt x="178" y="283"/>
                    <a:pt x="196" y="283"/>
                  </a:cubicBezTo>
                  <a:cubicBezTo>
                    <a:pt x="215" y="283"/>
                    <a:pt x="234" y="276"/>
                    <a:pt x="247" y="263"/>
                  </a:cubicBezTo>
                  <a:cubicBezTo>
                    <a:pt x="276" y="235"/>
                    <a:pt x="272" y="195"/>
                    <a:pt x="247" y="165"/>
                  </a:cubicBezTo>
                  <a:cubicBezTo>
                    <a:pt x="207" y="117"/>
                    <a:pt x="167" y="68"/>
                    <a:pt x="128" y="20"/>
                  </a:cubicBezTo>
                  <a:cubicBezTo>
                    <a:pt x="117" y="6"/>
                    <a:pt x="100" y="0"/>
                    <a:pt x="8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24"/>
            <p:cNvSpPr/>
            <p:nvPr/>
          </p:nvSpPr>
          <p:spPr>
            <a:xfrm>
              <a:off x="5610825" y="15169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1" y="1"/>
                  </a:moveTo>
                  <a:cubicBezTo>
                    <a:pt x="48" y="1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3" y="164"/>
                    <a:pt x="109" y="170"/>
                    <a:pt x="125" y="170"/>
                  </a:cubicBezTo>
                  <a:cubicBezTo>
                    <a:pt x="178" y="170"/>
                    <a:pt x="226" y="100"/>
                    <a:pt x="177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24"/>
            <p:cNvSpPr/>
            <p:nvPr/>
          </p:nvSpPr>
          <p:spPr>
            <a:xfrm>
              <a:off x="5186975" y="1517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3" y="0"/>
                    <a:pt x="1" y="75"/>
                    <a:pt x="46" y="157"/>
                  </a:cubicBezTo>
                  <a:cubicBezTo>
                    <a:pt x="83" y="225"/>
                    <a:pt x="147" y="259"/>
                    <a:pt x="223" y="267"/>
                  </a:cubicBezTo>
                  <a:cubicBezTo>
                    <a:pt x="226" y="267"/>
                    <a:pt x="229" y="267"/>
                    <a:pt x="232" y="267"/>
                  </a:cubicBezTo>
                  <a:cubicBezTo>
                    <a:pt x="284" y="267"/>
                    <a:pt x="328" y="213"/>
                    <a:pt x="328" y="163"/>
                  </a:cubicBezTo>
                  <a:cubicBezTo>
                    <a:pt x="328" y="103"/>
                    <a:pt x="284" y="67"/>
                    <a:pt x="231" y="60"/>
                  </a:cubicBezTo>
                  <a:cubicBezTo>
                    <a:pt x="229" y="59"/>
                    <a:pt x="228" y="56"/>
                    <a:pt x="225" y="51"/>
                  </a:cubicBezTo>
                  <a:cubicBezTo>
                    <a:pt x="206" y="15"/>
                    <a:pt x="175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24"/>
            <p:cNvSpPr/>
            <p:nvPr/>
          </p:nvSpPr>
          <p:spPr>
            <a:xfrm>
              <a:off x="5113725" y="1517250"/>
              <a:ext cx="2975" cy="3250"/>
            </a:xfrm>
            <a:custGeom>
              <a:avLst/>
              <a:gdLst/>
              <a:ahLst/>
              <a:cxnLst/>
              <a:rect l="l" t="t" r="r" b="b"/>
              <a:pathLst>
                <a:path w="119" h="130" extrusionOk="0">
                  <a:moveTo>
                    <a:pt x="48" y="0"/>
                  </a:moveTo>
                  <a:cubicBezTo>
                    <a:pt x="25" y="0"/>
                    <a:pt x="1" y="26"/>
                    <a:pt x="15" y="54"/>
                  </a:cubicBezTo>
                  <a:cubicBezTo>
                    <a:pt x="25" y="73"/>
                    <a:pt x="35" y="92"/>
                    <a:pt x="45" y="112"/>
                  </a:cubicBezTo>
                  <a:cubicBezTo>
                    <a:pt x="51" y="124"/>
                    <a:pt x="61" y="129"/>
                    <a:pt x="72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9"/>
                    <a:pt x="83" y="39"/>
                    <a:pt x="75" y="18"/>
                  </a:cubicBezTo>
                  <a:cubicBezTo>
                    <a:pt x="69" y="6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24"/>
            <p:cNvSpPr/>
            <p:nvPr/>
          </p:nvSpPr>
          <p:spPr>
            <a:xfrm>
              <a:off x="5227125" y="1518825"/>
              <a:ext cx="6075" cy="4300"/>
            </a:xfrm>
            <a:custGeom>
              <a:avLst/>
              <a:gdLst/>
              <a:ahLst/>
              <a:cxnLst/>
              <a:rect l="l" t="t" r="r" b="b"/>
              <a:pathLst>
                <a:path w="243" h="172" extrusionOk="0">
                  <a:moveTo>
                    <a:pt x="127" y="1"/>
                  </a:moveTo>
                  <a:cubicBezTo>
                    <a:pt x="111" y="1"/>
                    <a:pt x="94" y="7"/>
                    <a:pt x="79" y="22"/>
                  </a:cubicBezTo>
                  <a:lnTo>
                    <a:pt x="49" y="52"/>
                  </a:lnTo>
                  <a:cubicBezTo>
                    <a:pt x="1" y="100"/>
                    <a:pt x="48" y="170"/>
                    <a:pt x="101" y="170"/>
                  </a:cubicBezTo>
                  <a:cubicBezTo>
                    <a:pt x="111" y="170"/>
                    <a:pt x="122" y="168"/>
                    <a:pt x="132" y="161"/>
                  </a:cubicBezTo>
                  <a:cubicBezTo>
                    <a:pt x="144" y="168"/>
                    <a:pt x="158" y="171"/>
                    <a:pt x="172" y="171"/>
                  </a:cubicBezTo>
                  <a:cubicBezTo>
                    <a:pt x="208" y="171"/>
                    <a:pt x="243" y="149"/>
                    <a:pt x="243" y="104"/>
                  </a:cubicBezTo>
                  <a:lnTo>
                    <a:pt x="243" y="74"/>
                  </a:lnTo>
                  <a:cubicBezTo>
                    <a:pt x="243" y="29"/>
                    <a:pt x="208" y="7"/>
                    <a:pt x="172" y="7"/>
                  </a:cubicBezTo>
                  <a:cubicBezTo>
                    <a:pt x="167" y="7"/>
                    <a:pt x="162" y="7"/>
                    <a:pt x="157" y="8"/>
                  </a:cubicBezTo>
                  <a:cubicBezTo>
                    <a:pt x="148" y="4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24"/>
            <p:cNvSpPr/>
            <p:nvPr/>
          </p:nvSpPr>
          <p:spPr>
            <a:xfrm>
              <a:off x="5501325" y="1519450"/>
              <a:ext cx="6750" cy="5250"/>
            </a:xfrm>
            <a:custGeom>
              <a:avLst/>
              <a:gdLst/>
              <a:ahLst/>
              <a:cxnLst/>
              <a:rect l="l" t="t" r="r" b="b"/>
              <a:pathLst>
                <a:path w="270" h="210" extrusionOk="0">
                  <a:moveTo>
                    <a:pt x="135" y="1"/>
                  </a:moveTo>
                  <a:cubicBezTo>
                    <a:pt x="2" y="1"/>
                    <a:pt x="1" y="209"/>
                    <a:pt x="135" y="209"/>
                  </a:cubicBezTo>
                  <a:cubicBezTo>
                    <a:pt x="270" y="209"/>
                    <a:pt x="270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24"/>
            <p:cNvSpPr/>
            <p:nvPr/>
          </p:nvSpPr>
          <p:spPr>
            <a:xfrm>
              <a:off x="5971150" y="1520575"/>
              <a:ext cx="3475" cy="4850"/>
            </a:xfrm>
            <a:custGeom>
              <a:avLst/>
              <a:gdLst/>
              <a:ahLst/>
              <a:cxnLst/>
              <a:rect l="l" t="t" r="r" b="b"/>
              <a:pathLst>
                <a:path w="139" h="194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127"/>
                  </a:lnTo>
                  <a:cubicBezTo>
                    <a:pt x="0" y="171"/>
                    <a:pt x="35" y="194"/>
                    <a:pt x="69" y="194"/>
                  </a:cubicBezTo>
                  <a:cubicBezTo>
                    <a:pt x="104" y="194"/>
                    <a:pt x="138" y="171"/>
                    <a:pt x="138" y="127"/>
                  </a:cubicBezTo>
                  <a:lnTo>
                    <a:pt x="138" y="68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24"/>
            <p:cNvSpPr/>
            <p:nvPr/>
          </p:nvSpPr>
          <p:spPr>
            <a:xfrm>
              <a:off x="5169025" y="152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0" y="140"/>
                    <a:pt x="91" y="140"/>
                  </a:cubicBezTo>
                  <a:cubicBezTo>
                    <a:pt x="180" y="140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24"/>
            <p:cNvSpPr/>
            <p:nvPr/>
          </p:nvSpPr>
          <p:spPr>
            <a:xfrm>
              <a:off x="5941300" y="152105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5" y="0"/>
                  </a:moveTo>
                  <a:cubicBezTo>
                    <a:pt x="109" y="0"/>
                    <a:pt x="73" y="18"/>
                    <a:pt x="56" y="52"/>
                  </a:cubicBezTo>
                  <a:cubicBezTo>
                    <a:pt x="45" y="71"/>
                    <a:pt x="36" y="90"/>
                    <a:pt x="26" y="110"/>
                  </a:cubicBezTo>
                  <a:cubicBezTo>
                    <a:pt x="1" y="160"/>
                    <a:pt x="13" y="223"/>
                    <a:pt x="63" y="253"/>
                  </a:cubicBezTo>
                  <a:cubicBezTo>
                    <a:pt x="78" y="262"/>
                    <a:pt x="96" y="266"/>
                    <a:pt x="115" y="266"/>
                  </a:cubicBezTo>
                  <a:cubicBezTo>
                    <a:pt x="151" y="266"/>
                    <a:pt x="189" y="248"/>
                    <a:pt x="206" y="214"/>
                  </a:cubicBezTo>
                  <a:cubicBezTo>
                    <a:pt x="216" y="196"/>
                    <a:pt x="226" y="176"/>
                    <a:pt x="236" y="156"/>
                  </a:cubicBezTo>
                  <a:cubicBezTo>
                    <a:pt x="262" y="106"/>
                    <a:pt x="249" y="43"/>
                    <a:pt x="198" y="14"/>
                  </a:cubicBezTo>
                  <a:cubicBezTo>
                    <a:pt x="182" y="5"/>
                    <a:pt x="164" y="0"/>
                    <a:pt x="14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24"/>
            <p:cNvSpPr/>
            <p:nvPr/>
          </p:nvSpPr>
          <p:spPr>
            <a:xfrm>
              <a:off x="5246500" y="1521100"/>
              <a:ext cx="5125" cy="4975"/>
            </a:xfrm>
            <a:custGeom>
              <a:avLst/>
              <a:gdLst/>
              <a:ahLst/>
              <a:cxnLst/>
              <a:rect l="l" t="t" r="r" b="b"/>
              <a:pathLst>
                <a:path w="205" h="199" extrusionOk="0">
                  <a:moveTo>
                    <a:pt x="111" y="0"/>
                  </a:moveTo>
                  <a:cubicBezTo>
                    <a:pt x="90" y="0"/>
                    <a:pt x="70" y="10"/>
                    <a:pt x="57" y="35"/>
                  </a:cubicBezTo>
                  <a:cubicBezTo>
                    <a:pt x="47" y="55"/>
                    <a:pt x="39" y="75"/>
                    <a:pt x="28" y="93"/>
                  </a:cubicBezTo>
                  <a:cubicBezTo>
                    <a:pt x="1" y="148"/>
                    <a:pt x="49" y="198"/>
                    <a:pt x="94" y="198"/>
                  </a:cubicBezTo>
                  <a:cubicBezTo>
                    <a:pt x="115" y="198"/>
                    <a:pt x="135" y="188"/>
                    <a:pt x="148" y="164"/>
                  </a:cubicBezTo>
                  <a:cubicBezTo>
                    <a:pt x="158" y="144"/>
                    <a:pt x="167" y="124"/>
                    <a:pt x="177" y="106"/>
                  </a:cubicBezTo>
                  <a:cubicBezTo>
                    <a:pt x="204" y="51"/>
                    <a:pt x="157" y="0"/>
                    <a:pt x="11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24"/>
            <p:cNvSpPr/>
            <p:nvPr/>
          </p:nvSpPr>
          <p:spPr>
            <a:xfrm>
              <a:off x="5099500" y="1521325"/>
              <a:ext cx="10925" cy="8975"/>
            </a:xfrm>
            <a:custGeom>
              <a:avLst/>
              <a:gdLst/>
              <a:ahLst/>
              <a:cxnLst/>
              <a:rect l="l" t="t" r="r" b="b"/>
              <a:pathLst>
                <a:path w="437" h="359" extrusionOk="0">
                  <a:moveTo>
                    <a:pt x="151" y="0"/>
                  </a:moveTo>
                  <a:cubicBezTo>
                    <a:pt x="72" y="0"/>
                    <a:pt x="0" y="104"/>
                    <a:pt x="72" y="178"/>
                  </a:cubicBezTo>
                  <a:cubicBezTo>
                    <a:pt x="121" y="227"/>
                    <a:pt x="168" y="278"/>
                    <a:pt x="216" y="327"/>
                  </a:cubicBezTo>
                  <a:cubicBezTo>
                    <a:pt x="238" y="349"/>
                    <a:pt x="262" y="358"/>
                    <a:pt x="286" y="358"/>
                  </a:cubicBezTo>
                  <a:cubicBezTo>
                    <a:pt x="365" y="358"/>
                    <a:pt x="436" y="254"/>
                    <a:pt x="364" y="181"/>
                  </a:cubicBezTo>
                  <a:cubicBezTo>
                    <a:pt x="316" y="131"/>
                    <a:pt x="268" y="81"/>
                    <a:pt x="220" y="31"/>
                  </a:cubicBezTo>
                  <a:cubicBezTo>
                    <a:pt x="199" y="10"/>
                    <a:pt x="175" y="0"/>
                    <a:pt x="15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24"/>
            <p:cNvSpPr/>
            <p:nvPr/>
          </p:nvSpPr>
          <p:spPr>
            <a:xfrm>
              <a:off x="5398325" y="1521525"/>
              <a:ext cx="5925" cy="3475"/>
            </a:xfrm>
            <a:custGeom>
              <a:avLst/>
              <a:gdLst/>
              <a:ahLst/>
              <a:cxnLst/>
              <a:rect l="l" t="t" r="r" b="b"/>
              <a:pathLst>
                <a:path w="237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236" y="138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24"/>
            <p:cNvSpPr/>
            <p:nvPr/>
          </p:nvSpPr>
          <p:spPr>
            <a:xfrm>
              <a:off x="5639100" y="15217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2" y="239"/>
                  </a:cubicBezTo>
                  <a:cubicBezTo>
                    <a:pt x="252" y="239"/>
                    <a:pt x="323" y="135"/>
                    <a:pt x="250" y="62"/>
                  </a:cubicBezTo>
                  <a:lnTo>
                    <a:pt x="220" y="32"/>
                  </a:lnTo>
                  <a:cubicBezTo>
                    <a:pt x="199" y="10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24"/>
            <p:cNvSpPr/>
            <p:nvPr/>
          </p:nvSpPr>
          <p:spPr>
            <a:xfrm>
              <a:off x="5046875" y="1522250"/>
              <a:ext cx="5300" cy="3975"/>
            </a:xfrm>
            <a:custGeom>
              <a:avLst/>
              <a:gdLst/>
              <a:ahLst/>
              <a:cxnLst/>
              <a:rect l="l" t="t" r="r" b="b"/>
              <a:pathLst>
                <a:path w="212" h="159" extrusionOk="0">
                  <a:moveTo>
                    <a:pt x="163" y="1"/>
                  </a:moveTo>
                  <a:cubicBezTo>
                    <a:pt x="152" y="1"/>
                    <a:pt x="142" y="5"/>
                    <a:pt x="134" y="16"/>
                  </a:cubicBezTo>
                  <a:cubicBezTo>
                    <a:pt x="109" y="50"/>
                    <a:pt x="77" y="75"/>
                    <a:pt x="38" y="89"/>
                  </a:cubicBezTo>
                  <a:cubicBezTo>
                    <a:pt x="0" y="103"/>
                    <a:pt x="12" y="158"/>
                    <a:pt x="44" y="158"/>
                  </a:cubicBezTo>
                  <a:cubicBezTo>
                    <a:pt x="48" y="158"/>
                    <a:pt x="52" y="158"/>
                    <a:pt x="56" y="156"/>
                  </a:cubicBezTo>
                  <a:cubicBezTo>
                    <a:pt x="113" y="135"/>
                    <a:pt x="159" y="101"/>
                    <a:pt x="193" y="51"/>
                  </a:cubicBezTo>
                  <a:cubicBezTo>
                    <a:pt x="211" y="26"/>
                    <a:pt x="187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24"/>
            <p:cNvSpPr/>
            <p:nvPr/>
          </p:nvSpPr>
          <p:spPr>
            <a:xfrm>
              <a:off x="5803750" y="152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6" y="1"/>
                  </a:moveTo>
                  <a:cubicBezTo>
                    <a:pt x="1" y="1"/>
                    <a:pt x="0" y="70"/>
                    <a:pt x="46" y="70"/>
                  </a:cubicBezTo>
                  <a:lnTo>
                    <a:pt x="76" y="70"/>
                  </a:lnTo>
                  <a:cubicBezTo>
                    <a:pt x="119" y="69"/>
                    <a:pt x="120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24"/>
            <p:cNvSpPr/>
            <p:nvPr/>
          </p:nvSpPr>
          <p:spPr>
            <a:xfrm>
              <a:off x="5691875" y="1523425"/>
              <a:ext cx="5250" cy="3500"/>
            </a:xfrm>
            <a:custGeom>
              <a:avLst/>
              <a:gdLst/>
              <a:ahLst/>
              <a:cxnLst/>
              <a:rect l="l" t="t" r="r" b="b"/>
              <a:pathLst>
                <a:path w="21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19" y="139"/>
                  </a:lnTo>
                  <a:cubicBezTo>
                    <a:pt x="120" y="139"/>
                    <a:pt x="120" y="139"/>
                    <a:pt x="120" y="139"/>
                  </a:cubicBezTo>
                  <a:cubicBezTo>
                    <a:pt x="209" y="139"/>
                    <a:pt x="209" y="2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3" name="Google Shape;26003;p24"/>
            <p:cNvSpPr/>
            <p:nvPr/>
          </p:nvSpPr>
          <p:spPr>
            <a:xfrm>
              <a:off x="5770700" y="1523825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2"/>
                    <a:pt x="33" y="92"/>
                    <a:pt x="43" y="112"/>
                  </a:cubicBezTo>
                  <a:cubicBezTo>
                    <a:pt x="50" y="124"/>
                    <a:pt x="60" y="130"/>
                    <a:pt x="70" y="130"/>
                  </a:cubicBezTo>
                  <a:cubicBezTo>
                    <a:pt x="93" y="130"/>
                    <a:pt x="118" y="104"/>
                    <a:pt x="104" y="76"/>
                  </a:cubicBezTo>
                  <a:cubicBezTo>
                    <a:pt x="93" y="57"/>
                    <a:pt x="84" y="38"/>
                    <a:pt x="74" y="18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4" name="Google Shape;26004;p24"/>
            <p:cNvSpPr/>
            <p:nvPr/>
          </p:nvSpPr>
          <p:spPr>
            <a:xfrm>
              <a:off x="5579900" y="1524275"/>
              <a:ext cx="6650" cy="4200"/>
            </a:xfrm>
            <a:custGeom>
              <a:avLst/>
              <a:gdLst/>
              <a:ahLst/>
              <a:cxnLst/>
              <a:rect l="l" t="t" r="r" b="b"/>
              <a:pathLst>
                <a:path w="266" h="168" extrusionOk="0">
                  <a:moveTo>
                    <a:pt x="159" y="1"/>
                  </a:moveTo>
                  <a:cubicBezTo>
                    <a:pt x="148" y="1"/>
                    <a:pt x="137" y="3"/>
                    <a:pt x="126" y="9"/>
                  </a:cubicBezTo>
                  <a:cubicBezTo>
                    <a:pt x="107" y="20"/>
                    <a:pt x="88" y="28"/>
                    <a:pt x="68" y="39"/>
                  </a:cubicBezTo>
                  <a:cubicBezTo>
                    <a:pt x="0" y="74"/>
                    <a:pt x="43" y="168"/>
                    <a:pt x="107" y="168"/>
                  </a:cubicBezTo>
                  <a:cubicBezTo>
                    <a:pt x="117" y="168"/>
                    <a:pt x="127" y="165"/>
                    <a:pt x="138" y="160"/>
                  </a:cubicBezTo>
                  <a:cubicBezTo>
                    <a:pt x="158" y="150"/>
                    <a:pt x="177" y="140"/>
                    <a:pt x="197" y="130"/>
                  </a:cubicBezTo>
                  <a:cubicBezTo>
                    <a:pt x="266" y="95"/>
                    <a:pt x="223" y="1"/>
                    <a:pt x="15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24"/>
            <p:cNvSpPr/>
            <p:nvPr/>
          </p:nvSpPr>
          <p:spPr>
            <a:xfrm>
              <a:off x="5380700" y="1524400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1"/>
                  </a:moveTo>
                  <a:cubicBezTo>
                    <a:pt x="0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24"/>
            <p:cNvSpPr/>
            <p:nvPr/>
          </p:nvSpPr>
          <p:spPr>
            <a:xfrm>
              <a:off x="6067950" y="1524475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26" y="0"/>
                  </a:moveTo>
                  <a:cubicBezTo>
                    <a:pt x="110" y="0"/>
                    <a:pt x="94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7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7" y="70"/>
                    <a:pt x="180" y="0"/>
                    <a:pt x="12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24"/>
            <p:cNvSpPr/>
            <p:nvPr/>
          </p:nvSpPr>
          <p:spPr>
            <a:xfrm>
              <a:off x="5284425" y="1525725"/>
              <a:ext cx="4725" cy="6350"/>
            </a:xfrm>
            <a:custGeom>
              <a:avLst/>
              <a:gdLst/>
              <a:ahLst/>
              <a:cxnLst/>
              <a:rect l="l" t="t" r="r" b="b"/>
              <a:pathLst>
                <a:path w="189" h="254" extrusionOk="0">
                  <a:moveTo>
                    <a:pt x="84" y="0"/>
                  </a:moveTo>
                  <a:cubicBezTo>
                    <a:pt x="43" y="0"/>
                    <a:pt x="1" y="34"/>
                    <a:pt x="14" y="86"/>
                  </a:cubicBezTo>
                  <a:cubicBezTo>
                    <a:pt x="24" y="125"/>
                    <a:pt x="33" y="164"/>
                    <a:pt x="44" y="204"/>
                  </a:cubicBezTo>
                  <a:cubicBezTo>
                    <a:pt x="52" y="238"/>
                    <a:pt x="78" y="253"/>
                    <a:pt x="105" y="253"/>
                  </a:cubicBezTo>
                  <a:cubicBezTo>
                    <a:pt x="146" y="253"/>
                    <a:pt x="189" y="220"/>
                    <a:pt x="176" y="167"/>
                  </a:cubicBezTo>
                  <a:cubicBezTo>
                    <a:pt x="166" y="129"/>
                    <a:pt x="158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24"/>
            <p:cNvSpPr/>
            <p:nvPr/>
          </p:nvSpPr>
          <p:spPr>
            <a:xfrm>
              <a:off x="5703600" y="152715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24"/>
            <p:cNvSpPr/>
            <p:nvPr/>
          </p:nvSpPr>
          <p:spPr>
            <a:xfrm>
              <a:off x="4916950" y="1529025"/>
              <a:ext cx="6975" cy="5725"/>
            </a:xfrm>
            <a:custGeom>
              <a:avLst/>
              <a:gdLst/>
              <a:ahLst/>
              <a:cxnLst/>
              <a:rect l="l" t="t" r="r" b="b"/>
              <a:pathLst>
                <a:path w="279" h="229" extrusionOk="0">
                  <a:moveTo>
                    <a:pt x="83" y="1"/>
                  </a:moveTo>
                  <a:cubicBezTo>
                    <a:pt x="58" y="1"/>
                    <a:pt x="32" y="16"/>
                    <a:pt x="21" y="35"/>
                  </a:cubicBezTo>
                  <a:cubicBezTo>
                    <a:pt x="0" y="71"/>
                    <a:pt x="16" y="108"/>
                    <a:pt x="46" y="131"/>
                  </a:cubicBezTo>
                  <a:cubicBezTo>
                    <a:pt x="84" y="160"/>
                    <a:pt x="123" y="189"/>
                    <a:pt x="163" y="219"/>
                  </a:cubicBezTo>
                  <a:cubicBezTo>
                    <a:pt x="172" y="226"/>
                    <a:pt x="184" y="229"/>
                    <a:pt x="195" y="229"/>
                  </a:cubicBezTo>
                  <a:cubicBezTo>
                    <a:pt x="220" y="229"/>
                    <a:pt x="246" y="214"/>
                    <a:pt x="258" y="194"/>
                  </a:cubicBezTo>
                  <a:cubicBezTo>
                    <a:pt x="279" y="159"/>
                    <a:pt x="263" y="121"/>
                    <a:pt x="233" y="100"/>
                  </a:cubicBezTo>
                  <a:cubicBezTo>
                    <a:pt x="194" y="69"/>
                    <a:pt x="156" y="40"/>
                    <a:pt x="115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24"/>
            <p:cNvSpPr/>
            <p:nvPr/>
          </p:nvSpPr>
          <p:spPr>
            <a:xfrm>
              <a:off x="4946975" y="1530025"/>
              <a:ext cx="4075" cy="2450"/>
            </a:xfrm>
            <a:custGeom>
              <a:avLst/>
              <a:gdLst/>
              <a:ahLst/>
              <a:cxnLst/>
              <a:rect l="l" t="t" r="r" b="b"/>
              <a:pathLst>
                <a:path w="163" h="98" extrusionOk="0">
                  <a:moveTo>
                    <a:pt x="53" y="1"/>
                  </a:moveTo>
                  <a:cubicBezTo>
                    <a:pt x="21" y="1"/>
                    <a:pt x="0" y="48"/>
                    <a:pt x="34" y="65"/>
                  </a:cubicBezTo>
                  <a:cubicBezTo>
                    <a:pt x="54" y="75"/>
                    <a:pt x="74" y="83"/>
                    <a:pt x="93" y="94"/>
                  </a:cubicBezTo>
                  <a:cubicBezTo>
                    <a:pt x="99" y="96"/>
                    <a:pt x="104" y="98"/>
                    <a:pt x="109" y="98"/>
                  </a:cubicBezTo>
                  <a:cubicBezTo>
                    <a:pt x="141" y="98"/>
                    <a:pt x="162" y="52"/>
                    <a:pt x="127" y="35"/>
                  </a:cubicBezTo>
                  <a:cubicBezTo>
                    <a:pt x="109" y="25"/>
                    <a:pt x="89" y="15"/>
                    <a:pt x="69" y="5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24"/>
            <p:cNvSpPr/>
            <p:nvPr/>
          </p:nvSpPr>
          <p:spPr>
            <a:xfrm>
              <a:off x="5833375" y="1531100"/>
              <a:ext cx="9600" cy="7550"/>
            </a:xfrm>
            <a:custGeom>
              <a:avLst/>
              <a:gdLst/>
              <a:ahLst/>
              <a:cxnLst/>
              <a:rect l="l" t="t" r="r" b="b"/>
              <a:pathLst>
                <a:path w="384" h="302" extrusionOk="0">
                  <a:moveTo>
                    <a:pt x="122" y="1"/>
                  </a:moveTo>
                  <a:cubicBezTo>
                    <a:pt x="85" y="1"/>
                    <a:pt x="49" y="20"/>
                    <a:pt x="30" y="53"/>
                  </a:cubicBezTo>
                  <a:cubicBezTo>
                    <a:pt x="0" y="103"/>
                    <a:pt x="20" y="165"/>
                    <a:pt x="68" y="195"/>
                  </a:cubicBezTo>
                  <a:cubicBezTo>
                    <a:pt x="115" y="226"/>
                    <a:pt x="163" y="257"/>
                    <a:pt x="212" y="287"/>
                  </a:cubicBezTo>
                  <a:cubicBezTo>
                    <a:pt x="227" y="297"/>
                    <a:pt x="244" y="301"/>
                    <a:pt x="262" y="301"/>
                  </a:cubicBezTo>
                  <a:cubicBezTo>
                    <a:pt x="298" y="301"/>
                    <a:pt x="335" y="281"/>
                    <a:pt x="354" y="250"/>
                  </a:cubicBezTo>
                  <a:cubicBezTo>
                    <a:pt x="384" y="199"/>
                    <a:pt x="364" y="137"/>
                    <a:pt x="316" y="107"/>
                  </a:cubicBezTo>
                  <a:cubicBezTo>
                    <a:pt x="269" y="76"/>
                    <a:pt x="220" y="45"/>
                    <a:pt x="172" y="14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24"/>
            <p:cNvSpPr/>
            <p:nvPr/>
          </p:nvSpPr>
          <p:spPr>
            <a:xfrm>
              <a:off x="5205700" y="153120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4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24"/>
            <p:cNvSpPr/>
            <p:nvPr/>
          </p:nvSpPr>
          <p:spPr>
            <a:xfrm>
              <a:off x="5475900" y="1531925"/>
              <a:ext cx="6775" cy="7425"/>
            </a:xfrm>
            <a:custGeom>
              <a:avLst/>
              <a:gdLst/>
              <a:ahLst/>
              <a:cxnLst/>
              <a:rect l="l" t="t" r="r" b="b"/>
              <a:pathLst>
                <a:path w="271" h="297" extrusionOk="0">
                  <a:moveTo>
                    <a:pt x="119" y="0"/>
                  </a:moveTo>
                  <a:cubicBezTo>
                    <a:pt x="110" y="0"/>
                    <a:pt x="101" y="2"/>
                    <a:pt x="91" y="4"/>
                  </a:cubicBezTo>
                  <a:cubicBezTo>
                    <a:pt x="40" y="18"/>
                    <a:pt x="0" y="79"/>
                    <a:pt x="19" y="132"/>
                  </a:cubicBezTo>
                  <a:cubicBezTo>
                    <a:pt x="29" y="162"/>
                    <a:pt x="40" y="191"/>
                    <a:pt x="50" y="220"/>
                  </a:cubicBezTo>
                  <a:cubicBezTo>
                    <a:pt x="65" y="265"/>
                    <a:pt x="105" y="296"/>
                    <a:pt x="151" y="296"/>
                  </a:cubicBezTo>
                  <a:cubicBezTo>
                    <a:pt x="160" y="296"/>
                    <a:pt x="169" y="295"/>
                    <a:pt x="178" y="292"/>
                  </a:cubicBezTo>
                  <a:cubicBezTo>
                    <a:pt x="230" y="279"/>
                    <a:pt x="271" y="218"/>
                    <a:pt x="251" y="165"/>
                  </a:cubicBezTo>
                  <a:cubicBezTo>
                    <a:pt x="241" y="135"/>
                    <a:pt x="230" y="105"/>
                    <a:pt x="220" y="77"/>
                  </a:cubicBezTo>
                  <a:cubicBezTo>
                    <a:pt x="205" y="32"/>
                    <a:pt x="165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24"/>
            <p:cNvSpPr/>
            <p:nvPr/>
          </p:nvSpPr>
          <p:spPr>
            <a:xfrm>
              <a:off x="5318675" y="1532425"/>
              <a:ext cx="3025" cy="1775"/>
            </a:xfrm>
            <a:custGeom>
              <a:avLst/>
              <a:gdLst/>
              <a:ahLst/>
              <a:cxnLst/>
              <a:rect l="l" t="t" r="r" b="b"/>
              <a:pathLst>
                <a:path w="121" h="71" extrusionOk="0">
                  <a:moveTo>
                    <a:pt x="45" y="1"/>
                  </a:moveTo>
                  <a:cubicBezTo>
                    <a:pt x="0" y="1"/>
                    <a:pt x="0" y="70"/>
                    <a:pt x="45" y="70"/>
                  </a:cubicBezTo>
                  <a:lnTo>
                    <a:pt x="75" y="70"/>
                  </a:lnTo>
                  <a:cubicBezTo>
                    <a:pt x="120" y="69"/>
                    <a:pt x="120" y="1"/>
                    <a:pt x="7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24"/>
            <p:cNvSpPr/>
            <p:nvPr/>
          </p:nvSpPr>
          <p:spPr>
            <a:xfrm>
              <a:off x="6020725" y="1532450"/>
              <a:ext cx="7525" cy="7100"/>
            </a:xfrm>
            <a:custGeom>
              <a:avLst/>
              <a:gdLst/>
              <a:ahLst/>
              <a:cxnLst/>
              <a:rect l="l" t="t" r="r" b="b"/>
              <a:pathLst>
                <a:path w="301" h="284" extrusionOk="0">
                  <a:moveTo>
                    <a:pt x="85" y="1"/>
                  </a:moveTo>
                  <a:cubicBezTo>
                    <a:pt x="43" y="1"/>
                    <a:pt x="0" y="35"/>
                    <a:pt x="14" y="87"/>
                  </a:cubicBezTo>
                  <a:cubicBezTo>
                    <a:pt x="35" y="168"/>
                    <a:pt x="90" y="237"/>
                    <a:pt x="164" y="274"/>
                  </a:cubicBezTo>
                  <a:cubicBezTo>
                    <a:pt x="175" y="280"/>
                    <a:pt x="186" y="283"/>
                    <a:pt x="197" y="283"/>
                  </a:cubicBezTo>
                  <a:cubicBezTo>
                    <a:pt x="259" y="283"/>
                    <a:pt x="301" y="191"/>
                    <a:pt x="233" y="155"/>
                  </a:cubicBezTo>
                  <a:cubicBezTo>
                    <a:pt x="189" y="133"/>
                    <a:pt x="159" y="98"/>
                    <a:pt x="148" y="51"/>
                  </a:cubicBezTo>
                  <a:cubicBezTo>
                    <a:pt x="139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24"/>
            <p:cNvSpPr/>
            <p:nvPr/>
          </p:nvSpPr>
          <p:spPr>
            <a:xfrm>
              <a:off x="5437575" y="1532600"/>
              <a:ext cx="6650" cy="4125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07" y="0"/>
                  </a:moveTo>
                  <a:cubicBezTo>
                    <a:pt x="43" y="0"/>
                    <a:pt x="1" y="93"/>
                    <a:pt x="69" y="127"/>
                  </a:cubicBezTo>
                  <a:cubicBezTo>
                    <a:pt x="89" y="138"/>
                    <a:pt x="109" y="146"/>
                    <a:pt x="127" y="157"/>
                  </a:cubicBezTo>
                  <a:cubicBezTo>
                    <a:pt x="138" y="162"/>
                    <a:pt x="150" y="165"/>
                    <a:pt x="160" y="165"/>
                  </a:cubicBezTo>
                  <a:cubicBezTo>
                    <a:pt x="224" y="165"/>
                    <a:pt x="265" y="72"/>
                    <a:pt x="198" y="37"/>
                  </a:cubicBezTo>
                  <a:cubicBezTo>
                    <a:pt x="178" y="27"/>
                    <a:pt x="158" y="19"/>
                    <a:pt x="140" y="8"/>
                  </a:cubicBezTo>
                  <a:cubicBezTo>
                    <a:pt x="128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24"/>
            <p:cNvSpPr/>
            <p:nvPr/>
          </p:nvSpPr>
          <p:spPr>
            <a:xfrm>
              <a:off x="4898100" y="1532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80" y="21"/>
                  </a:cubicBezTo>
                  <a:lnTo>
                    <a:pt x="50" y="51"/>
                  </a:lnTo>
                  <a:cubicBezTo>
                    <a:pt x="1" y="100"/>
                    <a:pt x="49" y="170"/>
                    <a:pt x="102" y="170"/>
                  </a:cubicBezTo>
                  <a:cubicBezTo>
                    <a:pt x="118" y="170"/>
                    <a:pt x="134" y="164"/>
                    <a:pt x="148" y="149"/>
                  </a:cubicBezTo>
                  <a:lnTo>
                    <a:pt x="178" y="119"/>
                  </a:lnTo>
                  <a:cubicBezTo>
                    <a:pt x="227" y="70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24"/>
            <p:cNvSpPr/>
            <p:nvPr/>
          </p:nvSpPr>
          <p:spPr>
            <a:xfrm>
              <a:off x="5876225" y="1532775"/>
              <a:ext cx="5500" cy="7150"/>
            </a:xfrm>
            <a:custGeom>
              <a:avLst/>
              <a:gdLst/>
              <a:ahLst/>
              <a:cxnLst/>
              <a:rect l="l" t="t" r="r" b="b"/>
              <a:pathLst>
                <a:path w="220" h="286" extrusionOk="0">
                  <a:moveTo>
                    <a:pt x="80" y="0"/>
                  </a:moveTo>
                  <a:cubicBezTo>
                    <a:pt x="74" y="0"/>
                    <a:pt x="68" y="1"/>
                    <a:pt x="62" y="2"/>
                  </a:cubicBezTo>
                  <a:cubicBezTo>
                    <a:pt x="28" y="11"/>
                    <a:pt x="0" y="53"/>
                    <a:pt x="12" y="87"/>
                  </a:cubicBezTo>
                  <a:cubicBezTo>
                    <a:pt x="32" y="137"/>
                    <a:pt x="52" y="186"/>
                    <a:pt x="70" y="234"/>
                  </a:cubicBezTo>
                  <a:cubicBezTo>
                    <a:pt x="83" y="263"/>
                    <a:pt x="108" y="286"/>
                    <a:pt x="139" y="286"/>
                  </a:cubicBezTo>
                  <a:cubicBezTo>
                    <a:pt x="144" y="286"/>
                    <a:pt x="150" y="285"/>
                    <a:pt x="156" y="283"/>
                  </a:cubicBezTo>
                  <a:cubicBezTo>
                    <a:pt x="190" y="274"/>
                    <a:pt x="220" y="232"/>
                    <a:pt x="205" y="198"/>
                  </a:cubicBezTo>
                  <a:cubicBezTo>
                    <a:pt x="187" y="148"/>
                    <a:pt x="167" y="100"/>
                    <a:pt x="147" y="51"/>
                  </a:cubicBezTo>
                  <a:cubicBezTo>
                    <a:pt x="135" y="22"/>
                    <a:pt x="110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24"/>
            <p:cNvSpPr/>
            <p:nvPr/>
          </p:nvSpPr>
          <p:spPr>
            <a:xfrm>
              <a:off x="5296750" y="1532975"/>
              <a:ext cx="4450" cy="2350"/>
            </a:xfrm>
            <a:custGeom>
              <a:avLst/>
              <a:gdLst/>
              <a:ahLst/>
              <a:cxnLst/>
              <a:rect l="l" t="t" r="r" b="b"/>
              <a:pathLst>
                <a:path w="178" h="94" extrusionOk="0">
                  <a:moveTo>
                    <a:pt x="48" y="0"/>
                  </a:moveTo>
                  <a:cubicBezTo>
                    <a:pt x="23" y="0"/>
                    <a:pt x="1" y="35"/>
                    <a:pt x="22" y="62"/>
                  </a:cubicBezTo>
                  <a:cubicBezTo>
                    <a:pt x="39" y="83"/>
                    <a:pt x="64" y="93"/>
                    <a:pt x="89" y="93"/>
                  </a:cubicBezTo>
                  <a:cubicBezTo>
                    <a:pt x="114" y="93"/>
                    <a:pt x="138" y="83"/>
                    <a:pt x="155" y="64"/>
                  </a:cubicBezTo>
                  <a:cubicBezTo>
                    <a:pt x="178" y="39"/>
                    <a:pt x="155" y="5"/>
                    <a:pt x="129" y="5"/>
                  </a:cubicBezTo>
                  <a:cubicBezTo>
                    <a:pt x="121" y="5"/>
                    <a:pt x="113" y="8"/>
                    <a:pt x="106" y="15"/>
                  </a:cubicBezTo>
                  <a:cubicBezTo>
                    <a:pt x="101" y="21"/>
                    <a:pt x="95" y="23"/>
                    <a:pt x="90" y="23"/>
                  </a:cubicBezTo>
                  <a:cubicBezTo>
                    <a:pt x="83" y="23"/>
                    <a:pt x="77" y="19"/>
                    <a:pt x="71" y="12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24"/>
            <p:cNvSpPr/>
            <p:nvPr/>
          </p:nvSpPr>
          <p:spPr>
            <a:xfrm>
              <a:off x="5188075" y="1534000"/>
              <a:ext cx="7475" cy="5225"/>
            </a:xfrm>
            <a:custGeom>
              <a:avLst/>
              <a:gdLst/>
              <a:ahLst/>
              <a:cxnLst/>
              <a:rect l="l" t="t" r="r" b="b"/>
              <a:pathLst>
                <a:path w="299" h="209" extrusionOk="0">
                  <a:moveTo>
                    <a:pt x="135" y="0"/>
                  </a:moveTo>
                  <a:cubicBezTo>
                    <a:pt x="2" y="0"/>
                    <a:pt x="0" y="208"/>
                    <a:pt x="135" y="208"/>
                  </a:cubicBezTo>
                  <a:lnTo>
                    <a:pt x="165" y="208"/>
                  </a:lnTo>
                  <a:cubicBezTo>
                    <a:pt x="165" y="208"/>
                    <a:pt x="165" y="208"/>
                    <a:pt x="166" y="208"/>
                  </a:cubicBezTo>
                  <a:cubicBezTo>
                    <a:pt x="298" y="208"/>
                    <a:pt x="298" y="1"/>
                    <a:pt x="16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24"/>
            <p:cNvSpPr/>
            <p:nvPr/>
          </p:nvSpPr>
          <p:spPr>
            <a:xfrm>
              <a:off x="5605150" y="1535275"/>
              <a:ext cx="5175" cy="5000"/>
            </a:xfrm>
            <a:custGeom>
              <a:avLst/>
              <a:gdLst/>
              <a:ahLst/>
              <a:cxnLst/>
              <a:rect l="l" t="t" r="r" b="b"/>
              <a:pathLst>
                <a:path w="207" h="200" extrusionOk="0">
                  <a:moveTo>
                    <a:pt x="113" y="0"/>
                  </a:moveTo>
                  <a:cubicBezTo>
                    <a:pt x="92" y="0"/>
                    <a:pt x="72" y="11"/>
                    <a:pt x="59" y="36"/>
                  </a:cubicBezTo>
                  <a:cubicBezTo>
                    <a:pt x="49" y="55"/>
                    <a:pt x="40" y="74"/>
                    <a:pt x="29" y="94"/>
                  </a:cubicBezTo>
                  <a:cubicBezTo>
                    <a:pt x="1" y="148"/>
                    <a:pt x="49" y="199"/>
                    <a:pt x="95" y="199"/>
                  </a:cubicBezTo>
                  <a:cubicBezTo>
                    <a:pt x="116" y="199"/>
                    <a:pt x="136" y="189"/>
                    <a:pt x="148" y="163"/>
                  </a:cubicBezTo>
                  <a:cubicBezTo>
                    <a:pt x="159" y="145"/>
                    <a:pt x="168" y="125"/>
                    <a:pt x="178" y="105"/>
                  </a:cubicBezTo>
                  <a:cubicBezTo>
                    <a:pt x="206" y="51"/>
                    <a:pt x="158" y="0"/>
                    <a:pt x="11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24"/>
            <p:cNvSpPr/>
            <p:nvPr/>
          </p:nvSpPr>
          <p:spPr>
            <a:xfrm>
              <a:off x="5079500" y="153687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20" y="139"/>
                  </a:lnTo>
                  <a:cubicBezTo>
                    <a:pt x="209" y="139"/>
                    <a:pt x="209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24"/>
            <p:cNvSpPr/>
            <p:nvPr/>
          </p:nvSpPr>
          <p:spPr>
            <a:xfrm>
              <a:off x="5727800" y="153747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lnTo>
                    <a:pt x="147" y="140"/>
                  </a:ln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24"/>
            <p:cNvSpPr/>
            <p:nvPr/>
          </p:nvSpPr>
          <p:spPr>
            <a:xfrm>
              <a:off x="5809475" y="1537800"/>
              <a:ext cx="3200" cy="2525"/>
            </a:xfrm>
            <a:custGeom>
              <a:avLst/>
              <a:gdLst/>
              <a:ahLst/>
              <a:cxnLst/>
              <a:rect l="l" t="t" r="r" b="b"/>
              <a:pathLst>
                <a:path w="128" h="101" extrusionOk="0">
                  <a:moveTo>
                    <a:pt x="52" y="1"/>
                  </a:moveTo>
                  <a:cubicBezTo>
                    <a:pt x="25" y="1"/>
                    <a:pt x="1" y="36"/>
                    <a:pt x="25" y="60"/>
                  </a:cubicBezTo>
                  <a:lnTo>
                    <a:pt x="55" y="90"/>
                  </a:lnTo>
                  <a:cubicBezTo>
                    <a:pt x="62" y="98"/>
                    <a:pt x="70" y="101"/>
                    <a:pt x="78" y="101"/>
                  </a:cubicBezTo>
                  <a:cubicBezTo>
                    <a:pt x="104" y="101"/>
                    <a:pt x="128" y="66"/>
                    <a:pt x="104" y="41"/>
                  </a:cubicBezTo>
                  <a:lnTo>
                    <a:pt x="75" y="11"/>
                  </a:ln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24"/>
            <p:cNvSpPr/>
            <p:nvPr/>
          </p:nvSpPr>
          <p:spPr>
            <a:xfrm>
              <a:off x="5264150" y="1538150"/>
              <a:ext cx="3475" cy="4150"/>
            </a:xfrm>
            <a:custGeom>
              <a:avLst/>
              <a:gdLst/>
              <a:ahLst/>
              <a:cxnLst/>
              <a:rect l="l" t="t" r="r" b="b"/>
              <a:pathLst>
                <a:path w="139" h="166" extrusionOk="0">
                  <a:moveTo>
                    <a:pt x="69" y="1"/>
                  </a:moveTo>
                  <a:cubicBezTo>
                    <a:pt x="35" y="1"/>
                    <a:pt x="0" y="23"/>
                    <a:pt x="0" y="68"/>
                  </a:cubicBezTo>
                  <a:lnTo>
                    <a:pt x="0" y="98"/>
                  </a:lnTo>
                  <a:cubicBezTo>
                    <a:pt x="0" y="143"/>
                    <a:pt x="34" y="165"/>
                    <a:pt x="69" y="165"/>
                  </a:cubicBezTo>
                  <a:cubicBezTo>
                    <a:pt x="103" y="165"/>
                    <a:pt x="138" y="143"/>
                    <a:pt x="138" y="98"/>
                  </a:cubicBezTo>
                  <a:lnTo>
                    <a:pt x="138" y="68"/>
                  </a:lnTo>
                  <a:cubicBezTo>
                    <a:pt x="139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24"/>
            <p:cNvSpPr/>
            <p:nvPr/>
          </p:nvSpPr>
          <p:spPr>
            <a:xfrm>
              <a:off x="5315475" y="153897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3" y="0"/>
                  </a:moveTo>
                  <a:cubicBezTo>
                    <a:pt x="49" y="0"/>
                    <a:pt x="1" y="70"/>
                    <a:pt x="50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5" y="169"/>
                  </a:cubicBezTo>
                  <a:cubicBezTo>
                    <a:pt x="179" y="169"/>
                    <a:pt x="227" y="100"/>
                    <a:pt x="178" y="51"/>
                  </a:cubicBezTo>
                  <a:lnTo>
                    <a:pt x="149" y="21"/>
                  </a:lnTo>
                  <a:cubicBezTo>
                    <a:pt x="135" y="6"/>
                    <a:pt x="119" y="0"/>
                    <a:pt x="10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24"/>
            <p:cNvSpPr/>
            <p:nvPr/>
          </p:nvSpPr>
          <p:spPr>
            <a:xfrm>
              <a:off x="4933950" y="1539450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4" y="1"/>
                  </a:moveTo>
                  <a:cubicBezTo>
                    <a:pt x="49" y="1"/>
                    <a:pt x="0" y="70"/>
                    <a:pt x="52" y="119"/>
                  </a:cubicBezTo>
                  <a:cubicBezTo>
                    <a:pt x="72" y="138"/>
                    <a:pt x="92" y="156"/>
                    <a:pt x="113" y="176"/>
                  </a:cubicBezTo>
                  <a:cubicBezTo>
                    <a:pt x="127" y="189"/>
                    <a:pt x="143" y="195"/>
                    <a:pt x="158" y="195"/>
                  </a:cubicBezTo>
                  <a:cubicBezTo>
                    <a:pt x="213" y="195"/>
                    <a:pt x="261" y="125"/>
                    <a:pt x="211" y="77"/>
                  </a:cubicBezTo>
                  <a:cubicBezTo>
                    <a:pt x="191" y="58"/>
                    <a:pt x="171" y="40"/>
                    <a:pt x="150" y="20"/>
                  </a:cubicBezTo>
                  <a:cubicBezTo>
                    <a:pt x="136" y="7"/>
                    <a:pt x="120" y="1"/>
                    <a:pt x="10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24"/>
            <p:cNvSpPr/>
            <p:nvPr/>
          </p:nvSpPr>
          <p:spPr>
            <a:xfrm>
              <a:off x="5660325" y="15401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73" y="0"/>
                  </a:moveTo>
                  <a:cubicBezTo>
                    <a:pt x="149" y="0"/>
                    <a:pt x="125" y="9"/>
                    <a:pt x="104" y="31"/>
                  </a:cubicBezTo>
                  <a:lnTo>
                    <a:pt x="74" y="61"/>
                  </a:lnTo>
                  <a:cubicBezTo>
                    <a:pt x="1" y="134"/>
                    <a:pt x="72" y="238"/>
                    <a:pt x="151" y="238"/>
                  </a:cubicBezTo>
                  <a:cubicBezTo>
                    <a:pt x="174" y="238"/>
                    <a:pt x="198" y="229"/>
                    <a:pt x="220" y="208"/>
                  </a:cubicBezTo>
                  <a:lnTo>
                    <a:pt x="250" y="178"/>
                  </a:lnTo>
                  <a:cubicBezTo>
                    <a:pt x="324" y="105"/>
                    <a:pt x="252" y="0"/>
                    <a:pt x="17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24"/>
            <p:cNvSpPr/>
            <p:nvPr/>
          </p:nvSpPr>
          <p:spPr>
            <a:xfrm>
              <a:off x="5753950" y="15405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6" y="1"/>
                    <a:pt x="1" y="23"/>
                    <a:pt x="1" y="67"/>
                  </a:cubicBezTo>
                  <a:lnTo>
                    <a:pt x="1" y="127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4" y="193"/>
                    <a:pt x="138" y="171"/>
                    <a:pt x="138" y="127"/>
                  </a:cubicBezTo>
                  <a:lnTo>
                    <a:pt x="138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24"/>
            <p:cNvSpPr/>
            <p:nvPr/>
          </p:nvSpPr>
          <p:spPr>
            <a:xfrm>
              <a:off x="5400075" y="1540725"/>
              <a:ext cx="2275" cy="1750"/>
            </a:xfrm>
            <a:custGeom>
              <a:avLst/>
              <a:gdLst/>
              <a:ahLst/>
              <a:cxnLst/>
              <a:rect l="l" t="t" r="r" b="b"/>
              <a:pathLst>
                <a:path w="91" h="70" extrusionOk="0">
                  <a:moveTo>
                    <a:pt x="46" y="0"/>
                  </a:moveTo>
                  <a:cubicBezTo>
                    <a:pt x="0" y="0"/>
                    <a:pt x="0" y="70"/>
                    <a:pt x="46" y="70"/>
                  </a:cubicBezTo>
                  <a:cubicBezTo>
                    <a:pt x="91" y="69"/>
                    <a:pt x="91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24"/>
            <p:cNvSpPr/>
            <p:nvPr/>
          </p:nvSpPr>
          <p:spPr>
            <a:xfrm>
              <a:off x="5982825" y="154115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24"/>
            <p:cNvSpPr/>
            <p:nvPr/>
          </p:nvSpPr>
          <p:spPr>
            <a:xfrm>
              <a:off x="5637850" y="1541500"/>
              <a:ext cx="6775" cy="5225"/>
            </a:xfrm>
            <a:custGeom>
              <a:avLst/>
              <a:gdLst/>
              <a:ahLst/>
              <a:cxnLst/>
              <a:rect l="l" t="t" r="r" b="b"/>
              <a:pathLst>
                <a:path w="271" h="209" extrusionOk="0">
                  <a:moveTo>
                    <a:pt x="136" y="0"/>
                  </a:moveTo>
                  <a:cubicBezTo>
                    <a:pt x="3" y="0"/>
                    <a:pt x="1" y="209"/>
                    <a:pt x="136" y="209"/>
                  </a:cubicBezTo>
                  <a:cubicBezTo>
                    <a:pt x="270" y="209"/>
                    <a:pt x="270" y="0"/>
                    <a:pt x="13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24"/>
            <p:cNvSpPr/>
            <p:nvPr/>
          </p:nvSpPr>
          <p:spPr>
            <a:xfrm>
              <a:off x="5230750" y="1541650"/>
              <a:ext cx="3500" cy="5550"/>
            </a:xfrm>
            <a:custGeom>
              <a:avLst/>
              <a:gdLst/>
              <a:ahLst/>
              <a:cxnLst/>
              <a:rect l="l" t="t" r="r" b="b"/>
              <a:pathLst>
                <a:path w="140" h="222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55"/>
                  </a:lnTo>
                  <a:cubicBezTo>
                    <a:pt x="1" y="200"/>
                    <a:pt x="35" y="222"/>
                    <a:pt x="70" y="222"/>
                  </a:cubicBezTo>
                  <a:cubicBezTo>
                    <a:pt x="105" y="222"/>
                    <a:pt x="139" y="200"/>
                    <a:pt x="139" y="155"/>
                  </a:cubicBezTo>
                  <a:lnTo>
                    <a:pt x="139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24"/>
            <p:cNvSpPr/>
            <p:nvPr/>
          </p:nvSpPr>
          <p:spPr>
            <a:xfrm>
              <a:off x="5455600" y="1542325"/>
              <a:ext cx="6900" cy="7125"/>
            </a:xfrm>
            <a:custGeom>
              <a:avLst/>
              <a:gdLst/>
              <a:ahLst/>
              <a:cxnLst/>
              <a:rect l="l" t="t" r="r" b="b"/>
              <a:pathLst>
                <a:path w="276" h="285" extrusionOk="0">
                  <a:moveTo>
                    <a:pt x="80" y="0"/>
                  </a:moveTo>
                  <a:cubicBezTo>
                    <a:pt x="61" y="0"/>
                    <a:pt x="42" y="8"/>
                    <a:pt x="29" y="20"/>
                  </a:cubicBezTo>
                  <a:cubicBezTo>
                    <a:pt x="1" y="49"/>
                    <a:pt x="5" y="89"/>
                    <a:pt x="29" y="119"/>
                  </a:cubicBezTo>
                  <a:cubicBezTo>
                    <a:pt x="69" y="166"/>
                    <a:pt x="110" y="216"/>
                    <a:pt x="149" y="264"/>
                  </a:cubicBezTo>
                  <a:cubicBezTo>
                    <a:pt x="160" y="278"/>
                    <a:pt x="177" y="284"/>
                    <a:pt x="195" y="284"/>
                  </a:cubicBezTo>
                  <a:cubicBezTo>
                    <a:pt x="215" y="284"/>
                    <a:pt x="235" y="277"/>
                    <a:pt x="247" y="264"/>
                  </a:cubicBezTo>
                  <a:cubicBezTo>
                    <a:pt x="275" y="236"/>
                    <a:pt x="271" y="195"/>
                    <a:pt x="247" y="165"/>
                  </a:cubicBezTo>
                  <a:cubicBezTo>
                    <a:pt x="207" y="118"/>
                    <a:pt x="167" y="68"/>
                    <a:pt x="127" y="20"/>
                  </a:cubicBezTo>
                  <a:cubicBezTo>
                    <a:pt x="116" y="7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24"/>
            <p:cNvSpPr/>
            <p:nvPr/>
          </p:nvSpPr>
          <p:spPr>
            <a:xfrm>
              <a:off x="4972550" y="1542450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2" y="1"/>
                  </a:moveTo>
                  <a:cubicBezTo>
                    <a:pt x="71" y="1"/>
                    <a:pt x="60" y="4"/>
                    <a:pt x="49" y="10"/>
                  </a:cubicBezTo>
                  <a:cubicBezTo>
                    <a:pt x="19" y="27"/>
                    <a:pt x="1" y="75"/>
                    <a:pt x="25" y="104"/>
                  </a:cubicBezTo>
                  <a:cubicBezTo>
                    <a:pt x="55" y="144"/>
                    <a:pt x="83" y="184"/>
                    <a:pt x="113" y="223"/>
                  </a:cubicBezTo>
                  <a:cubicBezTo>
                    <a:pt x="127" y="243"/>
                    <a:pt x="150" y="257"/>
                    <a:pt x="173" y="257"/>
                  </a:cubicBezTo>
                  <a:cubicBezTo>
                    <a:pt x="184" y="257"/>
                    <a:pt x="196" y="254"/>
                    <a:pt x="207" y="247"/>
                  </a:cubicBezTo>
                  <a:cubicBezTo>
                    <a:pt x="237" y="231"/>
                    <a:pt x="255" y="182"/>
                    <a:pt x="232" y="153"/>
                  </a:cubicBezTo>
                  <a:cubicBezTo>
                    <a:pt x="202" y="113"/>
                    <a:pt x="174" y="73"/>
                    <a:pt x="144" y="35"/>
                  </a:cubicBezTo>
                  <a:cubicBezTo>
                    <a:pt x="129" y="14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24"/>
            <p:cNvSpPr/>
            <p:nvPr/>
          </p:nvSpPr>
          <p:spPr>
            <a:xfrm>
              <a:off x="5035675" y="1542450"/>
              <a:ext cx="8250" cy="7400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187" y="0"/>
                  </a:moveTo>
                  <a:cubicBezTo>
                    <a:pt x="155" y="0"/>
                    <a:pt x="124" y="15"/>
                    <a:pt x="102" y="50"/>
                  </a:cubicBezTo>
                  <a:cubicBezTo>
                    <a:pt x="85" y="79"/>
                    <a:pt x="66" y="110"/>
                    <a:pt x="48" y="140"/>
                  </a:cubicBezTo>
                  <a:cubicBezTo>
                    <a:pt x="1" y="220"/>
                    <a:pt x="73" y="295"/>
                    <a:pt x="145" y="295"/>
                  </a:cubicBezTo>
                  <a:cubicBezTo>
                    <a:pt x="176" y="295"/>
                    <a:pt x="208" y="281"/>
                    <a:pt x="229" y="246"/>
                  </a:cubicBezTo>
                  <a:cubicBezTo>
                    <a:pt x="246" y="216"/>
                    <a:pt x="265" y="185"/>
                    <a:pt x="282" y="155"/>
                  </a:cubicBezTo>
                  <a:cubicBezTo>
                    <a:pt x="330" y="75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24"/>
            <p:cNvSpPr/>
            <p:nvPr/>
          </p:nvSpPr>
          <p:spPr>
            <a:xfrm>
              <a:off x="4892200" y="1542925"/>
              <a:ext cx="5675" cy="4275"/>
            </a:xfrm>
            <a:custGeom>
              <a:avLst/>
              <a:gdLst/>
              <a:ahLst/>
              <a:cxnLst/>
              <a:rect l="l" t="t" r="r" b="b"/>
              <a:pathLst>
                <a:path w="227" h="171" extrusionOk="0">
                  <a:moveTo>
                    <a:pt x="102" y="1"/>
                  </a:moveTo>
                  <a:cubicBezTo>
                    <a:pt x="48" y="1"/>
                    <a:pt x="1" y="71"/>
                    <a:pt x="49" y="120"/>
                  </a:cubicBezTo>
                  <a:lnTo>
                    <a:pt x="79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3" y="7"/>
                    <a:pt x="117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24"/>
            <p:cNvSpPr/>
            <p:nvPr/>
          </p:nvSpPr>
          <p:spPr>
            <a:xfrm>
              <a:off x="6053375" y="15458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187" y="1"/>
                  </a:moveTo>
                  <a:cubicBezTo>
                    <a:pt x="180" y="1"/>
                    <a:pt x="173" y="2"/>
                    <a:pt x="165" y="5"/>
                  </a:cubicBezTo>
                  <a:cubicBezTo>
                    <a:pt x="136" y="15"/>
                    <a:pt x="107" y="24"/>
                    <a:pt x="77" y="35"/>
                  </a:cubicBezTo>
                  <a:cubicBezTo>
                    <a:pt x="1" y="60"/>
                    <a:pt x="22" y="172"/>
                    <a:pt x="90" y="172"/>
                  </a:cubicBezTo>
                  <a:cubicBezTo>
                    <a:pt x="97" y="172"/>
                    <a:pt x="105" y="171"/>
                    <a:pt x="113" y="168"/>
                  </a:cubicBezTo>
                  <a:cubicBezTo>
                    <a:pt x="143" y="158"/>
                    <a:pt x="172" y="149"/>
                    <a:pt x="201" y="138"/>
                  </a:cubicBezTo>
                  <a:cubicBezTo>
                    <a:pt x="279" y="114"/>
                    <a:pt x="256" y="1"/>
                    <a:pt x="18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24"/>
            <p:cNvSpPr/>
            <p:nvPr/>
          </p:nvSpPr>
          <p:spPr>
            <a:xfrm>
              <a:off x="5116775" y="1545950"/>
              <a:ext cx="1775" cy="5375"/>
            </a:xfrm>
            <a:custGeom>
              <a:avLst/>
              <a:gdLst/>
              <a:ahLst/>
              <a:cxnLst/>
              <a:rect l="l" t="t" r="r" b="b"/>
              <a:pathLst>
                <a:path w="71" h="215" extrusionOk="0">
                  <a:moveTo>
                    <a:pt x="35" y="0"/>
                  </a:moveTo>
                  <a:cubicBezTo>
                    <a:pt x="18" y="0"/>
                    <a:pt x="1" y="11"/>
                    <a:pt x="1" y="34"/>
                  </a:cubicBezTo>
                  <a:lnTo>
                    <a:pt x="1" y="180"/>
                  </a:lnTo>
                  <a:cubicBezTo>
                    <a:pt x="1" y="203"/>
                    <a:pt x="18" y="214"/>
                    <a:pt x="35" y="214"/>
                  </a:cubicBezTo>
                  <a:cubicBezTo>
                    <a:pt x="53" y="214"/>
                    <a:pt x="70" y="203"/>
                    <a:pt x="70" y="180"/>
                  </a:cubicBezTo>
                  <a:lnTo>
                    <a:pt x="70" y="34"/>
                  </a:lnTo>
                  <a:cubicBezTo>
                    <a:pt x="70" y="11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24"/>
            <p:cNvSpPr/>
            <p:nvPr/>
          </p:nvSpPr>
          <p:spPr>
            <a:xfrm>
              <a:off x="5773900" y="1546550"/>
              <a:ext cx="1750" cy="2450"/>
            </a:xfrm>
            <a:custGeom>
              <a:avLst/>
              <a:gdLst/>
              <a:ahLst/>
              <a:cxnLst/>
              <a:rect l="l" t="t" r="r" b="b"/>
              <a:pathLst>
                <a:path w="70" h="98" extrusionOk="0">
                  <a:moveTo>
                    <a:pt x="35" y="1"/>
                  </a:moveTo>
                  <a:cubicBezTo>
                    <a:pt x="18" y="1"/>
                    <a:pt x="0" y="12"/>
                    <a:pt x="0" y="34"/>
                  </a:cubicBezTo>
                  <a:lnTo>
                    <a:pt x="0" y="64"/>
                  </a:lnTo>
                  <a:cubicBezTo>
                    <a:pt x="0" y="87"/>
                    <a:pt x="18" y="98"/>
                    <a:pt x="35" y="98"/>
                  </a:cubicBezTo>
                  <a:cubicBezTo>
                    <a:pt x="53" y="98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24"/>
            <p:cNvSpPr/>
            <p:nvPr/>
          </p:nvSpPr>
          <p:spPr>
            <a:xfrm>
              <a:off x="5531500" y="154687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6"/>
                  </a:lnTo>
                  <a:cubicBezTo>
                    <a:pt x="1" y="171"/>
                    <a:pt x="35" y="193"/>
                    <a:pt x="70" y="193"/>
                  </a:cubicBezTo>
                  <a:cubicBezTo>
                    <a:pt x="105" y="193"/>
                    <a:pt x="139" y="171"/>
                    <a:pt x="139" y="126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24"/>
            <p:cNvSpPr/>
            <p:nvPr/>
          </p:nvSpPr>
          <p:spPr>
            <a:xfrm>
              <a:off x="5501675" y="1547300"/>
              <a:ext cx="6550" cy="6675"/>
            </a:xfrm>
            <a:custGeom>
              <a:avLst/>
              <a:gdLst/>
              <a:ahLst/>
              <a:cxnLst/>
              <a:rect l="l" t="t" r="r" b="b"/>
              <a:pathLst>
                <a:path w="262" h="267" extrusionOk="0">
                  <a:moveTo>
                    <a:pt x="146" y="1"/>
                  </a:moveTo>
                  <a:cubicBezTo>
                    <a:pt x="109" y="1"/>
                    <a:pt x="72" y="18"/>
                    <a:pt x="55" y="52"/>
                  </a:cubicBezTo>
                  <a:cubicBezTo>
                    <a:pt x="45" y="71"/>
                    <a:pt x="36" y="91"/>
                    <a:pt x="26" y="110"/>
                  </a:cubicBezTo>
                  <a:cubicBezTo>
                    <a:pt x="0" y="161"/>
                    <a:pt x="11" y="223"/>
                    <a:pt x="63" y="252"/>
                  </a:cubicBezTo>
                  <a:cubicBezTo>
                    <a:pt x="79" y="262"/>
                    <a:pt x="97" y="266"/>
                    <a:pt x="116" y="266"/>
                  </a:cubicBezTo>
                  <a:cubicBezTo>
                    <a:pt x="152" y="266"/>
                    <a:pt x="188" y="249"/>
                    <a:pt x="205" y="215"/>
                  </a:cubicBezTo>
                  <a:cubicBezTo>
                    <a:pt x="216" y="195"/>
                    <a:pt x="225" y="177"/>
                    <a:pt x="235" y="157"/>
                  </a:cubicBezTo>
                  <a:cubicBezTo>
                    <a:pt x="261" y="106"/>
                    <a:pt x="250" y="44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24"/>
            <p:cNvSpPr/>
            <p:nvPr/>
          </p:nvSpPr>
          <p:spPr>
            <a:xfrm>
              <a:off x="5915075" y="1547475"/>
              <a:ext cx="6950" cy="5700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83" y="0"/>
                  </a:moveTo>
                  <a:cubicBezTo>
                    <a:pt x="58" y="0"/>
                    <a:pt x="32" y="14"/>
                    <a:pt x="21" y="35"/>
                  </a:cubicBezTo>
                  <a:cubicBezTo>
                    <a:pt x="0" y="69"/>
                    <a:pt x="16" y="108"/>
                    <a:pt x="45" y="129"/>
                  </a:cubicBezTo>
                  <a:cubicBezTo>
                    <a:pt x="84" y="159"/>
                    <a:pt x="122" y="187"/>
                    <a:pt x="163" y="217"/>
                  </a:cubicBezTo>
                  <a:cubicBezTo>
                    <a:pt x="172" y="224"/>
                    <a:pt x="184" y="227"/>
                    <a:pt x="195" y="227"/>
                  </a:cubicBezTo>
                  <a:cubicBezTo>
                    <a:pt x="220" y="227"/>
                    <a:pt x="246" y="213"/>
                    <a:pt x="257" y="192"/>
                  </a:cubicBezTo>
                  <a:cubicBezTo>
                    <a:pt x="278" y="157"/>
                    <a:pt x="264" y="121"/>
                    <a:pt x="233" y="98"/>
                  </a:cubicBezTo>
                  <a:cubicBezTo>
                    <a:pt x="194" y="68"/>
                    <a:pt x="156" y="40"/>
                    <a:pt x="115" y="10"/>
                  </a:cubicBezTo>
                  <a:cubicBezTo>
                    <a:pt x="106" y="3"/>
                    <a:pt x="94" y="0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24"/>
            <p:cNvSpPr/>
            <p:nvPr/>
          </p:nvSpPr>
          <p:spPr>
            <a:xfrm>
              <a:off x="5199450" y="1547950"/>
              <a:ext cx="8125" cy="5975"/>
            </a:xfrm>
            <a:custGeom>
              <a:avLst/>
              <a:gdLst/>
              <a:ahLst/>
              <a:cxnLst/>
              <a:rect l="l" t="t" r="r" b="b"/>
              <a:pathLst>
                <a:path w="325" h="239" extrusionOk="0">
                  <a:moveTo>
                    <a:pt x="152" y="1"/>
                  </a:moveTo>
                  <a:cubicBezTo>
                    <a:pt x="72" y="1"/>
                    <a:pt x="1" y="105"/>
                    <a:pt x="73" y="178"/>
                  </a:cubicBezTo>
                  <a:lnTo>
                    <a:pt x="103" y="208"/>
                  </a:lnTo>
                  <a:cubicBezTo>
                    <a:pt x="125" y="230"/>
                    <a:pt x="149" y="239"/>
                    <a:pt x="173" y="239"/>
                  </a:cubicBezTo>
                  <a:cubicBezTo>
                    <a:pt x="253" y="239"/>
                    <a:pt x="324" y="135"/>
                    <a:pt x="252" y="61"/>
                  </a:cubicBezTo>
                  <a:lnTo>
                    <a:pt x="222" y="32"/>
                  </a:lnTo>
                  <a:cubicBezTo>
                    <a:pt x="200" y="10"/>
                    <a:pt x="176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24"/>
            <p:cNvSpPr/>
            <p:nvPr/>
          </p:nvSpPr>
          <p:spPr>
            <a:xfrm>
              <a:off x="5364125" y="1548675"/>
              <a:ext cx="3000" cy="1775"/>
            </a:xfrm>
            <a:custGeom>
              <a:avLst/>
              <a:gdLst/>
              <a:ahLst/>
              <a:cxnLst/>
              <a:rect l="l" t="t" r="r" b="b"/>
              <a:pathLst>
                <a:path w="120" h="71" extrusionOk="0">
                  <a:moveTo>
                    <a:pt x="45" y="0"/>
                  </a:moveTo>
                  <a:cubicBezTo>
                    <a:pt x="0" y="0"/>
                    <a:pt x="0" y="71"/>
                    <a:pt x="45" y="71"/>
                  </a:cubicBezTo>
                  <a:lnTo>
                    <a:pt x="75" y="71"/>
                  </a:lnTo>
                  <a:cubicBezTo>
                    <a:pt x="120" y="71"/>
                    <a:pt x="120" y="0"/>
                    <a:pt x="7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24"/>
            <p:cNvSpPr/>
            <p:nvPr/>
          </p:nvSpPr>
          <p:spPr>
            <a:xfrm>
              <a:off x="5252250" y="15497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lnTo>
                    <a:pt x="120" y="140"/>
                  </a:lnTo>
                  <a:cubicBezTo>
                    <a:pt x="208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24"/>
            <p:cNvSpPr/>
            <p:nvPr/>
          </p:nvSpPr>
          <p:spPr>
            <a:xfrm>
              <a:off x="5331050" y="1550100"/>
              <a:ext cx="2975" cy="3225"/>
            </a:xfrm>
            <a:custGeom>
              <a:avLst/>
              <a:gdLst/>
              <a:ahLst/>
              <a:cxnLst/>
              <a:rect l="l" t="t" r="r" b="b"/>
              <a:pathLst>
                <a:path w="119" h="129" extrusionOk="0">
                  <a:moveTo>
                    <a:pt x="48" y="0"/>
                  </a:moveTo>
                  <a:cubicBezTo>
                    <a:pt x="25" y="0"/>
                    <a:pt x="1" y="25"/>
                    <a:pt x="15" y="52"/>
                  </a:cubicBezTo>
                  <a:cubicBezTo>
                    <a:pt x="25" y="72"/>
                    <a:pt x="34" y="92"/>
                    <a:pt x="45" y="111"/>
                  </a:cubicBezTo>
                  <a:cubicBezTo>
                    <a:pt x="51" y="124"/>
                    <a:pt x="61" y="129"/>
                    <a:pt x="71" y="129"/>
                  </a:cubicBezTo>
                  <a:cubicBezTo>
                    <a:pt x="94" y="129"/>
                    <a:pt x="118" y="104"/>
                    <a:pt x="104" y="76"/>
                  </a:cubicBezTo>
                  <a:cubicBezTo>
                    <a:pt x="94" y="56"/>
                    <a:pt x="85" y="37"/>
                    <a:pt x="75" y="18"/>
                  </a:cubicBezTo>
                  <a:cubicBezTo>
                    <a:pt x="69" y="5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24"/>
            <p:cNvSpPr/>
            <p:nvPr/>
          </p:nvSpPr>
          <p:spPr>
            <a:xfrm>
              <a:off x="5991875" y="1550675"/>
              <a:ext cx="5900" cy="3475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9" y="138"/>
                    <a:pt x="149" y="138"/>
                  </a:cubicBezTo>
                  <a:cubicBezTo>
                    <a:pt x="235" y="138"/>
                    <a:pt x="236" y="1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24"/>
            <p:cNvSpPr/>
            <p:nvPr/>
          </p:nvSpPr>
          <p:spPr>
            <a:xfrm>
              <a:off x="5628325" y="15507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24"/>
            <p:cNvSpPr/>
            <p:nvPr/>
          </p:nvSpPr>
          <p:spPr>
            <a:xfrm>
              <a:off x="5094650" y="155090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0" y="141"/>
                    <a:pt x="35" y="164"/>
                    <a:pt x="69" y="164"/>
                  </a:cubicBezTo>
                  <a:cubicBezTo>
                    <a:pt x="104" y="164"/>
                    <a:pt x="139" y="141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24"/>
            <p:cNvSpPr/>
            <p:nvPr/>
          </p:nvSpPr>
          <p:spPr>
            <a:xfrm>
              <a:off x="5181700" y="1551150"/>
              <a:ext cx="5325" cy="7100"/>
            </a:xfrm>
            <a:custGeom>
              <a:avLst/>
              <a:gdLst/>
              <a:ahLst/>
              <a:cxnLst/>
              <a:rect l="l" t="t" r="r" b="b"/>
              <a:pathLst>
                <a:path w="213" h="284" extrusionOk="0">
                  <a:moveTo>
                    <a:pt x="76" y="0"/>
                  </a:moveTo>
                  <a:cubicBezTo>
                    <a:pt x="64" y="0"/>
                    <a:pt x="51" y="3"/>
                    <a:pt x="41" y="9"/>
                  </a:cubicBezTo>
                  <a:cubicBezTo>
                    <a:pt x="5" y="30"/>
                    <a:pt x="0" y="70"/>
                    <a:pt x="16" y="104"/>
                  </a:cubicBezTo>
                  <a:cubicBezTo>
                    <a:pt x="36" y="152"/>
                    <a:pt x="57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1" y="283"/>
                    <a:pt x="164" y="280"/>
                    <a:pt x="174" y="273"/>
                  </a:cubicBezTo>
                  <a:cubicBezTo>
                    <a:pt x="208" y="253"/>
                    <a:pt x="213" y="212"/>
                    <a:pt x="198" y="179"/>
                  </a:cubicBezTo>
                  <a:cubicBezTo>
                    <a:pt x="177" y="131"/>
                    <a:pt x="157" y="82"/>
                    <a:pt x="135" y="34"/>
                  </a:cubicBezTo>
                  <a:cubicBezTo>
                    <a:pt x="125" y="11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24"/>
            <p:cNvSpPr/>
            <p:nvPr/>
          </p:nvSpPr>
          <p:spPr>
            <a:xfrm>
              <a:off x="5615500" y="1551850"/>
              <a:ext cx="9800" cy="6375"/>
            </a:xfrm>
            <a:custGeom>
              <a:avLst/>
              <a:gdLst/>
              <a:ahLst/>
              <a:cxnLst/>
              <a:rect l="l" t="t" r="r" b="b"/>
              <a:pathLst>
                <a:path w="392" h="255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13" y="139"/>
                    <a:pt x="131" y="128"/>
                    <a:pt x="143" y="115"/>
                  </a:cubicBezTo>
                  <a:cubicBezTo>
                    <a:pt x="161" y="179"/>
                    <a:pt x="214" y="229"/>
                    <a:pt x="277" y="251"/>
                  </a:cubicBezTo>
                  <a:cubicBezTo>
                    <a:pt x="286" y="254"/>
                    <a:pt x="294" y="255"/>
                    <a:pt x="302" y="255"/>
                  </a:cubicBezTo>
                  <a:cubicBezTo>
                    <a:pt x="369" y="255"/>
                    <a:pt x="391" y="144"/>
                    <a:pt x="315" y="117"/>
                  </a:cubicBezTo>
                  <a:cubicBezTo>
                    <a:pt x="286" y="107"/>
                    <a:pt x="275" y="81"/>
                    <a:pt x="271" y="53"/>
                  </a:cubicBezTo>
                  <a:cubicBezTo>
                    <a:pt x="267" y="21"/>
                    <a:pt x="231" y="1"/>
                    <a:pt x="201" y="1"/>
                  </a:cubicBezTo>
                  <a:cubicBezTo>
                    <a:pt x="195" y="1"/>
                    <a:pt x="190" y="2"/>
                    <a:pt x="185" y="3"/>
                  </a:cubicBezTo>
                  <a:cubicBezTo>
                    <a:pt x="168" y="8"/>
                    <a:pt x="156" y="19"/>
                    <a:pt x="147" y="32"/>
                  </a:cubicBezTo>
                  <a:cubicBezTo>
                    <a:pt x="136" y="13"/>
                    <a:pt x="117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24"/>
            <p:cNvSpPr/>
            <p:nvPr/>
          </p:nvSpPr>
          <p:spPr>
            <a:xfrm>
              <a:off x="5012050" y="1551975"/>
              <a:ext cx="6575" cy="6650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117" y="0"/>
                  </a:moveTo>
                  <a:cubicBezTo>
                    <a:pt x="99" y="0"/>
                    <a:pt x="80" y="5"/>
                    <a:pt x="65" y="14"/>
                  </a:cubicBezTo>
                  <a:cubicBezTo>
                    <a:pt x="13" y="44"/>
                    <a:pt x="1" y="106"/>
                    <a:pt x="27" y="157"/>
                  </a:cubicBezTo>
                  <a:cubicBezTo>
                    <a:pt x="37" y="176"/>
                    <a:pt x="46" y="195"/>
                    <a:pt x="57" y="215"/>
                  </a:cubicBezTo>
                  <a:cubicBezTo>
                    <a:pt x="73" y="248"/>
                    <a:pt x="110" y="266"/>
                    <a:pt x="146" y="266"/>
                  </a:cubicBezTo>
                  <a:cubicBezTo>
                    <a:pt x="165" y="266"/>
                    <a:pt x="184" y="261"/>
                    <a:pt x="200" y="252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7" y="90"/>
                    <a:pt x="216" y="71"/>
                    <a:pt x="207" y="52"/>
                  </a:cubicBezTo>
                  <a:cubicBezTo>
                    <a:pt x="190" y="18"/>
                    <a:pt x="153" y="0"/>
                    <a:pt x="11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24"/>
            <p:cNvSpPr/>
            <p:nvPr/>
          </p:nvSpPr>
          <p:spPr>
            <a:xfrm>
              <a:off x="5687400" y="1552725"/>
              <a:ext cx="7325" cy="5925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117" y="1"/>
                  </a:moveTo>
                  <a:cubicBezTo>
                    <a:pt x="81" y="1"/>
                    <a:pt x="47" y="18"/>
                    <a:pt x="27" y="51"/>
                  </a:cubicBezTo>
                  <a:cubicBezTo>
                    <a:pt x="1" y="97"/>
                    <a:pt x="15" y="168"/>
                    <a:pt x="64" y="194"/>
                  </a:cubicBezTo>
                  <a:cubicBezTo>
                    <a:pt x="84" y="204"/>
                    <a:pt x="103" y="214"/>
                    <a:pt x="122" y="224"/>
                  </a:cubicBezTo>
                  <a:cubicBezTo>
                    <a:pt x="139" y="232"/>
                    <a:pt x="157" y="237"/>
                    <a:pt x="175" y="237"/>
                  </a:cubicBezTo>
                  <a:cubicBezTo>
                    <a:pt x="211" y="237"/>
                    <a:pt x="245" y="219"/>
                    <a:pt x="265" y="186"/>
                  </a:cubicBezTo>
                  <a:cubicBezTo>
                    <a:pt x="292" y="139"/>
                    <a:pt x="278" y="70"/>
                    <a:pt x="228" y="44"/>
                  </a:cubicBezTo>
                  <a:cubicBezTo>
                    <a:pt x="208" y="33"/>
                    <a:pt x="188" y="24"/>
                    <a:pt x="169" y="14"/>
                  </a:cubicBezTo>
                  <a:cubicBezTo>
                    <a:pt x="152" y="5"/>
                    <a:pt x="13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24"/>
            <p:cNvSpPr/>
            <p:nvPr/>
          </p:nvSpPr>
          <p:spPr>
            <a:xfrm>
              <a:off x="5263950" y="1553425"/>
              <a:ext cx="5275" cy="3475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lnTo>
                    <a:pt x="120" y="139"/>
                  </a:lnTo>
                  <a:cubicBezTo>
                    <a:pt x="210" y="139"/>
                    <a:pt x="210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24"/>
            <p:cNvSpPr/>
            <p:nvPr/>
          </p:nvSpPr>
          <p:spPr>
            <a:xfrm>
              <a:off x="5645350" y="15563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2" y="1"/>
                  </a:moveTo>
                  <a:cubicBezTo>
                    <a:pt x="48" y="1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24"/>
            <p:cNvSpPr/>
            <p:nvPr/>
          </p:nvSpPr>
          <p:spPr>
            <a:xfrm>
              <a:off x="5393725" y="1557350"/>
              <a:ext cx="9600" cy="7525"/>
            </a:xfrm>
            <a:custGeom>
              <a:avLst/>
              <a:gdLst/>
              <a:ahLst/>
              <a:cxnLst/>
              <a:rect l="l" t="t" r="r" b="b"/>
              <a:pathLst>
                <a:path w="384" h="301" extrusionOk="0">
                  <a:moveTo>
                    <a:pt x="122" y="1"/>
                  </a:moveTo>
                  <a:cubicBezTo>
                    <a:pt x="85" y="1"/>
                    <a:pt x="49" y="20"/>
                    <a:pt x="31" y="52"/>
                  </a:cubicBezTo>
                  <a:cubicBezTo>
                    <a:pt x="1" y="103"/>
                    <a:pt x="20" y="165"/>
                    <a:pt x="68" y="195"/>
                  </a:cubicBezTo>
                  <a:cubicBezTo>
                    <a:pt x="117" y="226"/>
                    <a:pt x="164" y="258"/>
                    <a:pt x="212" y="288"/>
                  </a:cubicBezTo>
                  <a:cubicBezTo>
                    <a:pt x="227" y="297"/>
                    <a:pt x="244" y="301"/>
                    <a:pt x="261" y="301"/>
                  </a:cubicBezTo>
                  <a:cubicBezTo>
                    <a:pt x="298" y="301"/>
                    <a:pt x="336" y="281"/>
                    <a:pt x="355" y="249"/>
                  </a:cubicBezTo>
                  <a:cubicBezTo>
                    <a:pt x="384" y="199"/>
                    <a:pt x="365" y="137"/>
                    <a:pt x="317" y="107"/>
                  </a:cubicBezTo>
                  <a:cubicBezTo>
                    <a:pt x="269" y="76"/>
                    <a:pt x="221" y="45"/>
                    <a:pt x="174" y="15"/>
                  </a:cubicBezTo>
                  <a:cubicBezTo>
                    <a:pt x="158" y="5"/>
                    <a:pt x="140" y="1"/>
                    <a:pt x="12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24"/>
            <p:cNvSpPr/>
            <p:nvPr/>
          </p:nvSpPr>
          <p:spPr>
            <a:xfrm>
              <a:off x="5145450" y="1557450"/>
              <a:ext cx="8175" cy="6725"/>
            </a:xfrm>
            <a:custGeom>
              <a:avLst/>
              <a:gdLst/>
              <a:ahLst/>
              <a:cxnLst/>
              <a:rect l="l" t="t" r="r" b="b"/>
              <a:pathLst>
                <a:path w="327" h="269" extrusionOk="0">
                  <a:moveTo>
                    <a:pt x="124" y="1"/>
                  </a:moveTo>
                  <a:cubicBezTo>
                    <a:pt x="87" y="1"/>
                    <a:pt x="49" y="21"/>
                    <a:pt x="31" y="53"/>
                  </a:cubicBezTo>
                  <a:cubicBezTo>
                    <a:pt x="1" y="103"/>
                    <a:pt x="20" y="164"/>
                    <a:pt x="68" y="195"/>
                  </a:cubicBezTo>
                  <a:cubicBezTo>
                    <a:pt x="98" y="214"/>
                    <a:pt x="127" y="234"/>
                    <a:pt x="156" y="254"/>
                  </a:cubicBezTo>
                  <a:cubicBezTo>
                    <a:pt x="171" y="264"/>
                    <a:pt x="188" y="268"/>
                    <a:pt x="206" y="268"/>
                  </a:cubicBezTo>
                  <a:cubicBezTo>
                    <a:pt x="243" y="268"/>
                    <a:pt x="281" y="248"/>
                    <a:pt x="299" y="216"/>
                  </a:cubicBezTo>
                  <a:cubicBezTo>
                    <a:pt x="327" y="165"/>
                    <a:pt x="308" y="105"/>
                    <a:pt x="262" y="73"/>
                  </a:cubicBezTo>
                  <a:cubicBezTo>
                    <a:pt x="232" y="54"/>
                    <a:pt x="203" y="35"/>
                    <a:pt x="174" y="15"/>
                  </a:cubicBezTo>
                  <a:cubicBezTo>
                    <a:pt x="159" y="5"/>
                    <a:pt x="141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24"/>
            <p:cNvSpPr/>
            <p:nvPr/>
          </p:nvSpPr>
          <p:spPr>
            <a:xfrm>
              <a:off x="5824950" y="1557650"/>
              <a:ext cx="2250" cy="1775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44" y="1"/>
                  </a:moveTo>
                  <a:cubicBezTo>
                    <a:pt x="1" y="2"/>
                    <a:pt x="1" y="70"/>
                    <a:pt x="44" y="70"/>
                  </a:cubicBezTo>
                  <a:cubicBezTo>
                    <a:pt x="89" y="70"/>
                    <a:pt x="90" y="1"/>
                    <a:pt x="4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24"/>
            <p:cNvSpPr/>
            <p:nvPr/>
          </p:nvSpPr>
          <p:spPr>
            <a:xfrm>
              <a:off x="5581050" y="1558750"/>
              <a:ext cx="7575" cy="7075"/>
            </a:xfrm>
            <a:custGeom>
              <a:avLst/>
              <a:gdLst/>
              <a:ahLst/>
              <a:cxnLst/>
              <a:rect l="l" t="t" r="r" b="b"/>
              <a:pathLst>
                <a:path w="303" h="283" extrusionOk="0">
                  <a:moveTo>
                    <a:pt x="85" y="0"/>
                  </a:moveTo>
                  <a:cubicBezTo>
                    <a:pt x="44" y="0"/>
                    <a:pt x="0" y="34"/>
                    <a:pt x="14" y="87"/>
                  </a:cubicBezTo>
                  <a:cubicBezTo>
                    <a:pt x="35" y="167"/>
                    <a:pt x="90" y="237"/>
                    <a:pt x="164" y="274"/>
                  </a:cubicBezTo>
                  <a:cubicBezTo>
                    <a:pt x="176" y="280"/>
                    <a:pt x="187" y="282"/>
                    <a:pt x="197" y="282"/>
                  </a:cubicBezTo>
                  <a:cubicBezTo>
                    <a:pt x="261" y="282"/>
                    <a:pt x="302" y="190"/>
                    <a:pt x="234" y="155"/>
                  </a:cubicBezTo>
                  <a:cubicBezTo>
                    <a:pt x="189" y="133"/>
                    <a:pt x="159" y="98"/>
                    <a:pt x="148" y="50"/>
                  </a:cubicBezTo>
                  <a:cubicBezTo>
                    <a:pt x="139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24"/>
            <p:cNvSpPr/>
            <p:nvPr/>
          </p:nvSpPr>
          <p:spPr>
            <a:xfrm>
              <a:off x="6025000" y="15589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4" y="0"/>
                    <a:pt x="1" y="34"/>
                    <a:pt x="12" y="87"/>
                  </a:cubicBezTo>
                  <a:cubicBezTo>
                    <a:pt x="22" y="135"/>
                    <a:pt x="30" y="184"/>
                    <a:pt x="41" y="233"/>
                  </a:cubicBezTo>
                  <a:cubicBezTo>
                    <a:pt x="48" y="268"/>
                    <a:pt x="74" y="283"/>
                    <a:pt x="101" y="283"/>
                  </a:cubicBezTo>
                  <a:cubicBezTo>
                    <a:pt x="142" y="283"/>
                    <a:pt x="186" y="249"/>
                    <a:pt x="174" y="197"/>
                  </a:cubicBezTo>
                  <a:cubicBezTo>
                    <a:pt x="164" y="148"/>
                    <a:pt x="154" y="98"/>
                    <a:pt x="144" y="50"/>
                  </a:cubicBezTo>
                  <a:cubicBezTo>
                    <a:pt x="137" y="15"/>
                    <a:pt x="112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24"/>
            <p:cNvSpPr/>
            <p:nvPr/>
          </p:nvSpPr>
          <p:spPr>
            <a:xfrm>
              <a:off x="5436550" y="1559025"/>
              <a:ext cx="5500" cy="7175"/>
            </a:xfrm>
            <a:custGeom>
              <a:avLst/>
              <a:gdLst/>
              <a:ahLst/>
              <a:cxnLst/>
              <a:rect l="l" t="t" r="r" b="b"/>
              <a:pathLst>
                <a:path w="220" h="287" extrusionOk="0">
                  <a:moveTo>
                    <a:pt x="80" y="1"/>
                  </a:moveTo>
                  <a:cubicBezTo>
                    <a:pt x="75" y="1"/>
                    <a:pt x="69" y="1"/>
                    <a:pt x="62" y="3"/>
                  </a:cubicBezTo>
                  <a:cubicBezTo>
                    <a:pt x="28" y="11"/>
                    <a:pt x="0" y="53"/>
                    <a:pt x="13" y="88"/>
                  </a:cubicBezTo>
                  <a:cubicBezTo>
                    <a:pt x="32" y="138"/>
                    <a:pt x="52" y="186"/>
                    <a:pt x="72" y="234"/>
                  </a:cubicBezTo>
                  <a:cubicBezTo>
                    <a:pt x="83" y="264"/>
                    <a:pt x="109" y="286"/>
                    <a:pt x="139" y="286"/>
                  </a:cubicBezTo>
                  <a:cubicBezTo>
                    <a:pt x="145" y="286"/>
                    <a:pt x="151" y="285"/>
                    <a:pt x="157" y="284"/>
                  </a:cubicBezTo>
                  <a:cubicBezTo>
                    <a:pt x="191" y="274"/>
                    <a:pt x="220" y="233"/>
                    <a:pt x="206" y="198"/>
                  </a:cubicBezTo>
                  <a:cubicBezTo>
                    <a:pt x="187" y="149"/>
                    <a:pt x="167" y="99"/>
                    <a:pt x="147" y="52"/>
                  </a:cubicBezTo>
                  <a:cubicBezTo>
                    <a:pt x="136" y="22"/>
                    <a:pt x="111" y="1"/>
                    <a:pt x="8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24"/>
            <p:cNvSpPr/>
            <p:nvPr/>
          </p:nvSpPr>
          <p:spPr>
            <a:xfrm>
              <a:off x="5225450" y="1559150"/>
              <a:ext cx="6675" cy="7425"/>
            </a:xfrm>
            <a:custGeom>
              <a:avLst/>
              <a:gdLst/>
              <a:ahLst/>
              <a:cxnLst/>
              <a:rect l="l" t="t" r="r" b="b"/>
              <a:pathLst>
                <a:path w="267" h="297" extrusionOk="0">
                  <a:moveTo>
                    <a:pt x="149" y="1"/>
                  </a:moveTo>
                  <a:cubicBezTo>
                    <a:pt x="103" y="1"/>
                    <a:pt x="63" y="32"/>
                    <a:pt x="48" y="77"/>
                  </a:cubicBezTo>
                  <a:cubicBezTo>
                    <a:pt x="37" y="107"/>
                    <a:pt x="28" y="135"/>
                    <a:pt x="18" y="165"/>
                  </a:cubicBezTo>
                  <a:cubicBezTo>
                    <a:pt x="0" y="218"/>
                    <a:pt x="38" y="279"/>
                    <a:pt x="90" y="292"/>
                  </a:cubicBezTo>
                  <a:cubicBezTo>
                    <a:pt x="100" y="295"/>
                    <a:pt x="109" y="296"/>
                    <a:pt x="118" y="296"/>
                  </a:cubicBezTo>
                  <a:cubicBezTo>
                    <a:pt x="164" y="296"/>
                    <a:pt x="204" y="265"/>
                    <a:pt x="219" y="221"/>
                  </a:cubicBezTo>
                  <a:cubicBezTo>
                    <a:pt x="229" y="191"/>
                    <a:pt x="238" y="162"/>
                    <a:pt x="249" y="133"/>
                  </a:cubicBezTo>
                  <a:cubicBezTo>
                    <a:pt x="266" y="79"/>
                    <a:pt x="228" y="18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24"/>
            <p:cNvSpPr/>
            <p:nvPr/>
          </p:nvSpPr>
          <p:spPr>
            <a:xfrm>
              <a:off x="5710875" y="1562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1" y="1"/>
                  </a:moveTo>
                  <a:cubicBezTo>
                    <a:pt x="71" y="1"/>
                    <a:pt x="0" y="105"/>
                    <a:pt x="73" y="178"/>
                  </a:cubicBezTo>
                  <a:lnTo>
                    <a:pt x="103" y="208"/>
                  </a:lnTo>
                  <a:cubicBezTo>
                    <a:pt x="125" y="229"/>
                    <a:pt x="149" y="239"/>
                    <a:pt x="173" y="239"/>
                  </a:cubicBezTo>
                  <a:cubicBezTo>
                    <a:pt x="253" y="239"/>
                    <a:pt x="324" y="135"/>
                    <a:pt x="250" y="61"/>
                  </a:cubicBezTo>
                  <a:lnTo>
                    <a:pt x="221" y="31"/>
                  </a:lnTo>
                  <a:cubicBezTo>
                    <a:pt x="200" y="10"/>
                    <a:pt x="175" y="1"/>
                    <a:pt x="15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24"/>
            <p:cNvSpPr/>
            <p:nvPr/>
          </p:nvSpPr>
          <p:spPr>
            <a:xfrm>
              <a:off x="5055725" y="15625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1" y="0"/>
                  </a:moveTo>
                  <a:cubicBezTo>
                    <a:pt x="36" y="0"/>
                    <a:pt x="2" y="23"/>
                    <a:pt x="2" y="67"/>
                  </a:cubicBezTo>
                  <a:lnTo>
                    <a:pt x="2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24"/>
            <p:cNvSpPr/>
            <p:nvPr/>
          </p:nvSpPr>
          <p:spPr>
            <a:xfrm>
              <a:off x="5803350" y="1562550"/>
              <a:ext cx="7350" cy="5950"/>
            </a:xfrm>
            <a:custGeom>
              <a:avLst/>
              <a:gdLst/>
              <a:ahLst/>
              <a:cxnLst/>
              <a:rect l="l" t="t" r="r" b="b"/>
              <a:pathLst>
                <a:path w="294" h="238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5"/>
                    <a:pt x="84" y="34"/>
                    <a:pt x="66" y="44"/>
                  </a:cubicBezTo>
                  <a:cubicBezTo>
                    <a:pt x="15" y="69"/>
                    <a:pt x="0" y="140"/>
                    <a:pt x="27" y="186"/>
                  </a:cubicBezTo>
                  <a:cubicBezTo>
                    <a:pt x="47" y="221"/>
                    <a:pt x="81" y="238"/>
                    <a:pt x="117" y="238"/>
                  </a:cubicBezTo>
                  <a:cubicBezTo>
                    <a:pt x="135" y="238"/>
                    <a:pt x="153" y="233"/>
                    <a:pt x="170" y="225"/>
                  </a:cubicBezTo>
                  <a:cubicBezTo>
                    <a:pt x="190" y="214"/>
                    <a:pt x="209" y="205"/>
                    <a:pt x="228" y="195"/>
                  </a:cubicBezTo>
                  <a:cubicBezTo>
                    <a:pt x="279" y="170"/>
                    <a:pt x="294" y="98"/>
                    <a:pt x="266" y="52"/>
                  </a:cubicBezTo>
                  <a:cubicBezTo>
                    <a:pt x="247" y="18"/>
                    <a:pt x="213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24"/>
            <p:cNvSpPr/>
            <p:nvPr/>
          </p:nvSpPr>
          <p:spPr>
            <a:xfrm>
              <a:off x="5088625" y="1562875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200" y="0"/>
                  </a:moveTo>
                  <a:cubicBezTo>
                    <a:pt x="156" y="0"/>
                    <a:pt x="112" y="11"/>
                    <a:pt x="71" y="31"/>
                  </a:cubicBezTo>
                  <a:cubicBezTo>
                    <a:pt x="1" y="65"/>
                    <a:pt x="45" y="159"/>
                    <a:pt x="110" y="159"/>
                  </a:cubicBezTo>
                  <a:cubicBezTo>
                    <a:pt x="120" y="159"/>
                    <a:pt x="131" y="156"/>
                    <a:pt x="141" y="152"/>
                  </a:cubicBezTo>
                  <a:cubicBezTo>
                    <a:pt x="159" y="143"/>
                    <a:pt x="177" y="139"/>
                    <a:pt x="195" y="139"/>
                  </a:cubicBezTo>
                  <a:cubicBezTo>
                    <a:pt x="217" y="139"/>
                    <a:pt x="239" y="144"/>
                    <a:pt x="262" y="154"/>
                  </a:cubicBezTo>
                  <a:cubicBezTo>
                    <a:pt x="268" y="156"/>
                    <a:pt x="275" y="157"/>
                    <a:pt x="281" y="157"/>
                  </a:cubicBezTo>
                  <a:cubicBezTo>
                    <a:pt x="310" y="157"/>
                    <a:pt x="339" y="133"/>
                    <a:pt x="346" y="106"/>
                  </a:cubicBezTo>
                  <a:cubicBezTo>
                    <a:pt x="359" y="67"/>
                    <a:pt x="334" y="33"/>
                    <a:pt x="299" y="20"/>
                  </a:cubicBezTo>
                  <a:cubicBezTo>
                    <a:pt x="267" y="7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24"/>
            <p:cNvSpPr/>
            <p:nvPr/>
          </p:nvSpPr>
          <p:spPr>
            <a:xfrm>
              <a:off x="5314900" y="15631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2" y="1"/>
                    <a:pt x="1" y="140"/>
                    <a:pt x="90" y="140"/>
                  </a:cubicBezTo>
                  <a:lnTo>
                    <a:pt x="148" y="140"/>
                  </a:lnTo>
                  <a:cubicBezTo>
                    <a:pt x="237" y="140"/>
                    <a:pt x="237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24"/>
            <p:cNvSpPr/>
            <p:nvPr/>
          </p:nvSpPr>
          <p:spPr>
            <a:xfrm>
              <a:off x="5854975" y="1563350"/>
              <a:ext cx="8175" cy="5250"/>
            </a:xfrm>
            <a:custGeom>
              <a:avLst/>
              <a:gdLst/>
              <a:ahLst/>
              <a:cxnLst/>
              <a:rect l="l" t="t" r="r" b="b"/>
              <a:pathLst>
                <a:path w="327" h="210" extrusionOk="0">
                  <a:moveTo>
                    <a:pt x="133" y="1"/>
                  </a:moveTo>
                  <a:cubicBezTo>
                    <a:pt x="0" y="1"/>
                    <a:pt x="0" y="209"/>
                    <a:pt x="133" y="209"/>
                  </a:cubicBezTo>
                  <a:lnTo>
                    <a:pt x="192" y="209"/>
                  </a:lnTo>
                  <a:cubicBezTo>
                    <a:pt x="327" y="209"/>
                    <a:pt x="327" y="1"/>
                    <a:pt x="1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24"/>
            <p:cNvSpPr/>
            <p:nvPr/>
          </p:nvSpPr>
          <p:spPr>
            <a:xfrm>
              <a:off x="5288150" y="15637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96" y="139"/>
                    <a:pt x="103" y="138"/>
                    <a:pt x="109" y="138"/>
                  </a:cubicBezTo>
                  <a:cubicBezTo>
                    <a:pt x="122" y="138"/>
                    <a:pt x="136" y="139"/>
                    <a:pt x="149" y="139"/>
                  </a:cubicBezTo>
                  <a:cubicBezTo>
                    <a:pt x="238" y="139"/>
                    <a:pt x="23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24"/>
            <p:cNvSpPr/>
            <p:nvPr/>
          </p:nvSpPr>
          <p:spPr>
            <a:xfrm>
              <a:off x="5954875" y="1563825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0"/>
                  </a:moveTo>
                  <a:cubicBezTo>
                    <a:pt x="35" y="0"/>
                    <a:pt x="1" y="22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3"/>
                    <a:pt x="70" y="193"/>
                  </a:cubicBezTo>
                  <a:cubicBezTo>
                    <a:pt x="105" y="193"/>
                    <a:pt x="139" y="170"/>
                    <a:pt x="139" y="125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24"/>
            <p:cNvSpPr/>
            <p:nvPr/>
          </p:nvSpPr>
          <p:spPr>
            <a:xfrm>
              <a:off x="5369875" y="1564100"/>
              <a:ext cx="3200" cy="2500"/>
            </a:xfrm>
            <a:custGeom>
              <a:avLst/>
              <a:gdLst/>
              <a:ahLst/>
              <a:cxnLst/>
              <a:rect l="l" t="t" r="r" b="b"/>
              <a:pathLst>
                <a:path w="128" h="100" extrusionOk="0">
                  <a:moveTo>
                    <a:pt x="50" y="0"/>
                  </a:moveTo>
                  <a:cubicBezTo>
                    <a:pt x="24" y="0"/>
                    <a:pt x="0" y="34"/>
                    <a:pt x="24" y="60"/>
                  </a:cubicBezTo>
                  <a:lnTo>
                    <a:pt x="53" y="90"/>
                  </a:lnTo>
                  <a:cubicBezTo>
                    <a:pt x="60" y="97"/>
                    <a:pt x="68" y="100"/>
                    <a:pt x="76" y="100"/>
                  </a:cubicBezTo>
                  <a:cubicBezTo>
                    <a:pt x="102" y="100"/>
                    <a:pt x="127" y="65"/>
                    <a:pt x="103" y="40"/>
                  </a:cubicBezTo>
                  <a:lnTo>
                    <a:pt x="73" y="10"/>
                  </a:ln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24"/>
            <p:cNvSpPr/>
            <p:nvPr/>
          </p:nvSpPr>
          <p:spPr>
            <a:xfrm>
              <a:off x="4983000" y="1564575"/>
              <a:ext cx="5775" cy="5575"/>
            </a:xfrm>
            <a:custGeom>
              <a:avLst/>
              <a:gdLst/>
              <a:ahLst/>
              <a:cxnLst/>
              <a:rect l="l" t="t" r="r" b="b"/>
              <a:pathLst>
                <a:path w="231" h="223" extrusionOk="0">
                  <a:moveTo>
                    <a:pt x="76" y="0"/>
                  </a:moveTo>
                  <a:cubicBezTo>
                    <a:pt x="41" y="0"/>
                    <a:pt x="5" y="22"/>
                    <a:pt x="3" y="67"/>
                  </a:cubicBezTo>
                  <a:cubicBezTo>
                    <a:pt x="0" y="139"/>
                    <a:pt x="48" y="199"/>
                    <a:pt x="115" y="219"/>
                  </a:cubicBezTo>
                  <a:cubicBezTo>
                    <a:pt x="123" y="222"/>
                    <a:pt x="129" y="223"/>
                    <a:pt x="136" y="223"/>
                  </a:cubicBezTo>
                  <a:cubicBezTo>
                    <a:pt x="205" y="223"/>
                    <a:pt x="230" y="108"/>
                    <a:pt x="152" y="85"/>
                  </a:cubicBezTo>
                  <a:cubicBezTo>
                    <a:pt x="139" y="81"/>
                    <a:pt x="141" y="76"/>
                    <a:pt x="142" y="67"/>
                  </a:cubicBezTo>
                  <a:cubicBezTo>
                    <a:pt x="144" y="22"/>
                    <a:pt x="111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24"/>
            <p:cNvSpPr/>
            <p:nvPr/>
          </p:nvSpPr>
          <p:spPr>
            <a:xfrm>
              <a:off x="5904850" y="156497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3" y="0"/>
                  </a:moveTo>
                  <a:cubicBezTo>
                    <a:pt x="72" y="0"/>
                    <a:pt x="0" y="76"/>
                    <a:pt x="44" y="157"/>
                  </a:cubicBezTo>
                  <a:cubicBezTo>
                    <a:pt x="83" y="225"/>
                    <a:pt x="146" y="258"/>
                    <a:pt x="223" y="267"/>
                  </a:cubicBezTo>
                  <a:cubicBezTo>
                    <a:pt x="225" y="268"/>
                    <a:pt x="228" y="268"/>
                    <a:pt x="231" y="268"/>
                  </a:cubicBezTo>
                  <a:cubicBezTo>
                    <a:pt x="282" y="268"/>
                    <a:pt x="327" y="213"/>
                    <a:pt x="327" y="164"/>
                  </a:cubicBezTo>
                  <a:cubicBezTo>
                    <a:pt x="327" y="105"/>
                    <a:pt x="283" y="69"/>
                    <a:pt x="230" y="60"/>
                  </a:cubicBezTo>
                  <a:cubicBezTo>
                    <a:pt x="229" y="58"/>
                    <a:pt x="228" y="56"/>
                    <a:pt x="225" y="52"/>
                  </a:cubicBezTo>
                  <a:cubicBezTo>
                    <a:pt x="205" y="15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24"/>
            <p:cNvSpPr/>
            <p:nvPr/>
          </p:nvSpPr>
          <p:spPr>
            <a:xfrm>
              <a:off x="5831575" y="15650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7" y="1"/>
                  </a:moveTo>
                  <a:cubicBezTo>
                    <a:pt x="24" y="1"/>
                    <a:pt x="0" y="26"/>
                    <a:pt x="14" y="54"/>
                  </a:cubicBezTo>
                  <a:cubicBezTo>
                    <a:pt x="25" y="73"/>
                    <a:pt x="33" y="92"/>
                    <a:pt x="43" y="112"/>
                  </a:cubicBezTo>
                  <a:cubicBezTo>
                    <a:pt x="49" y="125"/>
                    <a:pt x="60" y="130"/>
                    <a:pt x="70" y="130"/>
                  </a:cubicBezTo>
                  <a:cubicBezTo>
                    <a:pt x="93" y="130"/>
                    <a:pt x="118" y="105"/>
                    <a:pt x="103" y="77"/>
                  </a:cubicBezTo>
                  <a:cubicBezTo>
                    <a:pt x="93" y="59"/>
                    <a:pt x="83" y="39"/>
                    <a:pt x="73" y="19"/>
                  </a:cubicBezTo>
                  <a:cubicBezTo>
                    <a:pt x="67" y="6"/>
                    <a:pt x="57" y="1"/>
                    <a:pt x="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24"/>
            <p:cNvSpPr/>
            <p:nvPr/>
          </p:nvSpPr>
          <p:spPr>
            <a:xfrm>
              <a:off x="5220700" y="1566325"/>
              <a:ext cx="8075" cy="6000"/>
            </a:xfrm>
            <a:custGeom>
              <a:avLst/>
              <a:gdLst/>
              <a:ahLst/>
              <a:cxnLst/>
              <a:rect l="l" t="t" r="r" b="b"/>
              <a:pathLst>
                <a:path w="323" h="240" extrusionOk="0">
                  <a:moveTo>
                    <a:pt x="171" y="1"/>
                  </a:moveTo>
                  <a:cubicBezTo>
                    <a:pt x="148" y="1"/>
                    <a:pt x="124" y="10"/>
                    <a:pt x="103" y="31"/>
                  </a:cubicBezTo>
                  <a:lnTo>
                    <a:pt x="73" y="61"/>
                  </a:lnTo>
                  <a:cubicBezTo>
                    <a:pt x="0" y="135"/>
                    <a:pt x="71" y="240"/>
                    <a:pt x="151" y="240"/>
                  </a:cubicBezTo>
                  <a:cubicBezTo>
                    <a:pt x="174" y="240"/>
                    <a:pt x="199" y="231"/>
                    <a:pt x="220" y="209"/>
                  </a:cubicBezTo>
                  <a:lnTo>
                    <a:pt x="249" y="179"/>
                  </a:lnTo>
                  <a:cubicBezTo>
                    <a:pt x="322" y="106"/>
                    <a:pt x="251" y="1"/>
                    <a:pt x="1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24"/>
            <p:cNvSpPr/>
            <p:nvPr/>
          </p:nvSpPr>
          <p:spPr>
            <a:xfrm>
              <a:off x="5947525" y="1566750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0" y="22"/>
                    <a:pt x="0" y="67"/>
                  </a:cubicBezTo>
                  <a:lnTo>
                    <a:pt x="0" y="96"/>
                  </a:lnTo>
                  <a:cubicBezTo>
                    <a:pt x="0" y="141"/>
                    <a:pt x="35" y="164"/>
                    <a:pt x="70" y="164"/>
                  </a:cubicBezTo>
                  <a:cubicBezTo>
                    <a:pt x="105" y="164"/>
                    <a:pt x="139" y="141"/>
                    <a:pt x="139" y="96"/>
                  </a:cubicBezTo>
                  <a:lnTo>
                    <a:pt x="139" y="67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24"/>
            <p:cNvSpPr/>
            <p:nvPr/>
          </p:nvSpPr>
          <p:spPr>
            <a:xfrm>
              <a:off x="5314300" y="1566800"/>
              <a:ext cx="3500" cy="4825"/>
            </a:xfrm>
            <a:custGeom>
              <a:avLst/>
              <a:gdLst/>
              <a:ahLst/>
              <a:cxnLst/>
              <a:rect l="l" t="t" r="r" b="b"/>
              <a:pathLst>
                <a:path w="140" h="193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6" y="193"/>
                    <a:pt x="70" y="193"/>
                  </a:cubicBezTo>
                  <a:cubicBezTo>
                    <a:pt x="105" y="193"/>
                    <a:pt x="140" y="170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24"/>
            <p:cNvSpPr/>
            <p:nvPr/>
          </p:nvSpPr>
          <p:spPr>
            <a:xfrm>
              <a:off x="5543150" y="1567450"/>
              <a:ext cx="3525" cy="4100"/>
            </a:xfrm>
            <a:custGeom>
              <a:avLst/>
              <a:gdLst/>
              <a:ahLst/>
              <a:cxnLst/>
              <a:rect l="l" t="t" r="r" b="b"/>
              <a:pathLst>
                <a:path w="141" h="164" extrusionOk="0">
                  <a:moveTo>
                    <a:pt x="71" y="0"/>
                  </a:moveTo>
                  <a:cubicBezTo>
                    <a:pt x="36" y="0"/>
                    <a:pt x="1" y="22"/>
                    <a:pt x="1" y="67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7"/>
                  </a:lnTo>
                  <a:cubicBezTo>
                    <a:pt x="140" y="22"/>
                    <a:pt x="106" y="0"/>
                    <a:pt x="7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24"/>
            <p:cNvSpPr/>
            <p:nvPr/>
          </p:nvSpPr>
          <p:spPr>
            <a:xfrm>
              <a:off x="5198250" y="1567775"/>
              <a:ext cx="6750" cy="5225"/>
            </a:xfrm>
            <a:custGeom>
              <a:avLst/>
              <a:gdLst/>
              <a:ahLst/>
              <a:cxnLst/>
              <a:rect l="l" t="t" r="r" b="b"/>
              <a:pathLst>
                <a:path w="270" h="209" extrusionOk="0">
                  <a:moveTo>
                    <a:pt x="135" y="0"/>
                  </a:moveTo>
                  <a:cubicBezTo>
                    <a:pt x="1" y="0"/>
                    <a:pt x="0" y="208"/>
                    <a:pt x="135" y="208"/>
                  </a:cubicBezTo>
                  <a:cubicBezTo>
                    <a:pt x="135" y="208"/>
                    <a:pt x="136" y="208"/>
                    <a:pt x="136" y="208"/>
                  </a:cubicBezTo>
                  <a:cubicBezTo>
                    <a:pt x="269" y="208"/>
                    <a:pt x="269" y="1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24"/>
            <p:cNvSpPr/>
            <p:nvPr/>
          </p:nvSpPr>
          <p:spPr>
            <a:xfrm>
              <a:off x="4916575" y="1567975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lnTo>
                    <a:pt x="149" y="139"/>
                  </a:lnTo>
                  <a:cubicBezTo>
                    <a:pt x="238" y="139"/>
                    <a:pt x="238" y="0"/>
                    <a:pt x="14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24"/>
            <p:cNvSpPr/>
            <p:nvPr/>
          </p:nvSpPr>
          <p:spPr>
            <a:xfrm>
              <a:off x="5286050" y="1568300"/>
              <a:ext cx="3500" cy="4075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70" y="0"/>
                  </a:moveTo>
                  <a:cubicBezTo>
                    <a:pt x="35" y="0"/>
                    <a:pt x="1" y="22"/>
                    <a:pt x="1" y="66"/>
                  </a:cubicBezTo>
                  <a:lnTo>
                    <a:pt x="1" y="96"/>
                  </a:lnTo>
                  <a:cubicBezTo>
                    <a:pt x="1" y="141"/>
                    <a:pt x="35" y="163"/>
                    <a:pt x="70" y="163"/>
                  </a:cubicBezTo>
                  <a:cubicBezTo>
                    <a:pt x="105" y="163"/>
                    <a:pt x="139" y="141"/>
                    <a:pt x="139" y="96"/>
                  </a:cubicBezTo>
                  <a:lnTo>
                    <a:pt x="139" y="66"/>
                  </a:lnTo>
                  <a:cubicBezTo>
                    <a:pt x="140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24"/>
            <p:cNvSpPr/>
            <p:nvPr/>
          </p:nvSpPr>
          <p:spPr>
            <a:xfrm>
              <a:off x="5886875" y="156872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80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24"/>
            <p:cNvSpPr/>
            <p:nvPr/>
          </p:nvSpPr>
          <p:spPr>
            <a:xfrm>
              <a:off x="5817325" y="15690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1" y="104"/>
                    <a:pt x="72" y="178"/>
                  </a:cubicBezTo>
                  <a:cubicBezTo>
                    <a:pt x="120" y="227"/>
                    <a:pt x="168" y="278"/>
                    <a:pt x="216" y="327"/>
                  </a:cubicBezTo>
                  <a:cubicBezTo>
                    <a:pt x="238" y="349"/>
                    <a:pt x="262" y="359"/>
                    <a:pt x="286" y="359"/>
                  </a:cubicBezTo>
                  <a:cubicBezTo>
                    <a:pt x="365" y="359"/>
                    <a:pt x="435" y="255"/>
                    <a:pt x="364" y="180"/>
                  </a:cubicBezTo>
                  <a:cubicBezTo>
                    <a:pt x="316" y="131"/>
                    <a:pt x="268" y="81"/>
                    <a:pt x="220" y="32"/>
                  </a:cubicBezTo>
                  <a:cubicBezTo>
                    <a:pt x="198" y="10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24"/>
            <p:cNvSpPr/>
            <p:nvPr/>
          </p:nvSpPr>
          <p:spPr>
            <a:xfrm>
              <a:off x="4932750" y="1569475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lnTo>
                    <a:pt x="147" y="138"/>
                  </a:lnTo>
                  <a:cubicBezTo>
                    <a:pt x="148" y="138"/>
                    <a:pt x="148" y="138"/>
                    <a:pt x="148" y="138"/>
                  </a:cubicBezTo>
                  <a:cubicBezTo>
                    <a:pt x="235" y="138"/>
                    <a:pt x="237" y="0"/>
                    <a:pt x="14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24"/>
            <p:cNvSpPr/>
            <p:nvPr/>
          </p:nvSpPr>
          <p:spPr>
            <a:xfrm>
              <a:off x="5764725" y="1570025"/>
              <a:ext cx="5300" cy="3950"/>
            </a:xfrm>
            <a:custGeom>
              <a:avLst/>
              <a:gdLst/>
              <a:ahLst/>
              <a:cxnLst/>
              <a:rect l="l" t="t" r="r" b="b"/>
              <a:pathLst>
                <a:path w="212" h="158" extrusionOk="0">
                  <a:moveTo>
                    <a:pt x="163" y="1"/>
                  </a:moveTo>
                  <a:cubicBezTo>
                    <a:pt x="153" y="1"/>
                    <a:pt x="142" y="5"/>
                    <a:pt x="134" y="16"/>
                  </a:cubicBezTo>
                  <a:cubicBezTo>
                    <a:pt x="109" y="50"/>
                    <a:pt x="77" y="74"/>
                    <a:pt x="38" y="88"/>
                  </a:cubicBezTo>
                  <a:cubicBezTo>
                    <a:pt x="1" y="102"/>
                    <a:pt x="12" y="158"/>
                    <a:pt x="45" y="158"/>
                  </a:cubicBezTo>
                  <a:cubicBezTo>
                    <a:pt x="48" y="158"/>
                    <a:pt x="52" y="157"/>
                    <a:pt x="57" y="156"/>
                  </a:cubicBezTo>
                  <a:cubicBezTo>
                    <a:pt x="114" y="134"/>
                    <a:pt x="157" y="100"/>
                    <a:pt x="193" y="51"/>
                  </a:cubicBezTo>
                  <a:cubicBezTo>
                    <a:pt x="212" y="25"/>
                    <a:pt x="188" y="1"/>
                    <a:pt x="16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24"/>
            <p:cNvSpPr/>
            <p:nvPr/>
          </p:nvSpPr>
          <p:spPr>
            <a:xfrm>
              <a:off x="4888700" y="15701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8"/>
                    <a:pt x="90" y="138"/>
                  </a:cubicBezTo>
                  <a:cubicBezTo>
                    <a:pt x="179" y="138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24"/>
            <p:cNvSpPr/>
            <p:nvPr/>
          </p:nvSpPr>
          <p:spPr>
            <a:xfrm>
              <a:off x="4895325" y="1571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177" y="139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24"/>
            <p:cNvSpPr/>
            <p:nvPr/>
          </p:nvSpPr>
          <p:spPr>
            <a:xfrm>
              <a:off x="5613775" y="1572100"/>
              <a:ext cx="6925" cy="4300"/>
            </a:xfrm>
            <a:custGeom>
              <a:avLst/>
              <a:gdLst/>
              <a:ahLst/>
              <a:cxnLst/>
              <a:rect l="l" t="t" r="r" b="b"/>
              <a:pathLst>
                <a:path w="277" h="172" extrusionOk="0">
                  <a:moveTo>
                    <a:pt x="187" y="0"/>
                  </a:moveTo>
                  <a:cubicBezTo>
                    <a:pt x="180" y="0"/>
                    <a:pt x="172" y="1"/>
                    <a:pt x="164" y="4"/>
                  </a:cubicBezTo>
                  <a:cubicBezTo>
                    <a:pt x="134" y="15"/>
                    <a:pt x="106" y="23"/>
                    <a:pt x="76" y="33"/>
                  </a:cubicBezTo>
                  <a:cubicBezTo>
                    <a:pt x="0" y="59"/>
                    <a:pt x="21" y="171"/>
                    <a:pt x="89" y="171"/>
                  </a:cubicBezTo>
                  <a:cubicBezTo>
                    <a:pt x="96" y="171"/>
                    <a:pt x="104" y="170"/>
                    <a:pt x="112" y="167"/>
                  </a:cubicBezTo>
                  <a:cubicBezTo>
                    <a:pt x="142" y="157"/>
                    <a:pt x="170" y="147"/>
                    <a:pt x="200" y="137"/>
                  </a:cubicBezTo>
                  <a:cubicBezTo>
                    <a:pt x="276" y="112"/>
                    <a:pt x="255" y="0"/>
                    <a:pt x="18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24"/>
            <p:cNvSpPr/>
            <p:nvPr/>
          </p:nvSpPr>
          <p:spPr>
            <a:xfrm>
              <a:off x="5334225" y="1572825"/>
              <a:ext cx="1775" cy="2475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35" y="0"/>
                  </a:moveTo>
                  <a:cubicBezTo>
                    <a:pt x="18" y="0"/>
                    <a:pt x="1" y="12"/>
                    <a:pt x="1" y="34"/>
                  </a:cubicBezTo>
                  <a:lnTo>
                    <a:pt x="1" y="64"/>
                  </a:lnTo>
                  <a:cubicBezTo>
                    <a:pt x="1" y="87"/>
                    <a:pt x="18" y="99"/>
                    <a:pt x="35" y="99"/>
                  </a:cubicBezTo>
                  <a:cubicBezTo>
                    <a:pt x="53" y="99"/>
                    <a:pt x="70" y="87"/>
                    <a:pt x="70" y="64"/>
                  </a:cubicBezTo>
                  <a:lnTo>
                    <a:pt x="70" y="34"/>
                  </a:lnTo>
                  <a:cubicBezTo>
                    <a:pt x="70" y="12"/>
                    <a:pt x="53" y="0"/>
                    <a:pt x="3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24"/>
            <p:cNvSpPr/>
            <p:nvPr/>
          </p:nvSpPr>
          <p:spPr>
            <a:xfrm>
              <a:off x="5113275" y="1573050"/>
              <a:ext cx="3000" cy="3800"/>
            </a:xfrm>
            <a:custGeom>
              <a:avLst/>
              <a:gdLst/>
              <a:ahLst/>
              <a:cxnLst/>
              <a:rect l="l" t="t" r="r" b="b"/>
              <a:pathLst>
                <a:path w="120" h="152" extrusionOk="0">
                  <a:moveTo>
                    <a:pt x="57" y="0"/>
                  </a:moveTo>
                  <a:cubicBezTo>
                    <a:pt x="30" y="0"/>
                    <a:pt x="5" y="35"/>
                    <a:pt x="32" y="59"/>
                  </a:cubicBezTo>
                  <a:cubicBezTo>
                    <a:pt x="44" y="71"/>
                    <a:pt x="42" y="83"/>
                    <a:pt x="29" y="95"/>
                  </a:cubicBezTo>
                  <a:cubicBezTo>
                    <a:pt x="1" y="117"/>
                    <a:pt x="26" y="151"/>
                    <a:pt x="56" y="151"/>
                  </a:cubicBezTo>
                  <a:cubicBezTo>
                    <a:pt x="63" y="151"/>
                    <a:pt x="71" y="149"/>
                    <a:pt x="79" y="143"/>
                  </a:cubicBezTo>
                  <a:cubicBezTo>
                    <a:pt x="120" y="109"/>
                    <a:pt x="120" y="45"/>
                    <a:pt x="81" y="10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24"/>
            <p:cNvSpPr/>
            <p:nvPr/>
          </p:nvSpPr>
          <p:spPr>
            <a:xfrm>
              <a:off x="6002250" y="1573475"/>
              <a:ext cx="4750" cy="6375"/>
            </a:xfrm>
            <a:custGeom>
              <a:avLst/>
              <a:gdLst/>
              <a:ahLst/>
              <a:cxnLst/>
              <a:rect l="l" t="t" r="r" b="b"/>
              <a:pathLst>
                <a:path w="190" h="255" extrusionOk="0">
                  <a:moveTo>
                    <a:pt x="84" y="0"/>
                  </a:moveTo>
                  <a:cubicBezTo>
                    <a:pt x="43" y="0"/>
                    <a:pt x="0" y="34"/>
                    <a:pt x="13" y="86"/>
                  </a:cubicBezTo>
                  <a:cubicBezTo>
                    <a:pt x="23" y="125"/>
                    <a:pt x="33" y="164"/>
                    <a:pt x="43" y="204"/>
                  </a:cubicBezTo>
                  <a:cubicBezTo>
                    <a:pt x="51" y="239"/>
                    <a:pt x="78" y="254"/>
                    <a:pt x="105" y="254"/>
                  </a:cubicBezTo>
                  <a:cubicBezTo>
                    <a:pt x="147" y="254"/>
                    <a:pt x="190" y="220"/>
                    <a:pt x="177" y="168"/>
                  </a:cubicBezTo>
                  <a:cubicBezTo>
                    <a:pt x="166" y="130"/>
                    <a:pt x="157" y="90"/>
                    <a:pt x="147" y="50"/>
                  </a:cubicBezTo>
                  <a:cubicBezTo>
                    <a:pt x="138" y="15"/>
                    <a:pt x="112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24"/>
            <p:cNvSpPr/>
            <p:nvPr/>
          </p:nvSpPr>
          <p:spPr>
            <a:xfrm>
              <a:off x="5475425" y="15737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1"/>
                  </a:moveTo>
                  <a:cubicBezTo>
                    <a:pt x="59" y="1"/>
                    <a:pt x="33" y="15"/>
                    <a:pt x="21" y="35"/>
                  </a:cubicBezTo>
                  <a:cubicBezTo>
                    <a:pt x="0" y="70"/>
                    <a:pt x="16" y="107"/>
                    <a:pt x="46" y="130"/>
                  </a:cubicBezTo>
                  <a:cubicBezTo>
                    <a:pt x="84" y="159"/>
                    <a:pt x="124" y="188"/>
                    <a:pt x="164" y="218"/>
                  </a:cubicBezTo>
                  <a:cubicBezTo>
                    <a:pt x="173" y="225"/>
                    <a:pt x="185" y="228"/>
                    <a:pt x="196" y="228"/>
                  </a:cubicBezTo>
                  <a:cubicBezTo>
                    <a:pt x="221" y="228"/>
                    <a:pt x="247" y="214"/>
                    <a:pt x="258" y="193"/>
                  </a:cubicBezTo>
                  <a:cubicBezTo>
                    <a:pt x="279" y="158"/>
                    <a:pt x="264" y="121"/>
                    <a:pt x="234" y="99"/>
                  </a:cubicBezTo>
                  <a:cubicBezTo>
                    <a:pt x="195" y="69"/>
                    <a:pt x="156" y="41"/>
                    <a:pt x="115" y="11"/>
                  </a:cubicBezTo>
                  <a:cubicBezTo>
                    <a:pt x="106" y="4"/>
                    <a:pt x="9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24"/>
            <p:cNvSpPr/>
            <p:nvPr/>
          </p:nvSpPr>
          <p:spPr>
            <a:xfrm>
              <a:off x="5235650" y="157397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0" y="139"/>
                    <a:pt x="90" y="139"/>
                  </a:cubicBezTo>
                  <a:cubicBezTo>
                    <a:pt x="180" y="139"/>
                    <a:pt x="180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24"/>
            <p:cNvSpPr/>
            <p:nvPr/>
          </p:nvSpPr>
          <p:spPr>
            <a:xfrm>
              <a:off x="5634750" y="157680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4"/>
                    <a:pt x="21" y="35"/>
                  </a:cubicBezTo>
                  <a:cubicBezTo>
                    <a:pt x="1" y="70"/>
                    <a:pt x="16" y="107"/>
                    <a:pt x="46" y="129"/>
                  </a:cubicBezTo>
                  <a:cubicBezTo>
                    <a:pt x="85" y="159"/>
                    <a:pt x="124" y="187"/>
                    <a:pt x="164" y="217"/>
                  </a:cubicBezTo>
                  <a:cubicBezTo>
                    <a:pt x="174" y="224"/>
                    <a:pt x="185" y="228"/>
                    <a:pt x="197" y="228"/>
                  </a:cubicBezTo>
                  <a:cubicBezTo>
                    <a:pt x="221" y="228"/>
                    <a:pt x="247" y="213"/>
                    <a:pt x="259" y="192"/>
                  </a:cubicBezTo>
                  <a:cubicBezTo>
                    <a:pt x="279" y="158"/>
                    <a:pt x="264" y="120"/>
                    <a:pt x="234" y="98"/>
                  </a:cubicBezTo>
                  <a:cubicBezTo>
                    <a:pt x="195" y="68"/>
                    <a:pt x="156" y="40"/>
                    <a:pt x="117" y="10"/>
                  </a:cubicBezTo>
                  <a:cubicBezTo>
                    <a:pt x="107" y="3"/>
                    <a:pt x="96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24"/>
            <p:cNvSpPr/>
            <p:nvPr/>
          </p:nvSpPr>
          <p:spPr>
            <a:xfrm>
              <a:off x="5552200" y="1576950"/>
              <a:ext cx="5950" cy="3475"/>
            </a:xfrm>
            <a:custGeom>
              <a:avLst/>
              <a:gdLst/>
              <a:ahLst/>
              <a:cxnLst/>
              <a:rect l="l" t="t" r="r" b="b"/>
              <a:pathLst>
                <a:path w="238" h="139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8" y="139"/>
                    <a:pt x="238" y="1"/>
                    <a:pt x="1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7" name="Google Shape;26097;p24"/>
            <p:cNvSpPr/>
            <p:nvPr/>
          </p:nvSpPr>
          <p:spPr>
            <a:xfrm>
              <a:off x="5027925" y="157697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0"/>
                  </a:moveTo>
                  <a:cubicBezTo>
                    <a:pt x="25" y="0"/>
                    <a:pt x="1" y="112"/>
                    <a:pt x="78" y="138"/>
                  </a:cubicBezTo>
                  <a:cubicBezTo>
                    <a:pt x="107" y="148"/>
                    <a:pt x="136" y="158"/>
                    <a:pt x="166" y="168"/>
                  </a:cubicBezTo>
                  <a:cubicBezTo>
                    <a:pt x="174" y="171"/>
                    <a:pt x="182" y="172"/>
                    <a:pt x="189" y="172"/>
                  </a:cubicBezTo>
                  <a:cubicBezTo>
                    <a:pt x="256" y="172"/>
                    <a:pt x="278" y="60"/>
                    <a:pt x="203" y="34"/>
                  </a:cubicBezTo>
                  <a:cubicBezTo>
                    <a:pt x="173" y="24"/>
                    <a:pt x="145" y="13"/>
                    <a:pt x="115" y="4"/>
                  </a:cubicBezTo>
                  <a:cubicBezTo>
                    <a:pt x="107" y="1"/>
                    <a:pt x="99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8" name="Google Shape;26098;p24"/>
            <p:cNvSpPr/>
            <p:nvPr/>
          </p:nvSpPr>
          <p:spPr>
            <a:xfrm>
              <a:off x="5664775" y="1577800"/>
              <a:ext cx="4100" cy="2475"/>
            </a:xfrm>
            <a:custGeom>
              <a:avLst/>
              <a:gdLst/>
              <a:ahLst/>
              <a:cxnLst/>
              <a:rect l="l" t="t" r="r" b="b"/>
              <a:pathLst>
                <a:path w="164" h="99" extrusionOk="0">
                  <a:moveTo>
                    <a:pt x="54" y="1"/>
                  </a:moveTo>
                  <a:cubicBezTo>
                    <a:pt x="23" y="1"/>
                    <a:pt x="1" y="48"/>
                    <a:pt x="36" y="65"/>
                  </a:cubicBezTo>
                  <a:cubicBezTo>
                    <a:pt x="55" y="76"/>
                    <a:pt x="74" y="84"/>
                    <a:pt x="94" y="94"/>
                  </a:cubicBezTo>
                  <a:cubicBezTo>
                    <a:pt x="99" y="97"/>
                    <a:pt x="105" y="98"/>
                    <a:pt x="110" y="98"/>
                  </a:cubicBezTo>
                  <a:cubicBezTo>
                    <a:pt x="142" y="98"/>
                    <a:pt x="164" y="52"/>
                    <a:pt x="129" y="35"/>
                  </a:cubicBezTo>
                  <a:cubicBezTo>
                    <a:pt x="109" y="25"/>
                    <a:pt x="89" y="16"/>
                    <a:pt x="71" y="5"/>
                  </a:cubicBezTo>
                  <a:cubicBezTo>
                    <a:pt x="65" y="2"/>
                    <a:pt x="60" y="1"/>
                    <a:pt x="54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9" name="Google Shape;26099;p24"/>
            <p:cNvSpPr/>
            <p:nvPr/>
          </p:nvSpPr>
          <p:spPr>
            <a:xfrm>
              <a:off x="5175875" y="1578125"/>
              <a:ext cx="9775" cy="6375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202" y="0"/>
                  </a:moveTo>
                  <a:cubicBezTo>
                    <a:pt x="196" y="0"/>
                    <a:pt x="191" y="1"/>
                    <a:pt x="185" y="3"/>
                  </a:cubicBezTo>
                  <a:cubicBezTo>
                    <a:pt x="167" y="8"/>
                    <a:pt x="155" y="18"/>
                    <a:pt x="146" y="32"/>
                  </a:cubicBezTo>
                  <a:cubicBezTo>
                    <a:pt x="136" y="13"/>
                    <a:pt x="117" y="1"/>
                    <a:pt x="89" y="1"/>
                  </a:cubicBezTo>
                  <a:cubicBezTo>
                    <a:pt x="0" y="1"/>
                    <a:pt x="0" y="138"/>
                    <a:pt x="89" y="138"/>
                  </a:cubicBezTo>
                  <a:cubicBezTo>
                    <a:pt x="113" y="138"/>
                    <a:pt x="131" y="128"/>
                    <a:pt x="143" y="114"/>
                  </a:cubicBezTo>
                  <a:cubicBezTo>
                    <a:pt x="161" y="179"/>
                    <a:pt x="213" y="228"/>
                    <a:pt x="278" y="250"/>
                  </a:cubicBezTo>
                  <a:cubicBezTo>
                    <a:pt x="286" y="253"/>
                    <a:pt x="294" y="255"/>
                    <a:pt x="301" y="255"/>
                  </a:cubicBezTo>
                  <a:cubicBezTo>
                    <a:pt x="368" y="255"/>
                    <a:pt x="391" y="144"/>
                    <a:pt x="315" y="117"/>
                  </a:cubicBezTo>
                  <a:cubicBezTo>
                    <a:pt x="285" y="106"/>
                    <a:pt x="275" y="80"/>
                    <a:pt x="270" y="52"/>
                  </a:cubicBezTo>
                  <a:cubicBezTo>
                    <a:pt x="266" y="20"/>
                    <a:pt x="232" y="0"/>
                    <a:pt x="2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0" name="Google Shape;26100;p24"/>
            <p:cNvSpPr/>
            <p:nvPr/>
          </p:nvSpPr>
          <p:spPr>
            <a:xfrm>
              <a:off x="5072400" y="1578750"/>
              <a:ext cx="6675" cy="4175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07" y="0"/>
                  </a:moveTo>
                  <a:cubicBezTo>
                    <a:pt x="44" y="0"/>
                    <a:pt x="1" y="93"/>
                    <a:pt x="70" y="128"/>
                  </a:cubicBezTo>
                  <a:cubicBezTo>
                    <a:pt x="89" y="138"/>
                    <a:pt x="109" y="148"/>
                    <a:pt x="128" y="158"/>
                  </a:cubicBezTo>
                  <a:cubicBezTo>
                    <a:pt x="140" y="164"/>
                    <a:pt x="151" y="166"/>
                    <a:pt x="161" y="166"/>
                  </a:cubicBezTo>
                  <a:cubicBezTo>
                    <a:pt x="224" y="166"/>
                    <a:pt x="267" y="73"/>
                    <a:pt x="198" y="39"/>
                  </a:cubicBezTo>
                  <a:cubicBezTo>
                    <a:pt x="179" y="28"/>
                    <a:pt x="159" y="19"/>
                    <a:pt x="140" y="9"/>
                  </a:cubicBezTo>
                  <a:cubicBezTo>
                    <a:pt x="129" y="3"/>
                    <a:pt x="118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1" name="Google Shape;26101;p24"/>
            <p:cNvSpPr/>
            <p:nvPr/>
          </p:nvSpPr>
          <p:spPr>
            <a:xfrm>
              <a:off x="5128300" y="1578825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9" y="1"/>
                  </a:moveTo>
                  <a:cubicBezTo>
                    <a:pt x="100" y="1"/>
                    <a:pt x="90" y="2"/>
                    <a:pt x="81" y="4"/>
                  </a:cubicBezTo>
                  <a:cubicBezTo>
                    <a:pt x="1" y="20"/>
                    <a:pt x="26" y="135"/>
                    <a:pt x="98" y="139"/>
                  </a:cubicBezTo>
                  <a:cubicBezTo>
                    <a:pt x="110" y="159"/>
                    <a:pt x="133" y="168"/>
                    <a:pt x="156" y="168"/>
                  </a:cubicBezTo>
                  <a:cubicBezTo>
                    <a:pt x="169" y="168"/>
                    <a:pt x="181" y="166"/>
                    <a:pt x="191" y="160"/>
                  </a:cubicBezTo>
                  <a:cubicBezTo>
                    <a:pt x="228" y="139"/>
                    <a:pt x="231" y="99"/>
                    <a:pt x="215" y="66"/>
                  </a:cubicBezTo>
                  <a:cubicBezTo>
                    <a:pt x="196" y="21"/>
                    <a:pt x="154" y="1"/>
                    <a:pt x="10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2" name="Google Shape;26102;p24"/>
            <p:cNvSpPr/>
            <p:nvPr/>
          </p:nvSpPr>
          <p:spPr>
            <a:xfrm>
              <a:off x="5159375" y="1578900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cubicBezTo>
                    <a:pt x="178" y="138"/>
                    <a:pt x="178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3" name="Google Shape;26103;p24"/>
            <p:cNvSpPr/>
            <p:nvPr/>
          </p:nvSpPr>
          <p:spPr>
            <a:xfrm>
              <a:off x="5923550" y="1578975"/>
              <a:ext cx="8125" cy="5950"/>
            </a:xfrm>
            <a:custGeom>
              <a:avLst/>
              <a:gdLst/>
              <a:ahLst/>
              <a:cxnLst/>
              <a:rect l="l" t="t" r="r" b="b"/>
              <a:pathLst>
                <a:path w="325" h="238" extrusionOk="0">
                  <a:moveTo>
                    <a:pt x="152" y="0"/>
                  </a:moveTo>
                  <a:cubicBezTo>
                    <a:pt x="73" y="0"/>
                    <a:pt x="1" y="104"/>
                    <a:pt x="74" y="177"/>
                  </a:cubicBezTo>
                  <a:lnTo>
                    <a:pt x="104" y="207"/>
                  </a:lnTo>
                  <a:cubicBezTo>
                    <a:pt x="125" y="228"/>
                    <a:pt x="149" y="237"/>
                    <a:pt x="173" y="237"/>
                  </a:cubicBezTo>
                  <a:cubicBezTo>
                    <a:pt x="253" y="237"/>
                    <a:pt x="325" y="134"/>
                    <a:pt x="252" y="61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4" name="Google Shape;26104;p24"/>
            <p:cNvSpPr/>
            <p:nvPr/>
          </p:nvSpPr>
          <p:spPr>
            <a:xfrm>
              <a:off x="5247750" y="1579000"/>
              <a:ext cx="7350" cy="5900"/>
            </a:xfrm>
            <a:custGeom>
              <a:avLst/>
              <a:gdLst/>
              <a:ahLst/>
              <a:cxnLst/>
              <a:rect l="l" t="t" r="r" b="b"/>
              <a:pathLst>
                <a:path w="294" h="236" extrusionOk="0">
                  <a:moveTo>
                    <a:pt x="116" y="0"/>
                  </a:moveTo>
                  <a:cubicBezTo>
                    <a:pt x="81" y="0"/>
                    <a:pt x="47" y="17"/>
                    <a:pt x="27" y="50"/>
                  </a:cubicBezTo>
                  <a:cubicBezTo>
                    <a:pt x="0" y="97"/>
                    <a:pt x="15" y="168"/>
                    <a:pt x="65" y="193"/>
                  </a:cubicBezTo>
                  <a:cubicBezTo>
                    <a:pt x="84" y="204"/>
                    <a:pt x="104" y="212"/>
                    <a:pt x="123" y="222"/>
                  </a:cubicBezTo>
                  <a:cubicBezTo>
                    <a:pt x="141" y="231"/>
                    <a:pt x="159" y="236"/>
                    <a:pt x="177" y="236"/>
                  </a:cubicBezTo>
                  <a:cubicBezTo>
                    <a:pt x="212" y="236"/>
                    <a:pt x="246" y="219"/>
                    <a:pt x="265" y="185"/>
                  </a:cubicBezTo>
                  <a:cubicBezTo>
                    <a:pt x="293" y="139"/>
                    <a:pt x="279" y="69"/>
                    <a:pt x="228" y="43"/>
                  </a:cubicBezTo>
                  <a:cubicBezTo>
                    <a:pt x="208" y="33"/>
                    <a:pt x="190" y="24"/>
                    <a:pt x="170" y="13"/>
                  </a:cubicBezTo>
                  <a:cubicBezTo>
                    <a:pt x="153" y="4"/>
                    <a:pt x="135" y="0"/>
                    <a:pt x="11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5" name="Google Shape;26105;p24"/>
            <p:cNvSpPr/>
            <p:nvPr/>
          </p:nvSpPr>
          <p:spPr>
            <a:xfrm>
              <a:off x="5258875" y="1579225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0" y="1"/>
                  </a:moveTo>
                  <a:cubicBezTo>
                    <a:pt x="35" y="1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1"/>
                    <a:pt x="36" y="193"/>
                    <a:pt x="70" y="193"/>
                  </a:cubicBezTo>
                  <a:cubicBezTo>
                    <a:pt x="105" y="193"/>
                    <a:pt x="140" y="171"/>
                    <a:pt x="140" y="125"/>
                  </a:cubicBezTo>
                  <a:lnTo>
                    <a:pt x="140" y="67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6" name="Google Shape;26106;p24"/>
            <p:cNvSpPr/>
            <p:nvPr/>
          </p:nvSpPr>
          <p:spPr>
            <a:xfrm>
              <a:off x="5058850" y="1579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7" name="Google Shape;26107;p24"/>
            <p:cNvSpPr/>
            <p:nvPr/>
          </p:nvSpPr>
          <p:spPr>
            <a:xfrm>
              <a:off x="5615950" y="1580425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5" y="0"/>
                  </a:moveTo>
                  <a:cubicBezTo>
                    <a:pt x="110" y="0"/>
                    <a:pt x="93" y="6"/>
                    <a:pt x="79" y="20"/>
                  </a:cubicBezTo>
                  <a:lnTo>
                    <a:pt x="50" y="50"/>
                  </a:lnTo>
                  <a:cubicBezTo>
                    <a:pt x="0" y="99"/>
                    <a:pt x="48" y="169"/>
                    <a:pt x="102" y="169"/>
                  </a:cubicBezTo>
                  <a:cubicBezTo>
                    <a:pt x="118" y="169"/>
                    <a:pt x="134" y="163"/>
                    <a:pt x="148" y="149"/>
                  </a:cubicBezTo>
                  <a:lnTo>
                    <a:pt x="177" y="119"/>
                  </a:lnTo>
                  <a:cubicBezTo>
                    <a:pt x="226" y="70"/>
                    <a:pt x="179" y="0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8" name="Google Shape;26108;p24"/>
            <p:cNvSpPr/>
            <p:nvPr/>
          </p:nvSpPr>
          <p:spPr>
            <a:xfrm>
              <a:off x="4907750" y="1581875"/>
              <a:ext cx="4475" cy="3475"/>
            </a:xfrm>
            <a:custGeom>
              <a:avLst/>
              <a:gdLst/>
              <a:ahLst/>
              <a:cxnLst/>
              <a:rect l="l" t="t" r="r" b="b"/>
              <a:pathLst>
                <a:path w="179" h="139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79" y="139"/>
                    <a:pt x="179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24"/>
            <p:cNvSpPr/>
            <p:nvPr/>
          </p:nvSpPr>
          <p:spPr>
            <a:xfrm>
              <a:off x="4956150" y="15820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1"/>
                  </a:moveTo>
                  <a:cubicBezTo>
                    <a:pt x="1" y="1"/>
                    <a:pt x="1" y="139"/>
                    <a:pt x="90" y="139"/>
                  </a:cubicBezTo>
                  <a:cubicBezTo>
                    <a:pt x="179" y="139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24"/>
            <p:cNvSpPr/>
            <p:nvPr/>
          </p:nvSpPr>
          <p:spPr>
            <a:xfrm>
              <a:off x="5205725" y="15826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02" y="0"/>
                  </a:moveTo>
                  <a:cubicBezTo>
                    <a:pt x="48" y="0"/>
                    <a:pt x="0" y="70"/>
                    <a:pt x="49" y="119"/>
                  </a:cubicBezTo>
                  <a:lnTo>
                    <a:pt x="79" y="149"/>
                  </a:lnTo>
                  <a:cubicBezTo>
                    <a:pt x="94" y="163"/>
                    <a:pt x="110" y="169"/>
                    <a:pt x="126" y="169"/>
                  </a:cubicBezTo>
                  <a:cubicBezTo>
                    <a:pt x="179" y="169"/>
                    <a:pt x="227" y="99"/>
                    <a:pt x="178" y="50"/>
                  </a:cubicBezTo>
                  <a:lnTo>
                    <a:pt x="148" y="20"/>
                  </a:lnTo>
                  <a:cubicBezTo>
                    <a:pt x="133" y="6"/>
                    <a:pt x="117" y="0"/>
                    <a:pt x="10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24"/>
            <p:cNvSpPr/>
            <p:nvPr/>
          </p:nvSpPr>
          <p:spPr>
            <a:xfrm>
              <a:off x="5385275" y="1583950"/>
              <a:ext cx="2325" cy="1775"/>
            </a:xfrm>
            <a:custGeom>
              <a:avLst/>
              <a:gdLst/>
              <a:ahLst/>
              <a:cxnLst/>
              <a:rect l="l" t="t" r="r" b="b"/>
              <a:pathLst>
                <a:path w="93" h="71" extrusionOk="0">
                  <a:moveTo>
                    <a:pt x="46" y="1"/>
                  </a:moveTo>
                  <a:cubicBezTo>
                    <a:pt x="2" y="1"/>
                    <a:pt x="1" y="70"/>
                    <a:pt x="46" y="70"/>
                  </a:cubicBezTo>
                  <a:cubicBezTo>
                    <a:pt x="92" y="70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24"/>
            <p:cNvSpPr/>
            <p:nvPr/>
          </p:nvSpPr>
          <p:spPr>
            <a:xfrm>
              <a:off x="5797350" y="1584625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24"/>
            <p:cNvSpPr/>
            <p:nvPr/>
          </p:nvSpPr>
          <p:spPr>
            <a:xfrm>
              <a:off x="4918000" y="158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cubicBezTo>
                    <a:pt x="90" y="140"/>
                    <a:pt x="90" y="140"/>
                    <a:pt x="91" y="140"/>
                  </a:cubicBezTo>
                  <a:cubicBezTo>
                    <a:pt x="180" y="140"/>
                    <a:pt x="180" y="2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24"/>
            <p:cNvSpPr/>
            <p:nvPr/>
          </p:nvSpPr>
          <p:spPr>
            <a:xfrm>
              <a:off x="5585325" y="158515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0"/>
                  </a:moveTo>
                  <a:cubicBezTo>
                    <a:pt x="45" y="0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24"/>
            <p:cNvSpPr/>
            <p:nvPr/>
          </p:nvSpPr>
          <p:spPr>
            <a:xfrm>
              <a:off x="5048575" y="1585775"/>
              <a:ext cx="11125" cy="7525"/>
            </a:xfrm>
            <a:custGeom>
              <a:avLst/>
              <a:gdLst/>
              <a:ahLst/>
              <a:cxnLst/>
              <a:rect l="l" t="t" r="r" b="b"/>
              <a:pathLst>
                <a:path w="445" h="301" extrusionOk="0">
                  <a:moveTo>
                    <a:pt x="149" y="1"/>
                  </a:moveTo>
                  <a:cubicBezTo>
                    <a:pt x="59" y="1"/>
                    <a:pt x="0" y="138"/>
                    <a:pt x="96" y="196"/>
                  </a:cubicBezTo>
                  <a:cubicBezTo>
                    <a:pt x="145" y="226"/>
                    <a:pt x="192" y="256"/>
                    <a:pt x="242" y="285"/>
                  </a:cubicBezTo>
                  <a:cubicBezTo>
                    <a:pt x="260" y="296"/>
                    <a:pt x="277" y="300"/>
                    <a:pt x="294" y="300"/>
                  </a:cubicBezTo>
                  <a:cubicBezTo>
                    <a:pt x="384" y="300"/>
                    <a:pt x="444" y="163"/>
                    <a:pt x="348" y="105"/>
                  </a:cubicBezTo>
                  <a:cubicBezTo>
                    <a:pt x="299" y="75"/>
                    <a:pt x="251" y="45"/>
                    <a:pt x="202" y="17"/>
                  </a:cubicBezTo>
                  <a:cubicBezTo>
                    <a:pt x="183" y="6"/>
                    <a:pt x="165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24"/>
            <p:cNvSpPr/>
            <p:nvPr/>
          </p:nvSpPr>
          <p:spPr>
            <a:xfrm>
              <a:off x="5981950" y="1585900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5" y="1"/>
                    <a:pt x="1" y="23"/>
                    <a:pt x="0" y="68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70" y="164"/>
                  </a:cubicBezTo>
                  <a:cubicBezTo>
                    <a:pt x="105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24"/>
            <p:cNvSpPr/>
            <p:nvPr/>
          </p:nvSpPr>
          <p:spPr>
            <a:xfrm>
              <a:off x="6033325" y="1586725"/>
              <a:ext cx="5700" cy="4275"/>
            </a:xfrm>
            <a:custGeom>
              <a:avLst/>
              <a:gdLst/>
              <a:ahLst/>
              <a:cxnLst/>
              <a:rect l="l" t="t" r="r" b="b"/>
              <a:pathLst>
                <a:path w="228" h="171" extrusionOk="0">
                  <a:moveTo>
                    <a:pt x="102" y="1"/>
                  </a:moveTo>
                  <a:cubicBezTo>
                    <a:pt x="49" y="1"/>
                    <a:pt x="1" y="71"/>
                    <a:pt x="50" y="120"/>
                  </a:cubicBezTo>
                  <a:lnTo>
                    <a:pt x="80" y="150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79" y="170"/>
                    <a:pt x="227" y="100"/>
                    <a:pt x="178" y="51"/>
                  </a:cubicBezTo>
                  <a:lnTo>
                    <a:pt x="148" y="21"/>
                  </a:lnTo>
                  <a:cubicBezTo>
                    <a:pt x="134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24"/>
            <p:cNvSpPr/>
            <p:nvPr/>
          </p:nvSpPr>
          <p:spPr>
            <a:xfrm>
              <a:off x="5651800" y="1587225"/>
              <a:ext cx="6550" cy="4875"/>
            </a:xfrm>
            <a:custGeom>
              <a:avLst/>
              <a:gdLst/>
              <a:ahLst/>
              <a:cxnLst/>
              <a:rect l="l" t="t" r="r" b="b"/>
              <a:pathLst>
                <a:path w="262" h="195" extrusionOk="0">
                  <a:moveTo>
                    <a:pt x="103" y="1"/>
                  </a:moveTo>
                  <a:cubicBezTo>
                    <a:pt x="49" y="1"/>
                    <a:pt x="0" y="71"/>
                    <a:pt x="51" y="118"/>
                  </a:cubicBezTo>
                  <a:cubicBezTo>
                    <a:pt x="72" y="137"/>
                    <a:pt x="90" y="156"/>
                    <a:pt x="111" y="175"/>
                  </a:cubicBezTo>
                  <a:cubicBezTo>
                    <a:pt x="126" y="189"/>
                    <a:pt x="142" y="194"/>
                    <a:pt x="157" y="194"/>
                  </a:cubicBezTo>
                  <a:cubicBezTo>
                    <a:pt x="212" y="194"/>
                    <a:pt x="261" y="124"/>
                    <a:pt x="210" y="76"/>
                  </a:cubicBezTo>
                  <a:cubicBezTo>
                    <a:pt x="189" y="57"/>
                    <a:pt x="170" y="39"/>
                    <a:pt x="149" y="20"/>
                  </a:cubicBezTo>
                  <a:cubicBezTo>
                    <a:pt x="135" y="6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24"/>
            <p:cNvSpPr/>
            <p:nvPr/>
          </p:nvSpPr>
          <p:spPr>
            <a:xfrm>
              <a:off x="5070575" y="15881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0" y="1"/>
                    <a:pt x="0" y="139"/>
                    <a:pt x="89" y="139"/>
                  </a:cubicBezTo>
                  <a:cubicBezTo>
                    <a:pt x="180" y="139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24"/>
            <p:cNvSpPr/>
            <p:nvPr/>
          </p:nvSpPr>
          <p:spPr>
            <a:xfrm>
              <a:off x="5271200" y="1588500"/>
              <a:ext cx="8150" cy="5975"/>
            </a:xfrm>
            <a:custGeom>
              <a:avLst/>
              <a:gdLst/>
              <a:ahLst/>
              <a:cxnLst/>
              <a:rect l="l" t="t" r="r" b="b"/>
              <a:pathLst>
                <a:path w="326" h="239" extrusionOk="0">
                  <a:moveTo>
                    <a:pt x="152" y="0"/>
                  </a:moveTo>
                  <a:cubicBezTo>
                    <a:pt x="72" y="0"/>
                    <a:pt x="1" y="104"/>
                    <a:pt x="73" y="177"/>
                  </a:cubicBezTo>
                  <a:lnTo>
                    <a:pt x="103" y="207"/>
                  </a:lnTo>
                  <a:cubicBezTo>
                    <a:pt x="125" y="229"/>
                    <a:pt x="150" y="238"/>
                    <a:pt x="173" y="238"/>
                  </a:cubicBezTo>
                  <a:cubicBezTo>
                    <a:pt x="253" y="238"/>
                    <a:pt x="325" y="134"/>
                    <a:pt x="252" y="60"/>
                  </a:cubicBezTo>
                  <a:lnTo>
                    <a:pt x="222" y="31"/>
                  </a:lnTo>
                  <a:cubicBezTo>
                    <a:pt x="200" y="9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24"/>
            <p:cNvSpPr/>
            <p:nvPr/>
          </p:nvSpPr>
          <p:spPr>
            <a:xfrm>
              <a:off x="5195275" y="158855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lnTo>
                    <a:pt x="119" y="139"/>
                  </a:lnTo>
                  <a:cubicBezTo>
                    <a:pt x="208" y="139"/>
                    <a:pt x="208" y="0"/>
                    <a:pt x="11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24"/>
            <p:cNvSpPr/>
            <p:nvPr/>
          </p:nvSpPr>
          <p:spPr>
            <a:xfrm>
              <a:off x="5363675" y="1588850"/>
              <a:ext cx="7350" cy="5925"/>
            </a:xfrm>
            <a:custGeom>
              <a:avLst/>
              <a:gdLst/>
              <a:ahLst/>
              <a:cxnLst/>
              <a:rect l="l" t="t" r="r" b="b"/>
              <a:pathLst>
                <a:path w="294" h="237" extrusionOk="0">
                  <a:moveTo>
                    <a:pt x="178" y="1"/>
                  </a:moveTo>
                  <a:cubicBezTo>
                    <a:pt x="160" y="1"/>
                    <a:pt x="141" y="5"/>
                    <a:pt x="124" y="14"/>
                  </a:cubicBezTo>
                  <a:cubicBezTo>
                    <a:pt x="104" y="24"/>
                    <a:pt x="86" y="34"/>
                    <a:pt x="66" y="44"/>
                  </a:cubicBezTo>
                  <a:cubicBezTo>
                    <a:pt x="15" y="69"/>
                    <a:pt x="1" y="139"/>
                    <a:pt x="29" y="186"/>
                  </a:cubicBezTo>
                  <a:cubicBezTo>
                    <a:pt x="48" y="220"/>
                    <a:pt x="82" y="236"/>
                    <a:pt x="118" y="236"/>
                  </a:cubicBezTo>
                  <a:cubicBezTo>
                    <a:pt x="136" y="236"/>
                    <a:pt x="154" y="232"/>
                    <a:pt x="171" y="224"/>
                  </a:cubicBezTo>
                  <a:cubicBezTo>
                    <a:pt x="190" y="214"/>
                    <a:pt x="210" y="205"/>
                    <a:pt x="229" y="194"/>
                  </a:cubicBezTo>
                  <a:cubicBezTo>
                    <a:pt x="279" y="169"/>
                    <a:pt x="294" y="98"/>
                    <a:pt x="267" y="51"/>
                  </a:cubicBezTo>
                  <a:cubicBezTo>
                    <a:pt x="247" y="17"/>
                    <a:pt x="214" y="1"/>
                    <a:pt x="17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24"/>
            <p:cNvSpPr/>
            <p:nvPr/>
          </p:nvSpPr>
          <p:spPr>
            <a:xfrm>
              <a:off x="5205525" y="158930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89" y="0"/>
                  </a:moveTo>
                  <a:cubicBezTo>
                    <a:pt x="1" y="0"/>
                    <a:pt x="0" y="139"/>
                    <a:pt x="89" y="139"/>
                  </a:cubicBezTo>
                  <a:cubicBezTo>
                    <a:pt x="180" y="139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24"/>
            <p:cNvSpPr/>
            <p:nvPr/>
          </p:nvSpPr>
          <p:spPr>
            <a:xfrm>
              <a:off x="5415300" y="1589650"/>
              <a:ext cx="8225" cy="5225"/>
            </a:xfrm>
            <a:custGeom>
              <a:avLst/>
              <a:gdLst/>
              <a:ahLst/>
              <a:cxnLst/>
              <a:rect l="l" t="t" r="r" b="b"/>
              <a:pathLst>
                <a:path w="329" h="209" extrusionOk="0">
                  <a:moveTo>
                    <a:pt x="135" y="1"/>
                  </a:moveTo>
                  <a:cubicBezTo>
                    <a:pt x="2" y="1"/>
                    <a:pt x="1" y="208"/>
                    <a:pt x="135" y="209"/>
                  </a:cubicBezTo>
                  <a:lnTo>
                    <a:pt x="193" y="209"/>
                  </a:lnTo>
                  <a:cubicBezTo>
                    <a:pt x="327" y="209"/>
                    <a:pt x="328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24"/>
            <p:cNvSpPr/>
            <p:nvPr/>
          </p:nvSpPr>
          <p:spPr>
            <a:xfrm>
              <a:off x="5143225" y="1589725"/>
              <a:ext cx="11025" cy="8900"/>
            </a:xfrm>
            <a:custGeom>
              <a:avLst/>
              <a:gdLst/>
              <a:ahLst/>
              <a:cxnLst/>
              <a:rect l="l" t="t" r="r" b="b"/>
              <a:pathLst>
                <a:path w="441" h="356" extrusionOk="0">
                  <a:moveTo>
                    <a:pt x="152" y="0"/>
                  </a:moveTo>
                  <a:cubicBezTo>
                    <a:pt x="71" y="0"/>
                    <a:pt x="0" y="104"/>
                    <a:pt x="73" y="177"/>
                  </a:cubicBezTo>
                  <a:cubicBezTo>
                    <a:pt x="123" y="227"/>
                    <a:pt x="170" y="275"/>
                    <a:pt x="219" y="325"/>
                  </a:cubicBezTo>
                  <a:cubicBezTo>
                    <a:pt x="241" y="346"/>
                    <a:pt x="265" y="355"/>
                    <a:pt x="289" y="355"/>
                  </a:cubicBezTo>
                  <a:cubicBezTo>
                    <a:pt x="369" y="355"/>
                    <a:pt x="440" y="252"/>
                    <a:pt x="367" y="179"/>
                  </a:cubicBezTo>
                  <a:cubicBezTo>
                    <a:pt x="318" y="129"/>
                    <a:pt x="270" y="80"/>
                    <a:pt x="221" y="31"/>
                  </a:cubicBezTo>
                  <a:cubicBezTo>
                    <a:pt x="200" y="9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24"/>
            <p:cNvSpPr/>
            <p:nvPr/>
          </p:nvSpPr>
          <p:spPr>
            <a:xfrm>
              <a:off x="5515225" y="1590100"/>
              <a:ext cx="3500" cy="4850"/>
            </a:xfrm>
            <a:custGeom>
              <a:avLst/>
              <a:gdLst/>
              <a:ahLst/>
              <a:cxnLst/>
              <a:rect l="l" t="t" r="r" b="b"/>
              <a:pathLst>
                <a:path w="140" h="194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126"/>
                  </a:lnTo>
                  <a:cubicBezTo>
                    <a:pt x="1" y="171"/>
                    <a:pt x="36" y="194"/>
                    <a:pt x="70" y="194"/>
                  </a:cubicBezTo>
                  <a:cubicBezTo>
                    <a:pt x="105" y="194"/>
                    <a:pt x="140" y="171"/>
                    <a:pt x="140" y="126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24"/>
            <p:cNvSpPr/>
            <p:nvPr/>
          </p:nvSpPr>
          <p:spPr>
            <a:xfrm>
              <a:off x="5753500" y="1590150"/>
              <a:ext cx="8275" cy="7425"/>
            </a:xfrm>
            <a:custGeom>
              <a:avLst/>
              <a:gdLst/>
              <a:ahLst/>
              <a:cxnLst/>
              <a:rect l="l" t="t" r="r" b="b"/>
              <a:pathLst>
                <a:path w="331" h="297" extrusionOk="0">
                  <a:moveTo>
                    <a:pt x="186" y="1"/>
                  </a:moveTo>
                  <a:cubicBezTo>
                    <a:pt x="155" y="1"/>
                    <a:pt x="124" y="15"/>
                    <a:pt x="103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2"/>
                    <a:pt x="72" y="297"/>
                    <a:pt x="144" y="297"/>
                  </a:cubicBezTo>
                  <a:cubicBezTo>
                    <a:pt x="176" y="297"/>
                    <a:pt x="207" y="282"/>
                    <a:pt x="228" y="247"/>
                  </a:cubicBezTo>
                  <a:cubicBezTo>
                    <a:pt x="247" y="217"/>
                    <a:pt x="264" y="186"/>
                    <a:pt x="283" y="157"/>
                  </a:cubicBezTo>
                  <a:cubicBezTo>
                    <a:pt x="330" y="76"/>
                    <a:pt x="258" y="1"/>
                    <a:pt x="18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24"/>
            <p:cNvSpPr/>
            <p:nvPr/>
          </p:nvSpPr>
          <p:spPr>
            <a:xfrm>
              <a:off x="5690425" y="1590225"/>
              <a:ext cx="6350" cy="6425"/>
            </a:xfrm>
            <a:custGeom>
              <a:avLst/>
              <a:gdLst/>
              <a:ahLst/>
              <a:cxnLst/>
              <a:rect l="l" t="t" r="r" b="b"/>
              <a:pathLst>
                <a:path w="254" h="257" extrusionOk="0">
                  <a:moveTo>
                    <a:pt x="81" y="0"/>
                  </a:moveTo>
                  <a:cubicBezTo>
                    <a:pt x="70" y="0"/>
                    <a:pt x="59" y="3"/>
                    <a:pt x="48" y="10"/>
                  </a:cubicBezTo>
                  <a:cubicBezTo>
                    <a:pt x="19" y="26"/>
                    <a:pt x="0" y="74"/>
                    <a:pt x="24" y="104"/>
                  </a:cubicBezTo>
                  <a:cubicBezTo>
                    <a:pt x="53" y="143"/>
                    <a:pt x="82" y="183"/>
                    <a:pt x="112" y="222"/>
                  </a:cubicBezTo>
                  <a:cubicBezTo>
                    <a:pt x="127" y="243"/>
                    <a:pt x="149" y="256"/>
                    <a:pt x="173" y="256"/>
                  </a:cubicBezTo>
                  <a:cubicBezTo>
                    <a:pt x="184" y="256"/>
                    <a:pt x="195" y="254"/>
                    <a:pt x="206" y="247"/>
                  </a:cubicBezTo>
                  <a:cubicBezTo>
                    <a:pt x="236" y="229"/>
                    <a:pt x="254" y="182"/>
                    <a:pt x="231" y="152"/>
                  </a:cubicBezTo>
                  <a:cubicBezTo>
                    <a:pt x="201" y="112"/>
                    <a:pt x="171" y="73"/>
                    <a:pt x="143" y="35"/>
                  </a:cubicBezTo>
                  <a:cubicBezTo>
                    <a:pt x="127" y="14"/>
                    <a:pt x="105" y="0"/>
                    <a:pt x="8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24"/>
            <p:cNvSpPr/>
            <p:nvPr/>
          </p:nvSpPr>
          <p:spPr>
            <a:xfrm>
              <a:off x="5176275" y="1590625"/>
              <a:ext cx="5150" cy="5000"/>
            </a:xfrm>
            <a:custGeom>
              <a:avLst/>
              <a:gdLst/>
              <a:ahLst/>
              <a:cxnLst/>
              <a:rect l="l" t="t" r="r" b="b"/>
              <a:pathLst>
                <a:path w="206" h="200" extrusionOk="0">
                  <a:moveTo>
                    <a:pt x="95" y="1"/>
                  </a:moveTo>
                  <a:cubicBezTo>
                    <a:pt x="49" y="1"/>
                    <a:pt x="1" y="51"/>
                    <a:pt x="29" y="106"/>
                  </a:cubicBezTo>
                  <a:cubicBezTo>
                    <a:pt x="39" y="125"/>
                    <a:pt x="47" y="145"/>
                    <a:pt x="58" y="165"/>
                  </a:cubicBezTo>
                  <a:cubicBezTo>
                    <a:pt x="70" y="189"/>
                    <a:pt x="90" y="199"/>
                    <a:pt x="111" y="199"/>
                  </a:cubicBezTo>
                  <a:cubicBezTo>
                    <a:pt x="157" y="199"/>
                    <a:pt x="206" y="149"/>
                    <a:pt x="179" y="94"/>
                  </a:cubicBezTo>
                  <a:cubicBezTo>
                    <a:pt x="168" y="76"/>
                    <a:pt x="159" y="56"/>
                    <a:pt x="149" y="36"/>
                  </a:cubicBezTo>
                  <a:cubicBezTo>
                    <a:pt x="136" y="11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24"/>
            <p:cNvSpPr/>
            <p:nvPr/>
          </p:nvSpPr>
          <p:spPr>
            <a:xfrm>
              <a:off x="5610050" y="1590675"/>
              <a:ext cx="5650" cy="4275"/>
            </a:xfrm>
            <a:custGeom>
              <a:avLst/>
              <a:gdLst/>
              <a:ahLst/>
              <a:cxnLst/>
              <a:rect l="l" t="t" r="r" b="b"/>
              <a:pathLst>
                <a:path w="226" h="171" extrusionOk="0">
                  <a:moveTo>
                    <a:pt x="101" y="1"/>
                  </a:moveTo>
                  <a:cubicBezTo>
                    <a:pt x="47" y="1"/>
                    <a:pt x="0" y="71"/>
                    <a:pt x="49" y="120"/>
                  </a:cubicBezTo>
                  <a:lnTo>
                    <a:pt x="79" y="149"/>
                  </a:lnTo>
                  <a:cubicBezTo>
                    <a:pt x="93" y="164"/>
                    <a:pt x="110" y="170"/>
                    <a:pt x="125" y="170"/>
                  </a:cubicBezTo>
                  <a:cubicBezTo>
                    <a:pt x="179" y="170"/>
                    <a:pt x="226" y="100"/>
                    <a:pt x="177" y="51"/>
                  </a:cubicBezTo>
                  <a:lnTo>
                    <a:pt x="147" y="22"/>
                  </a:lnTo>
                  <a:cubicBezTo>
                    <a:pt x="133" y="7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24"/>
            <p:cNvSpPr/>
            <p:nvPr/>
          </p:nvSpPr>
          <p:spPr>
            <a:xfrm>
              <a:off x="5465175" y="1591225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42" y="1"/>
                  </a:moveTo>
                  <a:cubicBezTo>
                    <a:pt x="73" y="1"/>
                    <a:pt x="1" y="76"/>
                    <a:pt x="46" y="157"/>
                  </a:cubicBezTo>
                  <a:cubicBezTo>
                    <a:pt x="84" y="226"/>
                    <a:pt x="147" y="260"/>
                    <a:pt x="223" y="267"/>
                  </a:cubicBezTo>
                  <a:cubicBezTo>
                    <a:pt x="226" y="267"/>
                    <a:pt x="229" y="268"/>
                    <a:pt x="232" y="268"/>
                  </a:cubicBezTo>
                  <a:cubicBezTo>
                    <a:pt x="284" y="268"/>
                    <a:pt x="328" y="212"/>
                    <a:pt x="328" y="163"/>
                  </a:cubicBezTo>
                  <a:cubicBezTo>
                    <a:pt x="328" y="105"/>
                    <a:pt x="284" y="69"/>
                    <a:pt x="230" y="60"/>
                  </a:cubicBezTo>
                  <a:cubicBezTo>
                    <a:pt x="229" y="59"/>
                    <a:pt x="228" y="56"/>
                    <a:pt x="225" y="53"/>
                  </a:cubicBezTo>
                  <a:cubicBezTo>
                    <a:pt x="205" y="16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24"/>
            <p:cNvSpPr/>
            <p:nvPr/>
          </p:nvSpPr>
          <p:spPr>
            <a:xfrm>
              <a:off x="5391925" y="1591300"/>
              <a:ext cx="2950" cy="3250"/>
            </a:xfrm>
            <a:custGeom>
              <a:avLst/>
              <a:gdLst/>
              <a:ahLst/>
              <a:cxnLst/>
              <a:rect l="l" t="t" r="r" b="b"/>
              <a:pathLst>
                <a:path w="118" h="130" extrusionOk="0">
                  <a:moveTo>
                    <a:pt x="48" y="1"/>
                  </a:moveTo>
                  <a:cubicBezTo>
                    <a:pt x="25" y="1"/>
                    <a:pt x="0" y="26"/>
                    <a:pt x="15" y="53"/>
                  </a:cubicBezTo>
                  <a:cubicBezTo>
                    <a:pt x="25" y="72"/>
                    <a:pt x="34" y="92"/>
                    <a:pt x="45" y="112"/>
                  </a:cubicBezTo>
                  <a:cubicBezTo>
                    <a:pt x="50" y="124"/>
                    <a:pt x="60" y="130"/>
                    <a:pt x="71" y="130"/>
                  </a:cubicBezTo>
                  <a:cubicBezTo>
                    <a:pt x="94" y="130"/>
                    <a:pt x="118" y="104"/>
                    <a:pt x="104" y="77"/>
                  </a:cubicBezTo>
                  <a:cubicBezTo>
                    <a:pt x="93" y="57"/>
                    <a:pt x="83" y="38"/>
                    <a:pt x="75" y="19"/>
                  </a:cubicBezTo>
                  <a:cubicBezTo>
                    <a:pt x="69" y="6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24"/>
            <p:cNvSpPr/>
            <p:nvPr/>
          </p:nvSpPr>
          <p:spPr>
            <a:xfrm>
              <a:off x="5000875" y="1592275"/>
              <a:ext cx="9575" cy="7425"/>
            </a:xfrm>
            <a:custGeom>
              <a:avLst/>
              <a:gdLst/>
              <a:ahLst/>
              <a:cxnLst/>
              <a:rect l="l" t="t" r="r" b="b"/>
              <a:pathLst>
                <a:path w="383" h="297" extrusionOk="0">
                  <a:moveTo>
                    <a:pt x="152" y="0"/>
                  </a:moveTo>
                  <a:cubicBezTo>
                    <a:pt x="72" y="0"/>
                    <a:pt x="1" y="105"/>
                    <a:pt x="74" y="177"/>
                  </a:cubicBezTo>
                  <a:lnTo>
                    <a:pt x="162" y="265"/>
                  </a:lnTo>
                  <a:cubicBezTo>
                    <a:pt x="183" y="288"/>
                    <a:pt x="208" y="297"/>
                    <a:pt x="231" y="297"/>
                  </a:cubicBezTo>
                  <a:cubicBezTo>
                    <a:pt x="311" y="297"/>
                    <a:pt x="383" y="192"/>
                    <a:pt x="310" y="119"/>
                  </a:cubicBezTo>
                  <a:lnTo>
                    <a:pt x="222" y="31"/>
                  </a:lnTo>
                  <a:cubicBezTo>
                    <a:pt x="200" y="10"/>
                    <a:pt x="176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24"/>
            <p:cNvSpPr/>
            <p:nvPr/>
          </p:nvSpPr>
          <p:spPr>
            <a:xfrm>
              <a:off x="5507900" y="1593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0"/>
                  </a:moveTo>
                  <a:cubicBezTo>
                    <a:pt x="35" y="0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24"/>
            <p:cNvSpPr/>
            <p:nvPr/>
          </p:nvSpPr>
          <p:spPr>
            <a:xfrm>
              <a:off x="5834650" y="1593675"/>
              <a:ext cx="1750" cy="5375"/>
            </a:xfrm>
            <a:custGeom>
              <a:avLst/>
              <a:gdLst/>
              <a:ahLst/>
              <a:cxnLst/>
              <a:rect l="l" t="t" r="r" b="b"/>
              <a:pathLst>
                <a:path w="70" h="215" extrusionOk="0">
                  <a:moveTo>
                    <a:pt x="35" y="1"/>
                  </a:moveTo>
                  <a:cubicBezTo>
                    <a:pt x="17" y="1"/>
                    <a:pt x="0" y="12"/>
                    <a:pt x="0" y="34"/>
                  </a:cubicBezTo>
                  <a:lnTo>
                    <a:pt x="0" y="181"/>
                  </a:lnTo>
                  <a:cubicBezTo>
                    <a:pt x="0" y="203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4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24"/>
            <p:cNvSpPr/>
            <p:nvPr/>
          </p:nvSpPr>
          <p:spPr>
            <a:xfrm>
              <a:off x="5447275" y="1595000"/>
              <a:ext cx="4450" cy="3450"/>
            </a:xfrm>
            <a:custGeom>
              <a:avLst/>
              <a:gdLst/>
              <a:ahLst/>
              <a:cxnLst/>
              <a:rect l="l" t="t" r="r" b="b"/>
              <a:pathLst>
                <a:path w="178" h="138" extrusionOk="0">
                  <a:moveTo>
                    <a:pt x="89" y="0"/>
                  </a:moveTo>
                  <a:cubicBezTo>
                    <a:pt x="0" y="0"/>
                    <a:pt x="0" y="138"/>
                    <a:pt x="89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177" y="138"/>
                    <a:pt x="178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24"/>
            <p:cNvSpPr/>
            <p:nvPr/>
          </p:nvSpPr>
          <p:spPr>
            <a:xfrm>
              <a:off x="5377700" y="1595350"/>
              <a:ext cx="10900" cy="8975"/>
            </a:xfrm>
            <a:custGeom>
              <a:avLst/>
              <a:gdLst/>
              <a:ahLst/>
              <a:cxnLst/>
              <a:rect l="l" t="t" r="r" b="b"/>
              <a:pathLst>
                <a:path w="436" h="359" extrusionOk="0">
                  <a:moveTo>
                    <a:pt x="150" y="0"/>
                  </a:moveTo>
                  <a:cubicBezTo>
                    <a:pt x="71" y="0"/>
                    <a:pt x="0" y="104"/>
                    <a:pt x="72" y="178"/>
                  </a:cubicBezTo>
                  <a:cubicBezTo>
                    <a:pt x="120" y="226"/>
                    <a:pt x="168" y="277"/>
                    <a:pt x="216" y="327"/>
                  </a:cubicBezTo>
                  <a:cubicBezTo>
                    <a:pt x="237" y="349"/>
                    <a:pt x="262" y="358"/>
                    <a:pt x="285" y="358"/>
                  </a:cubicBezTo>
                  <a:cubicBezTo>
                    <a:pt x="364" y="358"/>
                    <a:pt x="436" y="254"/>
                    <a:pt x="364" y="180"/>
                  </a:cubicBezTo>
                  <a:cubicBezTo>
                    <a:pt x="315" y="131"/>
                    <a:pt x="268" y="80"/>
                    <a:pt x="220" y="32"/>
                  </a:cubicBezTo>
                  <a:cubicBezTo>
                    <a:pt x="198" y="9"/>
                    <a:pt x="174" y="0"/>
                    <a:pt x="15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24"/>
            <p:cNvSpPr/>
            <p:nvPr/>
          </p:nvSpPr>
          <p:spPr>
            <a:xfrm>
              <a:off x="5325075" y="1596300"/>
              <a:ext cx="5275" cy="3950"/>
            </a:xfrm>
            <a:custGeom>
              <a:avLst/>
              <a:gdLst/>
              <a:ahLst/>
              <a:cxnLst/>
              <a:rect l="l" t="t" r="r" b="b"/>
              <a:pathLst>
                <a:path w="211" h="158" extrusionOk="0">
                  <a:moveTo>
                    <a:pt x="162" y="0"/>
                  </a:moveTo>
                  <a:cubicBezTo>
                    <a:pt x="152" y="0"/>
                    <a:pt x="141" y="5"/>
                    <a:pt x="134" y="15"/>
                  </a:cubicBezTo>
                  <a:cubicBezTo>
                    <a:pt x="109" y="49"/>
                    <a:pt x="77" y="73"/>
                    <a:pt x="37" y="88"/>
                  </a:cubicBezTo>
                  <a:cubicBezTo>
                    <a:pt x="0" y="102"/>
                    <a:pt x="11" y="158"/>
                    <a:pt x="44" y="158"/>
                  </a:cubicBezTo>
                  <a:cubicBezTo>
                    <a:pt x="48" y="158"/>
                    <a:pt x="52" y="157"/>
                    <a:pt x="56" y="155"/>
                  </a:cubicBezTo>
                  <a:cubicBezTo>
                    <a:pt x="113" y="135"/>
                    <a:pt x="158" y="100"/>
                    <a:pt x="193" y="51"/>
                  </a:cubicBezTo>
                  <a:cubicBezTo>
                    <a:pt x="211" y="25"/>
                    <a:pt x="187" y="0"/>
                    <a:pt x="16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24"/>
            <p:cNvSpPr/>
            <p:nvPr/>
          </p:nvSpPr>
          <p:spPr>
            <a:xfrm>
              <a:off x="5027775" y="15984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125"/>
                  </a:lnTo>
                  <a:cubicBezTo>
                    <a:pt x="1" y="170"/>
                    <a:pt x="35" y="192"/>
                    <a:pt x="70" y="192"/>
                  </a:cubicBezTo>
                  <a:cubicBezTo>
                    <a:pt x="104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8" y="23"/>
                    <a:pt x="104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24"/>
            <p:cNvSpPr/>
            <p:nvPr/>
          </p:nvSpPr>
          <p:spPr>
            <a:xfrm>
              <a:off x="5812500" y="1598650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69" y="1"/>
                  </a:moveTo>
                  <a:cubicBezTo>
                    <a:pt x="35" y="1"/>
                    <a:pt x="0" y="23"/>
                    <a:pt x="0" y="67"/>
                  </a:cubicBezTo>
                  <a:lnTo>
                    <a:pt x="0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8" y="142"/>
                    <a:pt x="138" y="97"/>
                  </a:cubicBezTo>
                  <a:lnTo>
                    <a:pt x="138" y="67"/>
                  </a:lnTo>
                  <a:cubicBezTo>
                    <a:pt x="138" y="23"/>
                    <a:pt x="104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24"/>
            <p:cNvSpPr/>
            <p:nvPr/>
          </p:nvSpPr>
          <p:spPr>
            <a:xfrm>
              <a:off x="5899525" y="159890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6" y="0"/>
                  </a:moveTo>
                  <a:cubicBezTo>
                    <a:pt x="63" y="0"/>
                    <a:pt x="50" y="3"/>
                    <a:pt x="40" y="10"/>
                  </a:cubicBezTo>
                  <a:cubicBezTo>
                    <a:pt x="6" y="31"/>
                    <a:pt x="1" y="71"/>
                    <a:pt x="16" y="104"/>
                  </a:cubicBezTo>
                  <a:cubicBezTo>
                    <a:pt x="37" y="152"/>
                    <a:pt x="58" y="201"/>
                    <a:pt x="79" y="249"/>
                  </a:cubicBezTo>
                  <a:cubicBezTo>
                    <a:pt x="89" y="272"/>
                    <a:pt x="114" y="283"/>
                    <a:pt x="138" y="283"/>
                  </a:cubicBezTo>
                  <a:cubicBezTo>
                    <a:pt x="150" y="283"/>
                    <a:pt x="163" y="280"/>
                    <a:pt x="174" y="274"/>
                  </a:cubicBezTo>
                  <a:cubicBezTo>
                    <a:pt x="209" y="253"/>
                    <a:pt x="214" y="213"/>
                    <a:pt x="198" y="180"/>
                  </a:cubicBezTo>
                  <a:cubicBezTo>
                    <a:pt x="178" y="131"/>
                    <a:pt x="157" y="82"/>
                    <a:pt x="135" y="35"/>
                  </a:cubicBezTo>
                  <a:cubicBezTo>
                    <a:pt x="125" y="12"/>
                    <a:pt x="100" y="0"/>
                    <a:pt x="7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24"/>
            <p:cNvSpPr/>
            <p:nvPr/>
          </p:nvSpPr>
          <p:spPr>
            <a:xfrm>
              <a:off x="5562625" y="1599725"/>
              <a:ext cx="4725" cy="6375"/>
            </a:xfrm>
            <a:custGeom>
              <a:avLst/>
              <a:gdLst/>
              <a:ahLst/>
              <a:cxnLst/>
              <a:rect l="l" t="t" r="r" b="b"/>
              <a:pathLst>
                <a:path w="189" h="255" extrusionOk="0">
                  <a:moveTo>
                    <a:pt x="84" y="0"/>
                  </a:moveTo>
                  <a:cubicBezTo>
                    <a:pt x="43" y="0"/>
                    <a:pt x="0" y="34"/>
                    <a:pt x="13" y="87"/>
                  </a:cubicBezTo>
                  <a:cubicBezTo>
                    <a:pt x="24" y="126"/>
                    <a:pt x="33" y="164"/>
                    <a:pt x="44" y="205"/>
                  </a:cubicBezTo>
                  <a:cubicBezTo>
                    <a:pt x="52" y="240"/>
                    <a:pt x="78" y="255"/>
                    <a:pt x="105" y="255"/>
                  </a:cubicBezTo>
                  <a:cubicBezTo>
                    <a:pt x="146" y="255"/>
                    <a:pt x="189" y="221"/>
                    <a:pt x="176" y="168"/>
                  </a:cubicBezTo>
                  <a:cubicBezTo>
                    <a:pt x="166" y="129"/>
                    <a:pt x="157" y="91"/>
                    <a:pt x="147" y="50"/>
                  </a:cubicBezTo>
                  <a:cubicBezTo>
                    <a:pt x="138" y="16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24"/>
            <p:cNvSpPr/>
            <p:nvPr/>
          </p:nvSpPr>
          <p:spPr>
            <a:xfrm>
              <a:off x="5729900" y="1599725"/>
              <a:ext cx="6550" cy="6650"/>
            </a:xfrm>
            <a:custGeom>
              <a:avLst/>
              <a:gdLst/>
              <a:ahLst/>
              <a:cxnLst/>
              <a:rect l="l" t="t" r="r" b="b"/>
              <a:pathLst>
                <a:path w="262" h="266" extrusionOk="0">
                  <a:moveTo>
                    <a:pt x="116" y="1"/>
                  </a:moveTo>
                  <a:cubicBezTo>
                    <a:pt x="97" y="1"/>
                    <a:pt x="79" y="5"/>
                    <a:pt x="63" y="14"/>
                  </a:cubicBezTo>
                  <a:cubicBezTo>
                    <a:pt x="12" y="44"/>
                    <a:pt x="0" y="106"/>
                    <a:pt x="26" y="157"/>
                  </a:cubicBezTo>
                  <a:cubicBezTo>
                    <a:pt x="36" y="176"/>
                    <a:pt x="46" y="195"/>
                    <a:pt x="56" y="215"/>
                  </a:cubicBezTo>
                  <a:cubicBezTo>
                    <a:pt x="72" y="249"/>
                    <a:pt x="109" y="266"/>
                    <a:pt x="145" y="266"/>
                  </a:cubicBezTo>
                  <a:cubicBezTo>
                    <a:pt x="164" y="266"/>
                    <a:pt x="182" y="261"/>
                    <a:pt x="198" y="252"/>
                  </a:cubicBezTo>
                  <a:cubicBezTo>
                    <a:pt x="250" y="222"/>
                    <a:pt x="261" y="160"/>
                    <a:pt x="235" y="110"/>
                  </a:cubicBezTo>
                  <a:cubicBezTo>
                    <a:pt x="225" y="91"/>
                    <a:pt x="217" y="71"/>
                    <a:pt x="206" y="51"/>
                  </a:cubicBezTo>
                  <a:cubicBezTo>
                    <a:pt x="190" y="18"/>
                    <a:pt x="152" y="1"/>
                    <a:pt x="11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24"/>
            <p:cNvSpPr/>
            <p:nvPr/>
          </p:nvSpPr>
          <p:spPr>
            <a:xfrm>
              <a:off x="4900625" y="1601650"/>
              <a:ext cx="6850" cy="7150"/>
            </a:xfrm>
            <a:custGeom>
              <a:avLst/>
              <a:gdLst/>
              <a:ahLst/>
              <a:cxnLst/>
              <a:rect l="l" t="t" r="r" b="b"/>
              <a:pathLst>
                <a:path w="274" h="286" extrusionOk="0">
                  <a:moveTo>
                    <a:pt x="193" y="1"/>
                  </a:moveTo>
                  <a:cubicBezTo>
                    <a:pt x="175" y="1"/>
                    <a:pt x="158" y="7"/>
                    <a:pt x="147" y="20"/>
                  </a:cubicBezTo>
                  <a:cubicBezTo>
                    <a:pt x="108" y="70"/>
                    <a:pt x="68" y="117"/>
                    <a:pt x="28" y="166"/>
                  </a:cubicBezTo>
                  <a:cubicBezTo>
                    <a:pt x="6" y="196"/>
                    <a:pt x="0" y="237"/>
                    <a:pt x="28" y="264"/>
                  </a:cubicBezTo>
                  <a:cubicBezTo>
                    <a:pt x="41" y="278"/>
                    <a:pt x="62" y="285"/>
                    <a:pt x="81" y="285"/>
                  </a:cubicBezTo>
                  <a:cubicBezTo>
                    <a:pt x="99" y="285"/>
                    <a:pt x="116" y="279"/>
                    <a:pt x="127" y="264"/>
                  </a:cubicBezTo>
                  <a:cubicBezTo>
                    <a:pt x="166" y="216"/>
                    <a:pt x="207" y="168"/>
                    <a:pt x="245" y="118"/>
                  </a:cubicBezTo>
                  <a:cubicBezTo>
                    <a:pt x="269" y="88"/>
                    <a:pt x="274" y="49"/>
                    <a:pt x="245" y="20"/>
                  </a:cubicBezTo>
                  <a:cubicBezTo>
                    <a:pt x="232" y="8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24"/>
            <p:cNvSpPr/>
            <p:nvPr/>
          </p:nvSpPr>
          <p:spPr>
            <a:xfrm>
              <a:off x="5252425" y="16018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1"/>
                  </a:moveTo>
                  <a:cubicBezTo>
                    <a:pt x="3" y="1"/>
                    <a:pt x="1" y="139"/>
                    <a:pt x="91" y="139"/>
                  </a:cubicBezTo>
                  <a:cubicBezTo>
                    <a:pt x="180" y="139"/>
                    <a:pt x="180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24"/>
            <p:cNvSpPr/>
            <p:nvPr/>
          </p:nvSpPr>
          <p:spPr>
            <a:xfrm>
              <a:off x="4957525" y="1602350"/>
              <a:ext cx="6875" cy="4400"/>
            </a:xfrm>
            <a:custGeom>
              <a:avLst/>
              <a:gdLst/>
              <a:ahLst/>
              <a:cxnLst/>
              <a:rect l="l" t="t" r="r" b="b"/>
              <a:pathLst>
                <a:path w="275" h="176" extrusionOk="0">
                  <a:moveTo>
                    <a:pt x="88" y="1"/>
                  </a:moveTo>
                  <a:cubicBezTo>
                    <a:pt x="22" y="1"/>
                    <a:pt x="1" y="112"/>
                    <a:pt x="75" y="138"/>
                  </a:cubicBezTo>
                  <a:cubicBezTo>
                    <a:pt x="103" y="148"/>
                    <a:pt x="133" y="159"/>
                    <a:pt x="161" y="171"/>
                  </a:cubicBezTo>
                  <a:cubicBezTo>
                    <a:pt x="170" y="174"/>
                    <a:pt x="178" y="176"/>
                    <a:pt x="186" y="176"/>
                  </a:cubicBezTo>
                  <a:cubicBezTo>
                    <a:pt x="253" y="176"/>
                    <a:pt x="274" y="65"/>
                    <a:pt x="200" y="38"/>
                  </a:cubicBezTo>
                  <a:cubicBezTo>
                    <a:pt x="171" y="27"/>
                    <a:pt x="141" y="17"/>
                    <a:pt x="113" y="5"/>
                  </a:cubicBezTo>
                  <a:cubicBezTo>
                    <a:pt x="104" y="2"/>
                    <a:pt x="96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24"/>
            <p:cNvSpPr/>
            <p:nvPr/>
          </p:nvSpPr>
          <p:spPr>
            <a:xfrm>
              <a:off x="5195125" y="1603050"/>
              <a:ext cx="7000" cy="5700"/>
            </a:xfrm>
            <a:custGeom>
              <a:avLst/>
              <a:gdLst/>
              <a:ahLst/>
              <a:cxnLst/>
              <a:rect l="l" t="t" r="r" b="b"/>
              <a:pathLst>
                <a:path w="280" h="228" extrusionOk="0">
                  <a:moveTo>
                    <a:pt x="84" y="0"/>
                  </a:moveTo>
                  <a:cubicBezTo>
                    <a:pt x="59" y="0"/>
                    <a:pt x="33" y="15"/>
                    <a:pt x="22" y="35"/>
                  </a:cubicBezTo>
                  <a:cubicBezTo>
                    <a:pt x="1" y="71"/>
                    <a:pt x="16" y="108"/>
                    <a:pt x="46" y="130"/>
                  </a:cubicBezTo>
                  <a:cubicBezTo>
                    <a:pt x="85" y="160"/>
                    <a:pt x="124" y="188"/>
                    <a:pt x="164" y="218"/>
                  </a:cubicBezTo>
                  <a:cubicBezTo>
                    <a:pt x="173" y="225"/>
                    <a:pt x="184" y="228"/>
                    <a:pt x="196" y="228"/>
                  </a:cubicBezTo>
                  <a:cubicBezTo>
                    <a:pt x="221" y="228"/>
                    <a:pt x="247" y="214"/>
                    <a:pt x="259" y="193"/>
                  </a:cubicBezTo>
                  <a:cubicBezTo>
                    <a:pt x="280" y="159"/>
                    <a:pt x="263" y="120"/>
                    <a:pt x="234" y="99"/>
                  </a:cubicBezTo>
                  <a:cubicBezTo>
                    <a:pt x="195" y="69"/>
                    <a:pt x="156" y="41"/>
                    <a:pt x="116" y="11"/>
                  </a:cubicBezTo>
                  <a:cubicBezTo>
                    <a:pt x="106" y="3"/>
                    <a:pt x="95" y="0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24"/>
            <p:cNvSpPr/>
            <p:nvPr/>
          </p:nvSpPr>
          <p:spPr>
            <a:xfrm>
              <a:off x="5221375" y="1604050"/>
              <a:ext cx="7825" cy="6400"/>
            </a:xfrm>
            <a:custGeom>
              <a:avLst/>
              <a:gdLst/>
              <a:ahLst/>
              <a:cxnLst/>
              <a:rect l="l" t="t" r="r" b="b"/>
              <a:pathLst>
                <a:path w="313" h="256" extrusionOk="0">
                  <a:moveTo>
                    <a:pt x="205" y="1"/>
                  </a:moveTo>
                  <a:cubicBezTo>
                    <a:pt x="173" y="1"/>
                    <a:pt x="152" y="47"/>
                    <a:pt x="186" y="64"/>
                  </a:cubicBezTo>
                  <a:cubicBezTo>
                    <a:pt x="202" y="72"/>
                    <a:pt x="219" y="80"/>
                    <a:pt x="236" y="89"/>
                  </a:cubicBezTo>
                  <a:cubicBezTo>
                    <a:pt x="231" y="88"/>
                    <a:pt x="226" y="87"/>
                    <a:pt x="221" y="87"/>
                  </a:cubicBezTo>
                  <a:cubicBezTo>
                    <a:pt x="203" y="87"/>
                    <a:pt x="185" y="94"/>
                    <a:pt x="169" y="106"/>
                  </a:cubicBezTo>
                  <a:cubicBezTo>
                    <a:pt x="159" y="114"/>
                    <a:pt x="148" y="118"/>
                    <a:pt x="136" y="118"/>
                  </a:cubicBezTo>
                  <a:cubicBezTo>
                    <a:pt x="130" y="118"/>
                    <a:pt x="124" y="117"/>
                    <a:pt x="119" y="116"/>
                  </a:cubicBezTo>
                  <a:cubicBezTo>
                    <a:pt x="112" y="114"/>
                    <a:pt x="106" y="113"/>
                    <a:pt x="101" y="113"/>
                  </a:cubicBezTo>
                  <a:cubicBezTo>
                    <a:pt x="27" y="113"/>
                    <a:pt x="0" y="231"/>
                    <a:pt x="81" y="249"/>
                  </a:cubicBezTo>
                  <a:cubicBezTo>
                    <a:pt x="99" y="254"/>
                    <a:pt x="116" y="256"/>
                    <a:pt x="132" y="256"/>
                  </a:cubicBezTo>
                  <a:cubicBezTo>
                    <a:pt x="181" y="256"/>
                    <a:pt x="226" y="238"/>
                    <a:pt x="267" y="204"/>
                  </a:cubicBezTo>
                  <a:cubicBezTo>
                    <a:pt x="295" y="180"/>
                    <a:pt x="291" y="130"/>
                    <a:pt x="267" y="105"/>
                  </a:cubicBezTo>
                  <a:cubicBezTo>
                    <a:pt x="263" y="101"/>
                    <a:pt x="258" y="97"/>
                    <a:pt x="253" y="95"/>
                  </a:cubicBezTo>
                  <a:lnTo>
                    <a:pt x="253" y="95"/>
                  </a:lnTo>
                  <a:cubicBezTo>
                    <a:pt x="256" y="96"/>
                    <a:pt x="259" y="96"/>
                    <a:pt x="262" y="96"/>
                  </a:cubicBezTo>
                  <a:cubicBezTo>
                    <a:pt x="293" y="96"/>
                    <a:pt x="312" y="52"/>
                    <a:pt x="279" y="34"/>
                  </a:cubicBezTo>
                  <a:cubicBezTo>
                    <a:pt x="261" y="23"/>
                    <a:pt x="241" y="15"/>
                    <a:pt x="221" y="5"/>
                  </a:cubicBezTo>
                  <a:cubicBezTo>
                    <a:pt x="215" y="2"/>
                    <a:pt x="210" y="1"/>
                    <a:pt x="2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24"/>
            <p:cNvSpPr/>
            <p:nvPr/>
          </p:nvSpPr>
          <p:spPr>
            <a:xfrm>
              <a:off x="4942175" y="1604700"/>
              <a:ext cx="5200" cy="3475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89" y="1"/>
                  </a:moveTo>
                  <a:cubicBezTo>
                    <a:pt x="0" y="1"/>
                    <a:pt x="0" y="138"/>
                    <a:pt x="89" y="138"/>
                  </a:cubicBezTo>
                  <a:lnTo>
                    <a:pt x="119" y="138"/>
                  </a:lnTo>
                  <a:cubicBezTo>
                    <a:pt x="120" y="138"/>
                    <a:pt x="121" y="138"/>
                    <a:pt x="121" y="138"/>
                  </a:cubicBezTo>
                  <a:cubicBezTo>
                    <a:pt x="208" y="138"/>
                    <a:pt x="208" y="1"/>
                    <a:pt x="11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24"/>
            <p:cNvSpPr/>
            <p:nvPr/>
          </p:nvSpPr>
          <p:spPr>
            <a:xfrm>
              <a:off x="5283750" y="1604900"/>
              <a:ext cx="7150" cy="5700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184" y="0"/>
                  </a:moveTo>
                  <a:cubicBezTo>
                    <a:pt x="168" y="0"/>
                    <a:pt x="152" y="6"/>
                    <a:pt x="137" y="21"/>
                  </a:cubicBezTo>
                  <a:lnTo>
                    <a:pt x="50" y="109"/>
                  </a:lnTo>
                  <a:cubicBezTo>
                    <a:pt x="1" y="158"/>
                    <a:pt x="48" y="228"/>
                    <a:pt x="101" y="228"/>
                  </a:cubicBezTo>
                  <a:cubicBezTo>
                    <a:pt x="117" y="228"/>
                    <a:pt x="134" y="222"/>
                    <a:pt x="149" y="207"/>
                  </a:cubicBezTo>
                  <a:lnTo>
                    <a:pt x="237" y="119"/>
                  </a:lnTo>
                  <a:cubicBezTo>
                    <a:pt x="285" y="70"/>
                    <a:pt x="238" y="0"/>
                    <a:pt x="18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24"/>
            <p:cNvSpPr/>
            <p:nvPr/>
          </p:nvSpPr>
          <p:spPr>
            <a:xfrm>
              <a:off x="5863300" y="1605200"/>
              <a:ext cx="8200" cy="6700"/>
            </a:xfrm>
            <a:custGeom>
              <a:avLst/>
              <a:gdLst/>
              <a:ahLst/>
              <a:cxnLst/>
              <a:rect l="l" t="t" r="r" b="b"/>
              <a:pathLst>
                <a:path w="328" h="268" extrusionOk="0">
                  <a:moveTo>
                    <a:pt x="123" y="1"/>
                  </a:moveTo>
                  <a:cubicBezTo>
                    <a:pt x="86" y="1"/>
                    <a:pt x="48" y="21"/>
                    <a:pt x="30" y="53"/>
                  </a:cubicBezTo>
                  <a:cubicBezTo>
                    <a:pt x="0" y="103"/>
                    <a:pt x="20" y="164"/>
                    <a:pt x="67" y="195"/>
                  </a:cubicBezTo>
                  <a:cubicBezTo>
                    <a:pt x="97" y="215"/>
                    <a:pt x="125" y="234"/>
                    <a:pt x="155" y="253"/>
                  </a:cubicBezTo>
                  <a:cubicBezTo>
                    <a:pt x="170" y="263"/>
                    <a:pt x="188" y="268"/>
                    <a:pt x="205" y="268"/>
                  </a:cubicBezTo>
                  <a:cubicBezTo>
                    <a:pt x="242" y="268"/>
                    <a:pt x="279" y="247"/>
                    <a:pt x="297" y="216"/>
                  </a:cubicBezTo>
                  <a:cubicBezTo>
                    <a:pt x="327" y="166"/>
                    <a:pt x="307" y="105"/>
                    <a:pt x="260" y="74"/>
                  </a:cubicBezTo>
                  <a:cubicBezTo>
                    <a:pt x="230" y="54"/>
                    <a:pt x="202" y="34"/>
                    <a:pt x="172" y="15"/>
                  </a:cubicBezTo>
                  <a:cubicBezTo>
                    <a:pt x="157" y="5"/>
                    <a:pt x="140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24"/>
            <p:cNvSpPr/>
            <p:nvPr/>
          </p:nvSpPr>
          <p:spPr>
            <a:xfrm>
              <a:off x="5483900" y="1605225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0"/>
                  </a:moveTo>
                  <a:cubicBezTo>
                    <a:pt x="72" y="0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5" y="229"/>
                    <a:pt x="149" y="238"/>
                    <a:pt x="173" y="238"/>
                  </a:cubicBezTo>
                  <a:cubicBezTo>
                    <a:pt x="253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0"/>
                    <a:pt x="152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24"/>
            <p:cNvSpPr/>
            <p:nvPr/>
          </p:nvSpPr>
          <p:spPr>
            <a:xfrm>
              <a:off x="5123300" y="1606675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91" y="0"/>
                  </a:moveTo>
                  <a:cubicBezTo>
                    <a:pt x="3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24"/>
            <p:cNvSpPr/>
            <p:nvPr/>
          </p:nvSpPr>
          <p:spPr>
            <a:xfrm>
              <a:off x="5176300" y="1606700"/>
              <a:ext cx="5675" cy="4250"/>
            </a:xfrm>
            <a:custGeom>
              <a:avLst/>
              <a:gdLst/>
              <a:ahLst/>
              <a:cxnLst/>
              <a:rect l="l" t="t" r="r" b="b"/>
              <a:pathLst>
                <a:path w="227" h="170" extrusionOk="0">
                  <a:moveTo>
                    <a:pt x="126" y="1"/>
                  </a:moveTo>
                  <a:cubicBezTo>
                    <a:pt x="110" y="1"/>
                    <a:pt x="94" y="7"/>
                    <a:pt x="79" y="21"/>
                  </a:cubicBezTo>
                  <a:lnTo>
                    <a:pt x="49" y="51"/>
                  </a:lnTo>
                  <a:cubicBezTo>
                    <a:pt x="0" y="100"/>
                    <a:pt x="48" y="170"/>
                    <a:pt x="102" y="170"/>
                  </a:cubicBezTo>
                  <a:cubicBezTo>
                    <a:pt x="117" y="170"/>
                    <a:pt x="133" y="164"/>
                    <a:pt x="148" y="150"/>
                  </a:cubicBezTo>
                  <a:lnTo>
                    <a:pt x="178" y="119"/>
                  </a:lnTo>
                  <a:cubicBezTo>
                    <a:pt x="227" y="71"/>
                    <a:pt x="179" y="1"/>
                    <a:pt x="12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24"/>
            <p:cNvSpPr/>
            <p:nvPr/>
          </p:nvSpPr>
          <p:spPr>
            <a:xfrm>
              <a:off x="5943250" y="1606900"/>
              <a:ext cx="6700" cy="7425"/>
            </a:xfrm>
            <a:custGeom>
              <a:avLst/>
              <a:gdLst/>
              <a:ahLst/>
              <a:cxnLst/>
              <a:rect l="l" t="t" r="r" b="b"/>
              <a:pathLst>
                <a:path w="268" h="297" extrusionOk="0">
                  <a:moveTo>
                    <a:pt x="149" y="1"/>
                  </a:moveTo>
                  <a:cubicBezTo>
                    <a:pt x="103" y="1"/>
                    <a:pt x="64" y="32"/>
                    <a:pt x="49" y="77"/>
                  </a:cubicBezTo>
                  <a:cubicBezTo>
                    <a:pt x="39" y="106"/>
                    <a:pt x="29" y="135"/>
                    <a:pt x="19" y="165"/>
                  </a:cubicBezTo>
                  <a:cubicBezTo>
                    <a:pt x="0" y="218"/>
                    <a:pt x="40" y="279"/>
                    <a:pt x="92" y="293"/>
                  </a:cubicBezTo>
                  <a:cubicBezTo>
                    <a:pt x="101" y="295"/>
                    <a:pt x="110" y="297"/>
                    <a:pt x="119" y="297"/>
                  </a:cubicBezTo>
                  <a:cubicBezTo>
                    <a:pt x="165" y="297"/>
                    <a:pt x="205" y="265"/>
                    <a:pt x="220" y="220"/>
                  </a:cubicBezTo>
                  <a:cubicBezTo>
                    <a:pt x="230" y="191"/>
                    <a:pt x="239" y="162"/>
                    <a:pt x="249" y="132"/>
                  </a:cubicBezTo>
                  <a:cubicBezTo>
                    <a:pt x="268" y="79"/>
                    <a:pt x="228" y="18"/>
                    <a:pt x="177" y="5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24"/>
            <p:cNvSpPr/>
            <p:nvPr/>
          </p:nvSpPr>
          <p:spPr>
            <a:xfrm>
              <a:off x="5082375" y="1607950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47" y="1"/>
                  </a:moveTo>
                  <a:cubicBezTo>
                    <a:pt x="111" y="1"/>
                    <a:pt x="74" y="18"/>
                    <a:pt x="57" y="52"/>
                  </a:cubicBezTo>
                  <a:cubicBezTo>
                    <a:pt x="46" y="72"/>
                    <a:pt x="37" y="90"/>
                    <a:pt x="27" y="110"/>
                  </a:cubicBezTo>
                  <a:cubicBezTo>
                    <a:pt x="1" y="161"/>
                    <a:pt x="14" y="223"/>
                    <a:pt x="65" y="253"/>
                  </a:cubicBezTo>
                  <a:cubicBezTo>
                    <a:pt x="80" y="262"/>
                    <a:pt x="98" y="266"/>
                    <a:pt x="117" y="266"/>
                  </a:cubicBezTo>
                  <a:cubicBezTo>
                    <a:pt x="153" y="266"/>
                    <a:pt x="190" y="248"/>
                    <a:pt x="207" y="215"/>
                  </a:cubicBezTo>
                  <a:cubicBezTo>
                    <a:pt x="217" y="196"/>
                    <a:pt x="227" y="176"/>
                    <a:pt x="237" y="157"/>
                  </a:cubicBezTo>
                  <a:cubicBezTo>
                    <a:pt x="263" y="108"/>
                    <a:pt x="249" y="44"/>
                    <a:pt x="200" y="15"/>
                  </a:cubicBezTo>
                  <a:cubicBezTo>
                    <a:pt x="184" y="5"/>
                    <a:pt x="165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24"/>
            <p:cNvSpPr/>
            <p:nvPr/>
          </p:nvSpPr>
          <p:spPr>
            <a:xfrm>
              <a:off x="5773550" y="161027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6" y="164"/>
                    <a:pt x="70" y="164"/>
                  </a:cubicBezTo>
                  <a:cubicBezTo>
                    <a:pt x="105" y="164"/>
                    <a:pt x="140" y="142"/>
                    <a:pt x="140" y="97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24"/>
            <p:cNvSpPr/>
            <p:nvPr/>
          </p:nvSpPr>
          <p:spPr>
            <a:xfrm>
              <a:off x="5806475" y="1610625"/>
              <a:ext cx="8950" cy="4000"/>
            </a:xfrm>
            <a:custGeom>
              <a:avLst/>
              <a:gdLst/>
              <a:ahLst/>
              <a:cxnLst/>
              <a:rect l="l" t="t" r="r" b="b"/>
              <a:pathLst>
                <a:path w="358" h="160" extrusionOk="0">
                  <a:moveTo>
                    <a:pt x="200" y="0"/>
                  </a:moveTo>
                  <a:cubicBezTo>
                    <a:pt x="156" y="0"/>
                    <a:pt x="112" y="11"/>
                    <a:pt x="70" y="31"/>
                  </a:cubicBezTo>
                  <a:cubicBezTo>
                    <a:pt x="0" y="65"/>
                    <a:pt x="44" y="159"/>
                    <a:pt x="109" y="159"/>
                  </a:cubicBezTo>
                  <a:cubicBezTo>
                    <a:pt x="119" y="159"/>
                    <a:pt x="129" y="157"/>
                    <a:pt x="140" y="152"/>
                  </a:cubicBezTo>
                  <a:cubicBezTo>
                    <a:pt x="158" y="143"/>
                    <a:pt x="176" y="139"/>
                    <a:pt x="194" y="139"/>
                  </a:cubicBezTo>
                  <a:cubicBezTo>
                    <a:pt x="216" y="139"/>
                    <a:pt x="238" y="145"/>
                    <a:pt x="260" y="154"/>
                  </a:cubicBezTo>
                  <a:cubicBezTo>
                    <a:pt x="266" y="157"/>
                    <a:pt x="273" y="158"/>
                    <a:pt x="279" y="158"/>
                  </a:cubicBezTo>
                  <a:cubicBezTo>
                    <a:pt x="309" y="158"/>
                    <a:pt x="338" y="133"/>
                    <a:pt x="346" y="107"/>
                  </a:cubicBezTo>
                  <a:cubicBezTo>
                    <a:pt x="357" y="65"/>
                    <a:pt x="332" y="34"/>
                    <a:pt x="298" y="19"/>
                  </a:cubicBezTo>
                  <a:cubicBezTo>
                    <a:pt x="266" y="6"/>
                    <a:pt x="233" y="0"/>
                    <a:pt x="20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24"/>
            <p:cNvSpPr/>
            <p:nvPr/>
          </p:nvSpPr>
          <p:spPr>
            <a:xfrm>
              <a:off x="5357700" y="1610900"/>
              <a:ext cx="5225" cy="3475"/>
            </a:xfrm>
            <a:custGeom>
              <a:avLst/>
              <a:gdLst/>
              <a:ahLst/>
              <a:cxnLst/>
              <a:rect l="l" t="t" r="r" b="b"/>
              <a:pathLst>
                <a:path w="209" h="139" extrusionOk="0">
                  <a:moveTo>
                    <a:pt x="90" y="0"/>
                  </a:moveTo>
                  <a:cubicBezTo>
                    <a:pt x="0" y="0"/>
                    <a:pt x="0" y="138"/>
                    <a:pt x="90" y="138"/>
                  </a:cubicBezTo>
                  <a:lnTo>
                    <a:pt x="120" y="138"/>
                  </a:lnTo>
                  <a:cubicBezTo>
                    <a:pt x="120" y="138"/>
                    <a:pt x="121" y="138"/>
                    <a:pt x="122" y="138"/>
                  </a:cubicBezTo>
                  <a:cubicBezTo>
                    <a:pt x="209" y="138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24"/>
            <p:cNvSpPr/>
            <p:nvPr/>
          </p:nvSpPr>
          <p:spPr>
            <a:xfrm>
              <a:off x="6032750" y="1610950"/>
              <a:ext cx="5950" cy="3500"/>
            </a:xfrm>
            <a:custGeom>
              <a:avLst/>
              <a:gdLst/>
              <a:ahLst/>
              <a:cxnLst/>
              <a:rect l="l" t="t" r="r" b="b"/>
              <a:pathLst>
                <a:path w="238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48" y="139"/>
                  </a:lnTo>
                  <a:cubicBezTo>
                    <a:pt x="237" y="139"/>
                    <a:pt x="237" y="0"/>
                    <a:pt x="14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24"/>
            <p:cNvSpPr/>
            <p:nvPr/>
          </p:nvSpPr>
          <p:spPr>
            <a:xfrm>
              <a:off x="5542325" y="1612175"/>
              <a:ext cx="3475" cy="4125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70" y="1"/>
                  </a:moveTo>
                  <a:cubicBezTo>
                    <a:pt x="35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4" y="165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4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24"/>
            <p:cNvSpPr/>
            <p:nvPr/>
          </p:nvSpPr>
          <p:spPr>
            <a:xfrm>
              <a:off x="5700850" y="1612300"/>
              <a:ext cx="5725" cy="5625"/>
            </a:xfrm>
            <a:custGeom>
              <a:avLst/>
              <a:gdLst/>
              <a:ahLst/>
              <a:cxnLst/>
              <a:rect l="l" t="t" r="r" b="b"/>
              <a:pathLst>
                <a:path w="229" h="225" extrusionOk="0">
                  <a:moveTo>
                    <a:pt x="76" y="1"/>
                  </a:moveTo>
                  <a:cubicBezTo>
                    <a:pt x="42" y="1"/>
                    <a:pt x="6" y="23"/>
                    <a:pt x="4" y="69"/>
                  </a:cubicBezTo>
                  <a:cubicBezTo>
                    <a:pt x="1" y="141"/>
                    <a:pt x="48" y="200"/>
                    <a:pt x="116" y="221"/>
                  </a:cubicBezTo>
                  <a:cubicBezTo>
                    <a:pt x="123" y="223"/>
                    <a:pt x="130" y="224"/>
                    <a:pt x="136" y="224"/>
                  </a:cubicBezTo>
                  <a:cubicBezTo>
                    <a:pt x="205" y="224"/>
                    <a:pt x="229" y="110"/>
                    <a:pt x="152" y="86"/>
                  </a:cubicBezTo>
                  <a:cubicBezTo>
                    <a:pt x="138" y="82"/>
                    <a:pt x="142" y="77"/>
                    <a:pt x="143" y="69"/>
                  </a:cubicBezTo>
                  <a:cubicBezTo>
                    <a:pt x="145" y="23"/>
                    <a:pt x="111" y="1"/>
                    <a:pt x="7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24"/>
            <p:cNvSpPr/>
            <p:nvPr/>
          </p:nvSpPr>
          <p:spPr>
            <a:xfrm>
              <a:off x="5593675" y="1613000"/>
              <a:ext cx="5700" cy="4250"/>
            </a:xfrm>
            <a:custGeom>
              <a:avLst/>
              <a:gdLst/>
              <a:ahLst/>
              <a:cxnLst/>
              <a:rect l="l" t="t" r="r" b="b"/>
              <a:pathLst>
                <a:path w="228" h="170" extrusionOk="0">
                  <a:moveTo>
                    <a:pt x="101" y="0"/>
                  </a:moveTo>
                  <a:cubicBezTo>
                    <a:pt x="48" y="0"/>
                    <a:pt x="0" y="70"/>
                    <a:pt x="50" y="119"/>
                  </a:cubicBezTo>
                  <a:lnTo>
                    <a:pt x="79" y="149"/>
                  </a:lnTo>
                  <a:cubicBezTo>
                    <a:pt x="94" y="164"/>
                    <a:pt x="110" y="170"/>
                    <a:pt x="126" y="170"/>
                  </a:cubicBezTo>
                  <a:cubicBezTo>
                    <a:pt x="180" y="170"/>
                    <a:pt x="227" y="100"/>
                    <a:pt x="177" y="51"/>
                  </a:cubicBezTo>
                  <a:lnTo>
                    <a:pt x="148" y="21"/>
                  </a:lnTo>
                  <a:cubicBezTo>
                    <a:pt x="134" y="6"/>
                    <a:pt x="117" y="0"/>
                    <a:pt x="10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24"/>
            <p:cNvSpPr/>
            <p:nvPr/>
          </p:nvSpPr>
          <p:spPr>
            <a:xfrm>
              <a:off x="5212125" y="1613475"/>
              <a:ext cx="6600" cy="4875"/>
            </a:xfrm>
            <a:custGeom>
              <a:avLst/>
              <a:gdLst/>
              <a:ahLst/>
              <a:cxnLst/>
              <a:rect l="l" t="t" r="r" b="b"/>
              <a:pathLst>
                <a:path w="264" h="195" extrusionOk="0">
                  <a:moveTo>
                    <a:pt x="105" y="1"/>
                  </a:moveTo>
                  <a:cubicBezTo>
                    <a:pt x="49" y="1"/>
                    <a:pt x="1" y="71"/>
                    <a:pt x="52" y="118"/>
                  </a:cubicBezTo>
                  <a:cubicBezTo>
                    <a:pt x="73" y="138"/>
                    <a:pt x="93" y="155"/>
                    <a:pt x="113" y="175"/>
                  </a:cubicBezTo>
                  <a:cubicBezTo>
                    <a:pt x="128" y="189"/>
                    <a:pt x="144" y="194"/>
                    <a:pt x="160" y="194"/>
                  </a:cubicBezTo>
                  <a:cubicBezTo>
                    <a:pt x="214" y="194"/>
                    <a:pt x="263" y="125"/>
                    <a:pt x="212" y="76"/>
                  </a:cubicBezTo>
                  <a:cubicBezTo>
                    <a:pt x="191" y="57"/>
                    <a:pt x="172" y="39"/>
                    <a:pt x="151" y="19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24"/>
            <p:cNvSpPr/>
            <p:nvPr/>
          </p:nvSpPr>
          <p:spPr>
            <a:xfrm>
              <a:off x="5052125" y="1613650"/>
              <a:ext cx="9000" cy="7500"/>
            </a:xfrm>
            <a:custGeom>
              <a:avLst/>
              <a:gdLst/>
              <a:ahLst/>
              <a:cxnLst/>
              <a:rect l="l" t="t" r="r" b="b"/>
              <a:pathLst>
                <a:path w="360" h="300" extrusionOk="0">
                  <a:moveTo>
                    <a:pt x="125" y="1"/>
                  </a:moveTo>
                  <a:cubicBezTo>
                    <a:pt x="88" y="1"/>
                    <a:pt x="49" y="23"/>
                    <a:pt x="32" y="54"/>
                  </a:cubicBezTo>
                  <a:cubicBezTo>
                    <a:pt x="1" y="107"/>
                    <a:pt x="23" y="163"/>
                    <a:pt x="69" y="197"/>
                  </a:cubicBezTo>
                  <a:cubicBezTo>
                    <a:pt x="107" y="226"/>
                    <a:pt x="147" y="255"/>
                    <a:pt x="185" y="285"/>
                  </a:cubicBezTo>
                  <a:cubicBezTo>
                    <a:pt x="199" y="295"/>
                    <a:pt x="215" y="299"/>
                    <a:pt x="232" y="299"/>
                  </a:cubicBezTo>
                  <a:cubicBezTo>
                    <a:pt x="270" y="299"/>
                    <a:pt x="309" y="277"/>
                    <a:pt x="328" y="247"/>
                  </a:cubicBezTo>
                  <a:cubicBezTo>
                    <a:pt x="359" y="194"/>
                    <a:pt x="335" y="139"/>
                    <a:pt x="291" y="105"/>
                  </a:cubicBezTo>
                  <a:cubicBezTo>
                    <a:pt x="251" y="75"/>
                    <a:pt x="213" y="47"/>
                    <a:pt x="174" y="17"/>
                  </a:cubicBezTo>
                  <a:cubicBezTo>
                    <a:pt x="159" y="6"/>
                    <a:pt x="142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24"/>
            <p:cNvSpPr/>
            <p:nvPr/>
          </p:nvSpPr>
          <p:spPr>
            <a:xfrm>
              <a:off x="5157800" y="1614125"/>
              <a:ext cx="5250" cy="3475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88" y="1"/>
                  </a:moveTo>
                  <a:cubicBezTo>
                    <a:pt x="1" y="1"/>
                    <a:pt x="2" y="137"/>
                    <a:pt x="90" y="138"/>
                  </a:cubicBezTo>
                  <a:lnTo>
                    <a:pt x="120" y="138"/>
                  </a:lnTo>
                  <a:cubicBezTo>
                    <a:pt x="209" y="138"/>
                    <a:pt x="209" y="1"/>
                    <a:pt x="120" y="1"/>
                  </a:cubicBezTo>
                  <a:lnTo>
                    <a:pt x="90" y="1"/>
                  </a:lnTo>
                  <a:cubicBezTo>
                    <a:pt x="89" y="1"/>
                    <a:pt x="89" y="1"/>
                    <a:pt x="88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24"/>
            <p:cNvSpPr/>
            <p:nvPr/>
          </p:nvSpPr>
          <p:spPr>
            <a:xfrm>
              <a:off x="5634425" y="1615725"/>
              <a:ext cx="5925" cy="3500"/>
            </a:xfrm>
            <a:custGeom>
              <a:avLst/>
              <a:gdLst/>
              <a:ahLst/>
              <a:cxnLst/>
              <a:rect l="l" t="t" r="r" b="b"/>
              <a:pathLst>
                <a:path w="237" h="140" extrusionOk="0">
                  <a:moveTo>
                    <a:pt x="89" y="1"/>
                  </a:moveTo>
                  <a:cubicBezTo>
                    <a:pt x="0" y="1"/>
                    <a:pt x="0" y="140"/>
                    <a:pt x="89" y="140"/>
                  </a:cubicBezTo>
                  <a:cubicBezTo>
                    <a:pt x="99" y="139"/>
                    <a:pt x="109" y="138"/>
                    <a:pt x="118" y="138"/>
                  </a:cubicBezTo>
                  <a:cubicBezTo>
                    <a:pt x="128" y="138"/>
                    <a:pt x="137" y="139"/>
                    <a:pt x="147" y="140"/>
                  </a:cubicBezTo>
                  <a:cubicBezTo>
                    <a:pt x="236" y="140"/>
                    <a:pt x="236" y="1"/>
                    <a:pt x="14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24"/>
            <p:cNvSpPr/>
            <p:nvPr/>
          </p:nvSpPr>
          <p:spPr>
            <a:xfrm>
              <a:off x="4980275" y="1615825"/>
              <a:ext cx="6225" cy="4950"/>
            </a:xfrm>
            <a:custGeom>
              <a:avLst/>
              <a:gdLst/>
              <a:ahLst/>
              <a:cxnLst/>
              <a:rect l="l" t="t" r="r" b="b"/>
              <a:pathLst>
                <a:path w="249" h="198" extrusionOk="0">
                  <a:moveTo>
                    <a:pt x="96" y="0"/>
                  </a:moveTo>
                  <a:cubicBezTo>
                    <a:pt x="49" y="0"/>
                    <a:pt x="0" y="50"/>
                    <a:pt x="30" y="105"/>
                  </a:cubicBezTo>
                  <a:cubicBezTo>
                    <a:pt x="46" y="134"/>
                    <a:pt x="68" y="154"/>
                    <a:pt x="94" y="171"/>
                  </a:cubicBezTo>
                  <a:cubicBezTo>
                    <a:pt x="104" y="186"/>
                    <a:pt x="122" y="198"/>
                    <a:pt x="148" y="198"/>
                  </a:cubicBezTo>
                  <a:lnTo>
                    <a:pt x="186" y="198"/>
                  </a:lnTo>
                  <a:cubicBezTo>
                    <a:pt x="191" y="198"/>
                    <a:pt x="194" y="197"/>
                    <a:pt x="199" y="195"/>
                  </a:cubicBezTo>
                  <a:lnTo>
                    <a:pt x="201" y="195"/>
                  </a:lnTo>
                  <a:cubicBezTo>
                    <a:pt x="202" y="195"/>
                    <a:pt x="204" y="194"/>
                    <a:pt x="205" y="194"/>
                  </a:cubicBezTo>
                  <a:cubicBezTo>
                    <a:pt x="219" y="189"/>
                    <a:pt x="229" y="178"/>
                    <a:pt x="236" y="167"/>
                  </a:cubicBezTo>
                  <a:cubicBezTo>
                    <a:pt x="244" y="155"/>
                    <a:pt x="248" y="142"/>
                    <a:pt x="248" y="130"/>
                  </a:cubicBezTo>
                  <a:cubicBezTo>
                    <a:pt x="248" y="110"/>
                    <a:pt x="241" y="94"/>
                    <a:pt x="229" y="82"/>
                  </a:cubicBezTo>
                  <a:cubicBezTo>
                    <a:pt x="218" y="69"/>
                    <a:pt x="204" y="60"/>
                    <a:pt x="184" y="59"/>
                  </a:cubicBezTo>
                  <a:cubicBezTo>
                    <a:pt x="182" y="59"/>
                    <a:pt x="181" y="58"/>
                    <a:pt x="178" y="58"/>
                  </a:cubicBezTo>
                  <a:cubicBezTo>
                    <a:pt x="163" y="56"/>
                    <a:pt x="156" y="45"/>
                    <a:pt x="151" y="34"/>
                  </a:cubicBezTo>
                  <a:cubicBezTo>
                    <a:pt x="138" y="10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24"/>
            <p:cNvSpPr/>
            <p:nvPr/>
          </p:nvSpPr>
          <p:spPr>
            <a:xfrm>
              <a:off x="6003875" y="16160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1" y="1"/>
                  </a:moveTo>
                  <a:cubicBezTo>
                    <a:pt x="36" y="1"/>
                    <a:pt x="2" y="23"/>
                    <a:pt x="2" y="68"/>
                  </a:cubicBezTo>
                  <a:lnTo>
                    <a:pt x="2" y="98"/>
                  </a:lnTo>
                  <a:cubicBezTo>
                    <a:pt x="1" y="142"/>
                    <a:pt x="35" y="165"/>
                    <a:pt x="70" y="165"/>
                  </a:cubicBezTo>
                  <a:cubicBezTo>
                    <a:pt x="105" y="165"/>
                    <a:pt x="140" y="142"/>
                    <a:pt x="140" y="98"/>
                  </a:cubicBezTo>
                  <a:lnTo>
                    <a:pt x="140" y="68"/>
                  </a:lnTo>
                  <a:cubicBezTo>
                    <a:pt x="140" y="23"/>
                    <a:pt x="105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24"/>
            <p:cNvSpPr/>
            <p:nvPr/>
          </p:nvSpPr>
          <p:spPr>
            <a:xfrm>
              <a:off x="5313875" y="1616450"/>
              <a:ext cx="8250" cy="7425"/>
            </a:xfrm>
            <a:custGeom>
              <a:avLst/>
              <a:gdLst/>
              <a:ahLst/>
              <a:cxnLst/>
              <a:rect l="l" t="t" r="r" b="b"/>
              <a:pathLst>
                <a:path w="330" h="297" extrusionOk="0">
                  <a:moveTo>
                    <a:pt x="186" y="0"/>
                  </a:moveTo>
                  <a:cubicBezTo>
                    <a:pt x="155" y="0"/>
                    <a:pt x="123" y="15"/>
                    <a:pt x="102" y="50"/>
                  </a:cubicBezTo>
                  <a:cubicBezTo>
                    <a:pt x="84" y="80"/>
                    <a:pt x="66" y="111"/>
                    <a:pt x="48" y="141"/>
                  </a:cubicBezTo>
                  <a:cubicBezTo>
                    <a:pt x="0" y="221"/>
                    <a:pt x="73" y="296"/>
                    <a:pt x="144" y="296"/>
                  </a:cubicBezTo>
                  <a:cubicBezTo>
                    <a:pt x="176" y="296"/>
                    <a:pt x="207" y="282"/>
                    <a:pt x="228" y="246"/>
                  </a:cubicBezTo>
                  <a:cubicBezTo>
                    <a:pt x="246" y="216"/>
                    <a:pt x="265" y="185"/>
                    <a:pt x="282" y="156"/>
                  </a:cubicBezTo>
                  <a:cubicBezTo>
                    <a:pt x="330" y="76"/>
                    <a:pt x="258" y="0"/>
                    <a:pt x="186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24"/>
            <p:cNvSpPr/>
            <p:nvPr/>
          </p:nvSpPr>
          <p:spPr>
            <a:xfrm>
              <a:off x="5250750" y="1616475"/>
              <a:ext cx="6375" cy="6425"/>
            </a:xfrm>
            <a:custGeom>
              <a:avLst/>
              <a:gdLst/>
              <a:ahLst/>
              <a:cxnLst/>
              <a:rect l="l" t="t" r="r" b="b"/>
              <a:pathLst>
                <a:path w="255" h="257" extrusionOk="0">
                  <a:moveTo>
                    <a:pt x="83" y="1"/>
                  </a:moveTo>
                  <a:cubicBezTo>
                    <a:pt x="72" y="1"/>
                    <a:pt x="60" y="4"/>
                    <a:pt x="49" y="10"/>
                  </a:cubicBezTo>
                  <a:cubicBezTo>
                    <a:pt x="19" y="27"/>
                    <a:pt x="0" y="75"/>
                    <a:pt x="24" y="105"/>
                  </a:cubicBezTo>
                  <a:cubicBezTo>
                    <a:pt x="54" y="143"/>
                    <a:pt x="82" y="183"/>
                    <a:pt x="112" y="223"/>
                  </a:cubicBezTo>
                  <a:cubicBezTo>
                    <a:pt x="126" y="243"/>
                    <a:pt x="148" y="256"/>
                    <a:pt x="172" y="256"/>
                  </a:cubicBezTo>
                  <a:cubicBezTo>
                    <a:pt x="183" y="256"/>
                    <a:pt x="195" y="253"/>
                    <a:pt x="207" y="247"/>
                  </a:cubicBezTo>
                  <a:cubicBezTo>
                    <a:pt x="237" y="230"/>
                    <a:pt x="254" y="182"/>
                    <a:pt x="231" y="152"/>
                  </a:cubicBezTo>
                  <a:cubicBezTo>
                    <a:pt x="201" y="114"/>
                    <a:pt x="173" y="74"/>
                    <a:pt x="143" y="34"/>
                  </a:cubicBezTo>
                  <a:cubicBezTo>
                    <a:pt x="129" y="14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24"/>
            <p:cNvSpPr/>
            <p:nvPr/>
          </p:nvSpPr>
          <p:spPr>
            <a:xfrm>
              <a:off x="5170375" y="1616925"/>
              <a:ext cx="8000" cy="8075"/>
            </a:xfrm>
            <a:custGeom>
              <a:avLst/>
              <a:gdLst/>
              <a:ahLst/>
              <a:cxnLst/>
              <a:rect l="l" t="t" r="r" b="b"/>
              <a:pathLst>
                <a:path w="320" h="323" extrusionOk="0">
                  <a:moveTo>
                    <a:pt x="101" y="1"/>
                  </a:moveTo>
                  <a:cubicBezTo>
                    <a:pt x="48" y="1"/>
                    <a:pt x="0" y="71"/>
                    <a:pt x="49" y="120"/>
                  </a:cubicBezTo>
                  <a:lnTo>
                    <a:pt x="58" y="129"/>
                  </a:lnTo>
                  <a:cubicBezTo>
                    <a:pt x="57" y="132"/>
                    <a:pt x="54" y="134"/>
                    <a:pt x="53" y="137"/>
                  </a:cubicBezTo>
                  <a:cubicBezTo>
                    <a:pt x="28" y="184"/>
                    <a:pt x="42" y="254"/>
                    <a:pt x="92" y="279"/>
                  </a:cubicBezTo>
                  <a:cubicBezTo>
                    <a:pt x="111" y="290"/>
                    <a:pt x="131" y="299"/>
                    <a:pt x="151" y="309"/>
                  </a:cubicBezTo>
                  <a:cubicBezTo>
                    <a:pt x="168" y="318"/>
                    <a:pt x="186" y="323"/>
                    <a:pt x="204" y="323"/>
                  </a:cubicBezTo>
                  <a:cubicBezTo>
                    <a:pt x="239" y="323"/>
                    <a:pt x="273" y="306"/>
                    <a:pt x="293" y="272"/>
                  </a:cubicBezTo>
                  <a:cubicBezTo>
                    <a:pt x="319" y="225"/>
                    <a:pt x="306" y="155"/>
                    <a:pt x="255" y="129"/>
                  </a:cubicBezTo>
                  <a:cubicBezTo>
                    <a:pt x="236" y="120"/>
                    <a:pt x="216" y="109"/>
                    <a:pt x="198" y="101"/>
                  </a:cubicBezTo>
                  <a:cubicBezTo>
                    <a:pt x="199" y="83"/>
                    <a:pt x="193" y="67"/>
                    <a:pt x="178" y="51"/>
                  </a:cubicBezTo>
                  <a:lnTo>
                    <a:pt x="147" y="21"/>
                  </a:ln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24"/>
            <p:cNvSpPr/>
            <p:nvPr/>
          </p:nvSpPr>
          <p:spPr>
            <a:xfrm>
              <a:off x="5650525" y="1617250"/>
              <a:ext cx="5950" cy="3450"/>
            </a:xfrm>
            <a:custGeom>
              <a:avLst/>
              <a:gdLst/>
              <a:ahLst/>
              <a:cxnLst/>
              <a:rect l="l" t="t" r="r" b="b"/>
              <a:pathLst>
                <a:path w="238" h="138" extrusionOk="0">
                  <a:moveTo>
                    <a:pt x="89" y="0"/>
                  </a:moveTo>
                  <a:cubicBezTo>
                    <a:pt x="2" y="0"/>
                    <a:pt x="1" y="138"/>
                    <a:pt x="90" y="138"/>
                  </a:cubicBezTo>
                  <a:lnTo>
                    <a:pt x="149" y="138"/>
                  </a:lnTo>
                  <a:cubicBezTo>
                    <a:pt x="238" y="138"/>
                    <a:pt x="238" y="0"/>
                    <a:pt x="149" y="0"/>
                  </a:cubicBezTo>
                  <a:lnTo>
                    <a:pt x="90" y="0"/>
                  </a:lnTo>
                  <a:cubicBezTo>
                    <a:pt x="89" y="0"/>
                    <a:pt x="89" y="0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24"/>
            <p:cNvSpPr/>
            <p:nvPr/>
          </p:nvSpPr>
          <p:spPr>
            <a:xfrm>
              <a:off x="5606525" y="1617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1"/>
                  </a:moveTo>
                  <a:cubicBezTo>
                    <a:pt x="0" y="1"/>
                    <a:pt x="0" y="140"/>
                    <a:pt x="90" y="140"/>
                  </a:cubicBezTo>
                  <a:cubicBezTo>
                    <a:pt x="179" y="140"/>
                    <a:pt x="179" y="1"/>
                    <a:pt x="9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24"/>
            <p:cNvSpPr/>
            <p:nvPr/>
          </p:nvSpPr>
          <p:spPr>
            <a:xfrm>
              <a:off x="5013275" y="16181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120" y="139"/>
                    <a:pt x="120" y="139"/>
                    <a:pt x="121" y="139"/>
                  </a:cubicBezTo>
                  <a:cubicBezTo>
                    <a:pt x="209" y="139"/>
                    <a:pt x="208" y="0"/>
                    <a:pt x="12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24"/>
            <p:cNvSpPr/>
            <p:nvPr/>
          </p:nvSpPr>
          <p:spPr>
            <a:xfrm>
              <a:off x="5613125" y="1619325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1"/>
                  </a:moveTo>
                  <a:cubicBezTo>
                    <a:pt x="0" y="1"/>
                    <a:pt x="0" y="139"/>
                    <a:pt x="91" y="139"/>
                  </a:cubicBezTo>
                  <a:cubicBezTo>
                    <a:pt x="91" y="139"/>
                    <a:pt x="91" y="139"/>
                    <a:pt x="92" y="139"/>
                  </a:cubicBezTo>
                  <a:cubicBezTo>
                    <a:pt x="180" y="139"/>
                    <a:pt x="179" y="1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24"/>
            <p:cNvSpPr/>
            <p:nvPr/>
          </p:nvSpPr>
          <p:spPr>
            <a:xfrm>
              <a:off x="5394975" y="1619925"/>
              <a:ext cx="1750" cy="5400"/>
            </a:xfrm>
            <a:custGeom>
              <a:avLst/>
              <a:gdLst/>
              <a:ahLst/>
              <a:cxnLst/>
              <a:rect l="l" t="t" r="r" b="b"/>
              <a:pathLst>
                <a:path w="70" h="216" extrusionOk="0">
                  <a:moveTo>
                    <a:pt x="35" y="1"/>
                  </a:moveTo>
                  <a:cubicBezTo>
                    <a:pt x="18" y="1"/>
                    <a:pt x="0" y="12"/>
                    <a:pt x="0" y="35"/>
                  </a:cubicBezTo>
                  <a:lnTo>
                    <a:pt x="0" y="181"/>
                  </a:lnTo>
                  <a:cubicBezTo>
                    <a:pt x="0" y="204"/>
                    <a:pt x="18" y="215"/>
                    <a:pt x="35" y="215"/>
                  </a:cubicBezTo>
                  <a:cubicBezTo>
                    <a:pt x="52" y="215"/>
                    <a:pt x="70" y="204"/>
                    <a:pt x="70" y="181"/>
                  </a:cubicBezTo>
                  <a:lnTo>
                    <a:pt x="70" y="35"/>
                  </a:lnTo>
                  <a:cubicBezTo>
                    <a:pt x="70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24"/>
            <p:cNvSpPr/>
            <p:nvPr/>
          </p:nvSpPr>
          <p:spPr>
            <a:xfrm>
              <a:off x="5831125" y="1620800"/>
              <a:ext cx="2975" cy="3775"/>
            </a:xfrm>
            <a:custGeom>
              <a:avLst/>
              <a:gdLst/>
              <a:ahLst/>
              <a:cxnLst/>
              <a:rect l="l" t="t" r="r" b="b"/>
              <a:pathLst>
                <a:path w="119" h="151" extrusionOk="0">
                  <a:moveTo>
                    <a:pt x="58" y="0"/>
                  </a:moveTo>
                  <a:cubicBezTo>
                    <a:pt x="30" y="0"/>
                    <a:pt x="4" y="35"/>
                    <a:pt x="30" y="58"/>
                  </a:cubicBezTo>
                  <a:cubicBezTo>
                    <a:pt x="44" y="69"/>
                    <a:pt x="41" y="83"/>
                    <a:pt x="28" y="93"/>
                  </a:cubicBezTo>
                  <a:cubicBezTo>
                    <a:pt x="0" y="115"/>
                    <a:pt x="25" y="150"/>
                    <a:pt x="54" y="150"/>
                  </a:cubicBezTo>
                  <a:cubicBezTo>
                    <a:pt x="62" y="150"/>
                    <a:pt x="70" y="148"/>
                    <a:pt x="77" y="142"/>
                  </a:cubicBezTo>
                  <a:cubicBezTo>
                    <a:pt x="118" y="109"/>
                    <a:pt x="118" y="43"/>
                    <a:pt x="80" y="9"/>
                  </a:cubicBezTo>
                  <a:cubicBezTo>
                    <a:pt x="73" y="3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24"/>
            <p:cNvSpPr/>
            <p:nvPr/>
          </p:nvSpPr>
          <p:spPr>
            <a:xfrm>
              <a:off x="4928775" y="1621550"/>
              <a:ext cx="6900" cy="4375"/>
            </a:xfrm>
            <a:custGeom>
              <a:avLst/>
              <a:gdLst/>
              <a:ahLst/>
              <a:cxnLst/>
              <a:rect l="l" t="t" r="r" b="b"/>
              <a:pathLst>
                <a:path w="276" h="175" extrusionOk="0">
                  <a:moveTo>
                    <a:pt x="89" y="1"/>
                  </a:moveTo>
                  <a:cubicBezTo>
                    <a:pt x="23" y="1"/>
                    <a:pt x="1" y="112"/>
                    <a:pt x="75" y="139"/>
                  </a:cubicBezTo>
                  <a:cubicBezTo>
                    <a:pt x="103" y="149"/>
                    <a:pt x="133" y="160"/>
                    <a:pt x="163" y="170"/>
                  </a:cubicBezTo>
                  <a:cubicBezTo>
                    <a:pt x="172" y="173"/>
                    <a:pt x="180" y="175"/>
                    <a:pt x="188" y="175"/>
                  </a:cubicBezTo>
                  <a:cubicBezTo>
                    <a:pt x="253" y="175"/>
                    <a:pt x="275" y="63"/>
                    <a:pt x="201" y="36"/>
                  </a:cubicBezTo>
                  <a:cubicBezTo>
                    <a:pt x="172" y="26"/>
                    <a:pt x="143" y="16"/>
                    <a:pt x="113" y="5"/>
                  </a:cubicBezTo>
                  <a:cubicBezTo>
                    <a:pt x="104" y="2"/>
                    <a:pt x="96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24"/>
            <p:cNvSpPr/>
            <p:nvPr/>
          </p:nvSpPr>
          <p:spPr>
            <a:xfrm>
              <a:off x="5953475" y="162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24"/>
            <p:cNvSpPr/>
            <p:nvPr/>
          </p:nvSpPr>
          <p:spPr>
            <a:xfrm>
              <a:off x="5745750" y="1624725"/>
              <a:ext cx="6975" cy="4325"/>
            </a:xfrm>
            <a:custGeom>
              <a:avLst/>
              <a:gdLst/>
              <a:ahLst/>
              <a:cxnLst/>
              <a:rect l="l" t="t" r="r" b="b"/>
              <a:pathLst>
                <a:path w="279" h="173" extrusionOk="0">
                  <a:moveTo>
                    <a:pt x="92" y="1"/>
                  </a:moveTo>
                  <a:cubicBezTo>
                    <a:pt x="24" y="1"/>
                    <a:pt x="1" y="113"/>
                    <a:pt x="77" y="138"/>
                  </a:cubicBezTo>
                  <a:cubicBezTo>
                    <a:pt x="107" y="149"/>
                    <a:pt x="135" y="159"/>
                    <a:pt x="165" y="168"/>
                  </a:cubicBezTo>
                  <a:cubicBezTo>
                    <a:pt x="173" y="171"/>
                    <a:pt x="181" y="173"/>
                    <a:pt x="189" y="173"/>
                  </a:cubicBezTo>
                  <a:cubicBezTo>
                    <a:pt x="257" y="173"/>
                    <a:pt x="279" y="60"/>
                    <a:pt x="202" y="35"/>
                  </a:cubicBezTo>
                  <a:cubicBezTo>
                    <a:pt x="173" y="24"/>
                    <a:pt x="144" y="14"/>
                    <a:pt x="114" y="5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24"/>
            <p:cNvSpPr/>
            <p:nvPr/>
          </p:nvSpPr>
          <p:spPr>
            <a:xfrm>
              <a:off x="5372850" y="1624925"/>
              <a:ext cx="3500" cy="4100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70" y="0"/>
                  </a:moveTo>
                  <a:cubicBezTo>
                    <a:pt x="35" y="0"/>
                    <a:pt x="1" y="23"/>
                    <a:pt x="1" y="67"/>
                  </a:cubicBezTo>
                  <a:lnTo>
                    <a:pt x="1" y="97"/>
                  </a:lnTo>
                  <a:cubicBezTo>
                    <a:pt x="0" y="142"/>
                    <a:pt x="34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7"/>
                  </a:lnTo>
                  <a:cubicBezTo>
                    <a:pt x="139" y="23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24"/>
            <p:cNvSpPr/>
            <p:nvPr/>
          </p:nvSpPr>
          <p:spPr>
            <a:xfrm>
              <a:off x="5459875" y="1625150"/>
              <a:ext cx="5350" cy="7100"/>
            </a:xfrm>
            <a:custGeom>
              <a:avLst/>
              <a:gdLst/>
              <a:ahLst/>
              <a:cxnLst/>
              <a:rect l="l" t="t" r="r" b="b"/>
              <a:pathLst>
                <a:path w="214" h="284" extrusionOk="0">
                  <a:moveTo>
                    <a:pt x="77" y="1"/>
                  </a:moveTo>
                  <a:cubicBezTo>
                    <a:pt x="64" y="1"/>
                    <a:pt x="52" y="4"/>
                    <a:pt x="41" y="10"/>
                  </a:cubicBezTo>
                  <a:cubicBezTo>
                    <a:pt x="6" y="31"/>
                    <a:pt x="1" y="70"/>
                    <a:pt x="16" y="105"/>
                  </a:cubicBezTo>
                  <a:cubicBezTo>
                    <a:pt x="37" y="152"/>
                    <a:pt x="58" y="202"/>
                    <a:pt x="80" y="250"/>
                  </a:cubicBezTo>
                  <a:cubicBezTo>
                    <a:pt x="90" y="273"/>
                    <a:pt x="114" y="284"/>
                    <a:pt x="139" y="284"/>
                  </a:cubicBezTo>
                  <a:cubicBezTo>
                    <a:pt x="152" y="284"/>
                    <a:pt x="164" y="281"/>
                    <a:pt x="175" y="275"/>
                  </a:cubicBezTo>
                  <a:cubicBezTo>
                    <a:pt x="209" y="253"/>
                    <a:pt x="213" y="215"/>
                    <a:pt x="199" y="179"/>
                  </a:cubicBezTo>
                  <a:cubicBezTo>
                    <a:pt x="178" y="132"/>
                    <a:pt x="157" y="83"/>
                    <a:pt x="136" y="34"/>
                  </a:cubicBezTo>
                  <a:cubicBezTo>
                    <a:pt x="125" y="12"/>
                    <a:pt x="101" y="1"/>
                    <a:pt x="7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24"/>
            <p:cNvSpPr/>
            <p:nvPr/>
          </p:nvSpPr>
          <p:spPr>
            <a:xfrm>
              <a:off x="5125925" y="1625850"/>
              <a:ext cx="4725" cy="9950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04" y="0"/>
                  </a:moveTo>
                  <a:cubicBezTo>
                    <a:pt x="76" y="0"/>
                    <a:pt x="49" y="15"/>
                    <a:pt x="40" y="50"/>
                  </a:cubicBezTo>
                  <a:cubicBezTo>
                    <a:pt x="14" y="141"/>
                    <a:pt x="1" y="236"/>
                    <a:pt x="1" y="331"/>
                  </a:cubicBezTo>
                  <a:cubicBezTo>
                    <a:pt x="0" y="375"/>
                    <a:pt x="35" y="397"/>
                    <a:pt x="70" y="397"/>
                  </a:cubicBezTo>
                  <a:cubicBezTo>
                    <a:pt x="104" y="397"/>
                    <a:pt x="139" y="375"/>
                    <a:pt x="139" y="331"/>
                  </a:cubicBezTo>
                  <a:cubicBezTo>
                    <a:pt x="141" y="248"/>
                    <a:pt x="152" y="167"/>
                    <a:pt x="173" y="87"/>
                  </a:cubicBezTo>
                  <a:cubicBezTo>
                    <a:pt x="188" y="35"/>
                    <a:pt x="145" y="0"/>
                    <a:pt x="104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24"/>
            <p:cNvSpPr/>
            <p:nvPr/>
          </p:nvSpPr>
          <p:spPr>
            <a:xfrm>
              <a:off x="5290250" y="1625975"/>
              <a:ext cx="6575" cy="6675"/>
            </a:xfrm>
            <a:custGeom>
              <a:avLst/>
              <a:gdLst/>
              <a:ahLst/>
              <a:cxnLst/>
              <a:rect l="l" t="t" r="r" b="b"/>
              <a:pathLst>
                <a:path w="263" h="267" extrusionOk="0">
                  <a:moveTo>
                    <a:pt x="117" y="1"/>
                  </a:moveTo>
                  <a:cubicBezTo>
                    <a:pt x="99" y="1"/>
                    <a:pt x="80" y="5"/>
                    <a:pt x="65" y="15"/>
                  </a:cubicBezTo>
                  <a:cubicBezTo>
                    <a:pt x="13" y="45"/>
                    <a:pt x="0" y="107"/>
                    <a:pt x="26" y="157"/>
                  </a:cubicBezTo>
                  <a:cubicBezTo>
                    <a:pt x="37" y="176"/>
                    <a:pt x="46" y="196"/>
                    <a:pt x="56" y="216"/>
                  </a:cubicBezTo>
                  <a:cubicBezTo>
                    <a:pt x="73" y="249"/>
                    <a:pt x="110" y="266"/>
                    <a:pt x="147" y="266"/>
                  </a:cubicBezTo>
                  <a:cubicBezTo>
                    <a:pt x="166" y="266"/>
                    <a:pt x="184" y="262"/>
                    <a:pt x="199" y="253"/>
                  </a:cubicBezTo>
                  <a:cubicBezTo>
                    <a:pt x="251" y="223"/>
                    <a:pt x="263" y="161"/>
                    <a:pt x="237" y="110"/>
                  </a:cubicBezTo>
                  <a:cubicBezTo>
                    <a:pt x="226" y="90"/>
                    <a:pt x="216" y="72"/>
                    <a:pt x="207" y="52"/>
                  </a:cubicBezTo>
                  <a:cubicBezTo>
                    <a:pt x="190" y="18"/>
                    <a:pt x="154" y="1"/>
                    <a:pt x="117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24"/>
            <p:cNvSpPr/>
            <p:nvPr/>
          </p:nvSpPr>
          <p:spPr>
            <a:xfrm>
              <a:off x="5790250" y="1626500"/>
              <a:ext cx="6650" cy="4175"/>
            </a:xfrm>
            <a:custGeom>
              <a:avLst/>
              <a:gdLst/>
              <a:ahLst/>
              <a:cxnLst/>
              <a:rect l="l" t="t" r="r" b="b"/>
              <a:pathLst>
                <a:path w="266" h="167" extrusionOk="0">
                  <a:moveTo>
                    <a:pt x="106" y="1"/>
                  </a:moveTo>
                  <a:cubicBezTo>
                    <a:pt x="42" y="1"/>
                    <a:pt x="0" y="94"/>
                    <a:pt x="69" y="128"/>
                  </a:cubicBezTo>
                  <a:cubicBezTo>
                    <a:pt x="88" y="139"/>
                    <a:pt x="108" y="147"/>
                    <a:pt x="127" y="158"/>
                  </a:cubicBezTo>
                  <a:cubicBezTo>
                    <a:pt x="138" y="164"/>
                    <a:pt x="149" y="166"/>
                    <a:pt x="159" y="166"/>
                  </a:cubicBezTo>
                  <a:cubicBezTo>
                    <a:pt x="223" y="166"/>
                    <a:pt x="266" y="73"/>
                    <a:pt x="197" y="39"/>
                  </a:cubicBezTo>
                  <a:cubicBezTo>
                    <a:pt x="177" y="29"/>
                    <a:pt x="158" y="20"/>
                    <a:pt x="139" y="9"/>
                  </a:cubicBezTo>
                  <a:cubicBezTo>
                    <a:pt x="128" y="4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24"/>
            <p:cNvSpPr/>
            <p:nvPr/>
          </p:nvSpPr>
          <p:spPr>
            <a:xfrm>
              <a:off x="5846175" y="1626550"/>
              <a:ext cx="5775" cy="4225"/>
            </a:xfrm>
            <a:custGeom>
              <a:avLst/>
              <a:gdLst/>
              <a:ahLst/>
              <a:cxnLst/>
              <a:rect l="l" t="t" r="r" b="b"/>
              <a:pathLst>
                <a:path w="231" h="169" extrusionOk="0">
                  <a:moveTo>
                    <a:pt x="107" y="0"/>
                  </a:moveTo>
                  <a:cubicBezTo>
                    <a:pt x="98" y="0"/>
                    <a:pt x="89" y="1"/>
                    <a:pt x="80" y="3"/>
                  </a:cubicBezTo>
                  <a:cubicBezTo>
                    <a:pt x="0" y="20"/>
                    <a:pt x="24" y="135"/>
                    <a:pt x="97" y="139"/>
                  </a:cubicBezTo>
                  <a:cubicBezTo>
                    <a:pt x="108" y="159"/>
                    <a:pt x="132" y="169"/>
                    <a:pt x="155" y="169"/>
                  </a:cubicBezTo>
                  <a:cubicBezTo>
                    <a:pt x="167" y="169"/>
                    <a:pt x="180" y="166"/>
                    <a:pt x="190" y="160"/>
                  </a:cubicBezTo>
                  <a:cubicBezTo>
                    <a:pt x="226" y="139"/>
                    <a:pt x="230" y="99"/>
                    <a:pt x="215" y="65"/>
                  </a:cubicBezTo>
                  <a:cubicBezTo>
                    <a:pt x="196" y="21"/>
                    <a:pt x="152" y="0"/>
                    <a:pt x="107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24"/>
            <p:cNvSpPr/>
            <p:nvPr/>
          </p:nvSpPr>
          <p:spPr>
            <a:xfrm>
              <a:off x="5877200" y="16266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1" y="0"/>
                  </a:moveTo>
                  <a:cubicBezTo>
                    <a:pt x="0" y="0"/>
                    <a:pt x="0" y="139"/>
                    <a:pt x="91" y="139"/>
                  </a:cubicBezTo>
                  <a:cubicBezTo>
                    <a:pt x="179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24"/>
            <p:cNvSpPr/>
            <p:nvPr/>
          </p:nvSpPr>
          <p:spPr>
            <a:xfrm>
              <a:off x="5976725" y="1627000"/>
              <a:ext cx="3475" cy="4800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0" y="0"/>
                  </a:moveTo>
                  <a:cubicBezTo>
                    <a:pt x="36" y="0"/>
                    <a:pt x="1" y="22"/>
                    <a:pt x="0" y="67"/>
                  </a:cubicBezTo>
                  <a:lnTo>
                    <a:pt x="0" y="125"/>
                  </a:lnTo>
                  <a:cubicBezTo>
                    <a:pt x="0" y="170"/>
                    <a:pt x="35" y="192"/>
                    <a:pt x="69" y="192"/>
                  </a:cubicBezTo>
                  <a:cubicBezTo>
                    <a:pt x="103" y="192"/>
                    <a:pt x="138" y="170"/>
                    <a:pt x="138" y="125"/>
                  </a:cubicBezTo>
                  <a:lnTo>
                    <a:pt x="138" y="67"/>
                  </a:lnTo>
                  <a:cubicBezTo>
                    <a:pt x="139" y="22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24"/>
            <p:cNvSpPr/>
            <p:nvPr/>
          </p:nvSpPr>
          <p:spPr>
            <a:xfrm>
              <a:off x="5776675" y="1627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89" y="1"/>
                  </a:moveTo>
                  <a:cubicBezTo>
                    <a:pt x="1" y="1"/>
                    <a:pt x="0" y="140"/>
                    <a:pt x="89" y="140"/>
                  </a:cubicBezTo>
                  <a:cubicBezTo>
                    <a:pt x="180" y="140"/>
                    <a:pt x="180" y="1"/>
                    <a:pt x="89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24"/>
            <p:cNvSpPr/>
            <p:nvPr/>
          </p:nvSpPr>
          <p:spPr>
            <a:xfrm>
              <a:off x="5625550" y="16296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1" y="0"/>
                  </a:moveTo>
                  <a:cubicBezTo>
                    <a:pt x="1" y="0"/>
                    <a:pt x="1" y="139"/>
                    <a:pt x="91" y="139"/>
                  </a:cubicBezTo>
                  <a:cubicBezTo>
                    <a:pt x="180" y="139"/>
                    <a:pt x="180" y="0"/>
                    <a:pt x="91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24"/>
            <p:cNvSpPr/>
            <p:nvPr/>
          </p:nvSpPr>
          <p:spPr>
            <a:xfrm>
              <a:off x="5674000" y="16297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90" y="0"/>
                  </a:moveTo>
                  <a:cubicBezTo>
                    <a:pt x="0" y="0"/>
                    <a:pt x="0" y="139"/>
                    <a:pt x="90" y="139"/>
                  </a:cubicBezTo>
                  <a:cubicBezTo>
                    <a:pt x="178" y="139"/>
                    <a:pt x="179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24"/>
            <p:cNvSpPr/>
            <p:nvPr/>
          </p:nvSpPr>
          <p:spPr>
            <a:xfrm>
              <a:off x="5423650" y="1631425"/>
              <a:ext cx="8175" cy="6750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23" y="1"/>
                  </a:moveTo>
                  <a:cubicBezTo>
                    <a:pt x="86" y="1"/>
                    <a:pt x="49" y="21"/>
                    <a:pt x="30" y="53"/>
                  </a:cubicBezTo>
                  <a:cubicBezTo>
                    <a:pt x="0" y="103"/>
                    <a:pt x="20" y="165"/>
                    <a:pt x="68" y="196"/>
                  </a:cubicBezTo>
                  <a:cubicBezTo>
                    <a:pt x="98" y="214"/>
                    <a:pt x="127" y="234"/>
                    <a:pt x="156" y="255"/>
                  </a:cubicBezTo>
                  <a:cubicBezTo>
                    <a:pt x="171" y="265"/>
                    <a:pt x="188" y="269"/>
                    <a:pt x="206" y="269"/>
                  </a:cubicBezTo>
                  <a:cubicBezTo>
                    <a:pt x="243" y="269"/>
                    <a:pt x="280" y="249"/>
                    <a:pt x="299" y="217"/>
                  </a:cubicBezTo>
                  <a:cubicBezTo>
                    <a:pt x="327" y="167"/>
                    <a:pt x="308" y="108"/>
                    <a:pt x="261" y="75"/>
                  </a:cubicBezTo>
                  <a:cubicBezTo>
                    <a:pt x="231" y="56"/>
                    <a:pt x="202" y="36"/>
                    <a:pt x="173" y="15"/>
                  </a:cubicBezTo>
                  <a:cubicBezTo>
                    <a:pt x="158" y="5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24"/>
            <p:cNvSpPr/>
            <p:nvPr/>
          </p:nvSpPr>
          <p:spPr>
            <a:xfrm>
              <a:off x="5089875" y="1632200"/>
              <a:ext cx="5250" cy="7250"/>
            </a:xfrm>
            <a:custGeom>
              <a:avLst/>
              <a:gdLst/>
              <a:ahLst/>
              <a:cxnLst/>
              <a:rect l="l" t="t" r="r" b="b"/>
              <a:pathLst>
                <a:path w="210" h="290" extrusionOk="0">
                  <a:moveTo>
                    <a:pt x="105" y="1"/>
                  </a:moveTo>
                  <a:cubicBezTo>
                    <a:pt x="53" y="1"/>
                    <a:pt x="1" y="34"/>
                    <a:pt x="0" y="100"/>
                  </a:cubicBezTo>
                  <a:lnTo>
                    <a:pt x="0" y="189"/>
                  </a:lnTo>
                  <a:cubicBezTo>
                    <a:pt x="0" y="256"/>
                    <a:pt x="52" y="290"/>
                    <a:pt x="104" y="290"/>
                  </a:cubicBezTo>
                  <a:cubicBezTo>
                    <a:pt x="156" y="290"/>
                    <a:pt x="208" y="256"/>
                    <a:pt x="208" y="189"/>
                  </a:cubicBezTo>
                  <a:lnTo>
                    <a:pt x="208" y="100"/>
                  </a:lnTo>
                  <a:cubicBezTo>
                    <a:pt x="209" y="34"/>
                    <a:pt x="157" y="1"/>
                    <a:pt x="10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24"/>
            <p:cNvSpPr/>
            <p:nvPr/>
          </p:nvSpPr>
          <p:spPr>
            <a:xfrm>
              <a:off x="5635850" y="1632575"/>
              <a:ext cx="4475" cy="3500"/>
            </a:xfrm>
            <a:custGeom>
              <a:avLst/>
              <a:gdLst/>
              <a:ahLst/>
              <a:cxnLst/>
              <a:rect l="l" t="t" r="r" b="b"/>
              <a:pathLst>
                <a:path w="179" h="140" extrusionOk="0">
                  <a:moveTo>
                    <a:pt x="89" y="0"/>
                  </a:moveTo>
                  <a:cubicBezTo>
                    <a:pt x="0" y="0"/>
                    <a:pt x="0" y="139"/>
                    <a:pt x="89" y="139"/>
                  </a:cubicBezTo>
                  <a:cubicBezTo>
                    <a:pt x="89" y="139"/>
                    <a:pt x="90" y="139"/>
                    <a:pt x="90" y="139"/>
                  </a:cubicBezTo>
                  <a:cubicBezTo>
                    <a:pt x="178" y="139"/>
                    <a:pt x="178" y="1"/>
                    <a:pt x="89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24"/>
            <p:cNvSpPr/>
            <p:nvPr/>
          </p:nvSpPr>
          <p:spPr>
            <a:xfrm>
              <a:off x="5503625" y="1633150"/>
              <a:ext cx="6675" cy="7450"/>
            </a:xfrm>
            <a:custGeom>
              <a:avLst/>
              <a:gdLst/>
              <a:ahLst/>
              <a:cxnLst/>
              <a:rect l="l" t="t" r="r" b="b"/>
              <a:pathLst>
                <a:path w="267" h="298" extrusionOk="0">
                  <a:moveTo>
                    <a:pt x="150" y="1"/>
                  </a:moveTo>
                  <a:cubicBezTo>
                    <a:pt x="104" y="1"/>
                    <a:pt x="64" y="33"/>
                    <a:pt x="48" y="77"/>
                  </a:cubicBezTo>
                  <a:cubicBezTo>
                    <a:pt x="38" y="107"/>
                    <a:pt x="29" y="136"/>
                    <a:pt x="18" y="165"/>
                  </a:cubicBezTo>
                  <a:cubicBezTo>
                    <a:pt x="1" y="219"/>
                    <a:pt x="39" y="279"/>
                    <a:pt x="91" y="293"/>
                  </a:cubicBezTo>
                  <a:cubicBezTo>
                    <a:pt x="100" y="296"/>
                    <a:pt x="109" y="297"/>
                    <a:pt x="118" y="297"/>
                  </a:cubicBezTo>
                  <a:cubicBezTo>
                    <a:pt x="164" y="297"/>
                    <a:pt x="205" y="265"/>
                    <a:pt x="219" y="221"/>
                  </a:cubicBezTo>
                  <a:cubicBezTo>
                    <a:pt x="230" y="191"/>
                    <a:pt x="239" y="163"/>
                    <a:pt x="249" y="133"/>
                  </a:cubicBezTo>
                  <a:cubicBezTo>
                    <a:pt x="266" y="80"/>
                    <a:pt x="229" y="19"/>
                    <a:pt x="177" y="4"/>
                  </a:cubicBezTo>
                  <a:cubicBezTo>
                    <a:pt x="168" y="2"/>
                    <a:pt x="159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24"/>
            <p:cNvSpPr/>
            <p:nvPr/>
          </p:nvSpPr>
          <p:spPr>
            <a:xfrm>
              <a:off x="4882075" y="1633200"/>
              <a:ext cx="4650" cy="7100"/>
            </a:xfrm>
            <a:custGeom>
              <a:avLst/>
              <a:gdLst/>
              <a:ahLst/>
              <a:cxnLst/>
              <a:rect l="l" t="t" r="r" b="b"/>
              <a:pathLst>
                <a:path w="186" h="284" extrusionOk="0">
                  <a:moveTo>
                    <a:pt x="85" y="1"/>
                  </a:moveTo>
                  <a:cubicBezTo>
                    <a:pt x="45" y="1"/>
                    <a:pt x="1" y="35"/>
                    <a:pt x="12" y="87"/>
                  </a:cubicBezTo>
                  <a:cubicBezTo>
                    <a:pt x="22" y="136"/>
                    <a:pt x="32" y="184"/>
                    <a:pt x="42" y="233"/>
                  </a:cubicBezTo>
                  <a:cubicBezTo>
                    <a:pt x="49" y="269"/>
                    <a:pt x="75" y="284"/>
                    <a:pt x="102" y="284"/>
                  </a:cubicBezTo>
                  <a:cubicBezTo>
                    <a:pt x="142" y="284"/>
                    <a:pt x="186" y="249"/>
                    <a:pt x="175" y="197"/>
                  </a:cubicBezTo>
                  <a:cubicBezTo>
                    <a:pt x="166" y="147"/>
                    <a:pt x="156" y="100"/>
                    <a:pt x="146" y="51"/>
                  </a:cubicBezTo>
                  <a:cubicBezTo>
                    <a:pt x="138" y="16"/>
                    <a:pt x="112" y="1"/>
                    <a:pt x="85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24"/>
            <p:cNvSpPr/>
            <p:nvPr/>
          </p:nvSpPr>
          <p:spPr>
            <a:xfrm>
              <a:off x="5766375" y="1633500"/>
              <a:ext cx="11150" cy="7525"/>
            </a:xfrm>
            <a:custGeom>
              <a:avLst/>
              <a:gdLst/>
              <a:ahLst/>
              <a:cxnLst/>
              <a:rect l="l" t="t" r="r" b="b"/>
              <a:pathLst>
                <a:path w="446" h="301" extrusionOk="0">
                  <a:moveTo>
                    <a:pt x="150" y="1"/>
                  </a:moveTo>
                  <a:cubicBezTo>
                    <a:pt x="59" y="1"/>
                    <a:pt x="0" y="137"/>
                    <a:pt x="96" y="197"/>
                  </a:cubicBezTo>
                  <a:cubicBezTo>
                    <a:pt x="146" y="227"/>
                    <a:pt x="194" y="256"/>
                    <a:pt x="242" y="285"/>
                  </a:cubicBezTo>
                  <a:cubicBezTo>
                    <a:pt x="261" y="296"/>
                    <a:pt x="279" y="301"/>
                    <a:pt x="296" y="301"/>
                  </a:cubicBezTo>
                  <a:cubicBezTo>
                    <a:pt x="386" y="301"/>
                    <a:pt x="446" y="164"/>
                    <a:pt x="349" y="104"/>
                  </a:cubicBezTo>
                  <a:cubicBezTo>
                    <a:pt x="299" y="74"/>
                    <a:pt x="252" y="45"/>
                    <a:pt x="203" y="16"/>
                  </a:cubicBezTo>
                  <a:cubicBezTo>
                    <a:pt x="185" y="5"/>
                    <a:pt x="167" y="1"/>
                    <a:pt x="15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24"/>
            <p:cNvSpPr/>
            <p:nvPr/>
          </p:nvSpPr>
          <p:spPr>
            <a:xfrm>
              <a:off x="5203250" y="1633900"/>
              <a:ext cx="8100" cy="5975"/>
            </a:xfrm>
            <a:custGeom>
              <a:avLst/>
              <a:gdLst/>
              <a:ahLst/>
              <a:cxnLst/>
              <a:rect l="l" t="t" r="r" b="b"/>
              <a:pathLst>
                <a:path w="324" h="239" extrusionOk="0">
                  <a:moveTo>
                    <a:pt x="152" y="1"/>
                  </a:moveTo>
                  <a:cubicBezTo>
                    <a:pt x="72" y="1"/>
                    <a:pt x="0" y="105"/>
                    <a:pt x="74" y="177"/>
                  </a:cubicBezTo>
                  <a:lnTo>
                    <a:pt x="103" y="207"/>
                  </a:lnTo>
                  <a:cubicBezTo>
                    <a:pt x="124" y="229"/>
                    <a:pt x="149" y="238"/>
                    <a:pt x="172" y="238"/>
                  </a:cubicBezTo>
                  <a:cubicBezTo>
                    <a:pt x="252" y="238"/>
                    <a:pt x="324" y="134"/>
                    <a:pt x="251" y="61"/>
                  </a:cubicBezTo>
                  <a:lnTo>
                    <a:pt x="221" y="31"/>
                  </a:lnTo>
                  <a:cubicBezTo>
                    <a:pt x="199" y="10"/>
                    <a:pt x="175" y="1"/>
                    <a:pt x="15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24"/>
            <p:cNvSpPr/>
            <p:nvPr/>
          </p:nvSpPr>
          <p:spPr>
            <a:xfrm>
              <a:off x="5022000" y="16350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1" y="1"/>
                    <a:pt x="1" y="140"/>
                    <a:pt x="90" y="140"/>
                  </a:cubicBezTo>
                  <a:lnTo>
                    <a:pt x="120" y="140"/>
                  </a:lnTo>
                  <a:cubicBezTo>
                    <a:pt x="209" y="140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24"/>
            <p:cNvSpPr/>
            <p:nvPr/>
          </p:nvSpPr>
          <p:spPr>
            <a:xfrm>
              <a:off x="5107650" y="1635175"/>
              <a:ext cx="6475" cy="4950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103" y="1"/>
                  </a:moveTo>
                  <a:cubicBezTo>
                    <a:pt x="50" y="1"/>
                    <a:pt x="1" y="71"/>
                    <a:pt x="51" y="119"/>
                  </a:cubicBezTo>
                  <a:cubicBezTo>
                    <a:pt x="70" y="139"/>
                    <a:pt x="91" y="159"/>
                    <a:pt x="111" y="177"/>
                  </a:cubicBezTo>
                  <a:cubicBezTo>
                    <a:pt x="125" y="191"/>
                    <a:pt x="142" y="197"/>
                    <a:pt x="158" y="197"/>
                  </a:cubicBezTo>
                  <a:cubicBezTo>
                    <a:pt x="211" y="197"/>
                    <a:pt x="259" y="128"/>
                    <a:pt x="209" y="79"/>
                  </a:cubicBezTo>
                  <a:cubicBezTo>
                    <a:pt x="190" y="59"/>
                    <a:pt x="169" y="40"/>
                    <a:pt x="149" y="21"/>
                  </a:cubicBezTo>
                  <a:cubicBezTo>
                    <a:pt x="135" y="7"/>
                    <a:pt x="119" y="1"/>
                    <a:pt x="103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24"/>
            <p:cNvSpPr/>
            <p:nvPr/>
          </p:nvSpPr>
          <p:spPr>
            <a:xfrm>
              <a:off x="5788400" y="1635950"/>
              <a:ext cx="4500" cy="3475"/>
            </a:xfrm>
            <a:custGeom>
              <a:avLst/>
              <a:gdLst/>
              <a:ahLst/>
              <a:cxnLst/>
              <a:rect l="l" t="t" r="r" b="b"/>
              <a:pathLst>
                <a:path w="180" h="139" extrusionOk="0">
                  <a:moveTo>
                    <a:pt x="90" y="0"/>
                  </a:moveTo>
                  <a:cubicBezTo>
                    <a:pt x="1" y="0"/>
                    <a:pt x="1" y="139"/>
                    <a:pt x="90" y="139"/>
                  </a:cubicBezTo>
                  <a:cubicBezTo>
                    <a:pt x="179" y="139"/>
                    <a:pt x="180" y="0"/>
                    <a:pt x="90" y="0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24"/>
            <p:cNvSpPr/>
            <p:nvPr/>
          </p:nvSpPr>
          <p:spPr>
            <a:xfrm>
              <a:off x="5913125" y="1636300"/>
              <a:ext cx="5225" cy="3500"/>
            </a:xfrm>
            <a:custGeom>
              <a:avLst/>
              <a:gdLst/>
              <a:ahLst/>
              <a:cxnLst/>
              <a:rect l="l" t="t" r="r" b="b"/>
              <a:pathLst>
                <a:path w="209" h="140" extrusionOk="0">
                  <a:moveTo>
                    <a:pt x="90" y="1"/>
                  </a:moveTo>
                  <a:cubicBezTo>
                    <a:pt x="0" y="1"/>
                    <a:pt x="0" y="139"/>
                    <a:pt x="90" y="139"/>
                  </a:cubicBezTo>
                  <a:lnTo>
                    <a:pt x="120" y="139"/>
                  </a:lnTo>
                  <a:cubicBezTo>
                    <a:pt x="208" y="139"/>
                    <a:pt x="209" y="1"/>
                    <a:pt x="12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24"/>
            <p:cNvSpPr/>
            <p:nvPr/>
          </p:nvSpPr>
          <p:spPr>
            <a:xfrm>
              <a:off x="5333925" y="1636525"/>
              <a:ext cx="3500" cy="4125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70" y="1"/>
                  </a:moveTo>
                  <a:cubicBezTo>
                    <a:pt x="36" y="1"/>
                    <a:pt x="1" y="23"/>
                    <a:pt x="1" y="68"/>
                  </a:cubicBezTo>
                  <a:lnTo>
                    <a:pt x="1" y="97"/>
                  </a:lnTo>
                  <a:cubicBezTo>
                    <a:pt x="0" y="142"/>
                    <a:pt x="35" y="164"/>
                    <a:pt x="69" y="164"/>
                  </a:cubicBezTo>
                  <a:cubicBezTo>
                    <a:pt x="104" y="164"/>
                    <a:pt x="139" y="142"/>
                    <a:pt x="139" y="97"/>
                  </a:cubicBezTo>
                  <a:lnTo>
                    <a:pt x="139" y="68"/>
                  </a:lnTo>
                  <a:cubicBezTo>
                    <a:pt x="139" y="23"/>
                    <a:pt x="105" y="1"/>
                    <a:pt x="70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205" name="Google Shape;26205;p24"/>
          <p:cNvSpPr/>
          <p:nvPr/>
        </p:nvSpPr>
        <p:spPr>
          <a:xfrm>
            <a:off x="-3263428" y="-1196500"/>
            <a:ext cx="7720098" cy="1883906"/>
          </a:xfrm>
          <a:custGeom>
            <a:avLst/>
            <a:gdLst/>
            <a:ahLst/>
            <a:cxnLst/>
            <a:rect l="l" t="t" r="r" b="b"/>
            <a:pathLst>
              <a:path w="81397" h="19863" extrusionOk="0">
                <a:moveTo>
                  <a:pt x="77720" y="9428"/>
                </a:moveTo>
                <a:cubicBezTo>
                  <a:pt x="77496" y="6836"/>
                  <a:pt x="75141" y="4799"/>
                  <a:pt x="72270" y="4799"/>
                </a:cubicBezTo>
                <a:cubicBezTo>
                  <a:pt x="71805" y="4799"/>
                  <a:pt x="71353" y="4852"/>
                  <a:pt x="70922" y="4953"/>
                </a:cubicBezTo>
                <a:cubicBezTo>
                  <a:pt x="70336" y="3327"/>
                  <a:pt x="68780" y="2164"/>
                  <a:pt x="66953" y="2164"/>
                </a:cubicBezTo>
                <a:cubicBezTo>
                  <a:pt x="65365" y="2164"/>
                  <a:pt x="63984" y="3041"/>
                  <a:pt x="63264" y="4338"/>
                </a:cubicBezTo>
                <a:cubicBezTo>
                  <a:pt x="62573" y="3809"/>
                  <a:pt x="61723" y="3497"/>
                  <a:pt x="60803" y="3497"/>
                </a:cubicBezTo>
                <a:cubicBezTo>
                  <a:pt x="59805" y="3497"/>
                  <a:pt x="58890" y="3864"/>
                  <a:pt x="58173" y="4473"/>
                </a:cubicBezTo>
                <a:cubicBezTo>
                  <a:pt x="57547" y="1907"/>
                  <a:pt x="55234" y="2"/>
                  <a:pt x="52474" y="2"/>
                </a:cubicBezTo>
                <a:cubicBezTo>
                  <a:pt x="49304" y="2"/>
                  <a:pt x="46720" y="2518"/>
                  <a:pt x="46612" y="5663"/>
                </a:cubicBezTo>
                <a:cubicBezTo>
                  <a:pt x="45960" y="5181"/>
                  <a:pt x="45159" y="4891"/>
                  <a:pt x="44291" y="4868"/>
                </a:cubicBezTo>
                <a:cubicBezTo>
                  <a:pt x="43995" y="4824"/>
                  <a:pt x="43690" y="4798"/>
                  <a:pt x="43379" y="4798"/>
                </a:cubicBezTo>
                <a:cubicBezTo>
                  <a:pt x="42915" y="4798"/>
                  <a:pt x="42462" y="4851"/>
                  <a:pt x="42031" y="4951"/>
                </a:cubicBezTo>
                <a:cubicBezTo>
                  <a:pt x="41446" y="3326"/>
                  <a:pt x="39891" y="2163"/>
                  <a:pt x="38063" y="2163"/>
                </a:cubicBezTo>
                <a:cubicBezTo>
                  <a:pt x="36475" y="2163"/>
                  <a:pt x="35093" y="3039"/>
                  <a:pt x="34373" y="4337"/>
                </a:cubicBezTo>
                <a:cubicBezTo>
                  <a:pt x="33682" y="3808"/>
                  <a:pt x="32833" y="3495"/>
                  <a:pt x="31913" y="3495"/>
                </a:cubicBezTo>
                <a:cubicBezTo>
                  <a:pt x="30915" y="3495"/>
                  <a:pt x="29999" y="3862"/>
                  <a:pt x="29282" y="4472"/>
                </a:cubicBezTo>
                <a:cubicBezTo>
                  <a:pt x="28656" y="1905"/>
                  <a:pt x="26344" y="1"/>
                  <a:pt x="23583" y="1"/>
                </a:cubicBezTo>
                <a:cubicBezTo>
                  <a:pt x="20413" y="1"/>
                  <a:pt x="17829" y="2516"/>
                  <a:pt x="17721" y="5661"/>
                </a:cubicBezTo>
                <a:cubicBezTo>
                  <a:pt x="17043" y="5160"/>
                  <a:pt x="16203" y="4862"/>
                  <a:pt x="15295" y="4862"/>
                </a:cubicBezTo>
                <a:cubicBezTo>
                  <a:pt x="14180" y="4862"/>
                  <a:pt x="13170" y="5308"/>
                  <a:pt x="12431" y="6033"/>
                </a:cubicBezTo>
                <a:cubicBezTo>
                  <a:pt x="11664" y="5347"/>
                  <a:pt x="10652" y="4928"/>
                  <a:pt x="9541" y="4928"/>
                </a:cubicBezTo>
                <a:cubicBezTo>
                  <a:pt x="7596" y="4928"/>
                  <a:pt x="5951" y="6209"/>
                  <a:pt x="5402" y="7974"/>
                </a:cubicBezTo>
                <a:cubicBezTo>
                  <a:pt x="4882" y="7650"/>
                  <a:pt x="4266" y="7463"/>
                  <a:pt x="3608" y="7463"/>
                </a:cubicBezTo>
                <a:cubicBezTo>
                  <a:pt x="1729" y="7463"/>
                  <a:pt x="208" y="8985"/>
                  <a:pt x="208" y="10862"/>
                </a:cubicBezTo>
                <a:cubicBezTo>
                  <a:pt x="208" y="11571"/>
                  <a:pt x="425" y="12228"/>
                  <a:pt x="795" y="12773"/>
                </a:cubicBezTo>
                <a:cubicBezTo>
                  <a:pt x="298" y="13378"/>
                  <a:pt x="1" y="14151"/>
                  <a:pt x="1" y="14994"/>
                </a:cubicBezTo>
                <a:cubicBezTo>
                  <a:pt x="1" y="16927"/>
                  <a:pt x="1567" y="18495"/>
                  <a:pt x="3501" y="18495"/>
                </a:cubicBezTo>
                <a:cubicBezTo>
                  <a:pt x="5249" y="18495"/>
                  <a:pt x="6696" y="17215"/>
                  <a:pt x="6959" y="15542"/>
                </a:cubicBezTo>
                <a:cubicBezTo>
                  <a:pt x="7602" y="17414"/>
                  <a:pt x="9379" y="18761"/>
                  <a:pt x="11469" y="18761"/>
                </a:cubicBezTo>
                <a:cubicBezTo>
                  <a:pt x="12926" y="18761"/>
                  <a:pt x="14229" y="18107"/>
                  <a:pt x="15103" y="17079"/>
                </a:cubicBezTo>
                <a:cubicBezTo>
                  <a:pt x="16167" y="18021"/>
                  <a:pt x="17568" y="18595"/>
                  <a:pt x="19102" y="18595"/>
                </a:cubicBezTo>
                <a:cubicBezTo>
                  <a:pt x="21050" y="18595"/>
                  <a:pt x="22782" y="17672"/>
                  <a:pt x="23885" y="16239"/>
                </a:cubicBezTo>
                <a:cubicBezTo>
                  <a:pt x="24967" y="18388"/>
                  <a:pt x="27192" y="19863"/>
                  <a:pt x="29760" y="19863"/>
                </a:cubicBezTo>
                <a:cubicBezTo>
                  <a:pt x="31727" y="19863"/>
                  <a:pt x="33493" y="18995"/>
                  <a:pt x="34697" y="17626"/>
                </a:cubicBezTo>
                <a:cubicBezTo>
                  <a:pt x="34814" y="17523"/>
                  <a:pt x="34923" y="17413"/>
                  <a:pt x="35025" y="17296"/>
                </a:cubicBezTo>
                <a:cubicBezTo>
                  <a:pt x="35374" y="17360"/>
                  <a:pt x="35736" y="17395"/>
                  <a:pt x="36104" y="17395"/>
                </a:cubicBezTo>
                <a:cubicBezTo>
                  <a:pt x="36393" y="17395"/>
                  <a:pt x="36678" y="17373"/>
                  <a:pt x="36955" y="17334"/>
                </a:cubicBezTo>
                <a:cubicBezTo>
                  <a:pt x="37820" y="18215"/>
                  <a:pt x="39024" y="18762"/>
                  <a:pt x="40357" y="18762"/>
                </a:cubicBezTo>
                <a:cubicBezTo>
                  <a:pt x="41565" y="18762"/>
                  <a:pt x="42666" y="18312"/>
                  <a:pt x="43507" y="17571"/>
                </a:cubicBezTo>
                <a:cubicBezTo>
                  <a:pt x="43728" y="17464"/>
                  <a:pt x="43941" y="17343"/>
                  <a:pt x="44143" y="17207"/>
                </a:cubicBezTo>
                <a:cubicBezTo>
                  <a:pt x="45187" y="18073"/>
                  <a:pt x="46528" y="18595"/>
                  <a:pt x="47990" y="18595"/>
                </a:cubicBezTo>
                <a:cubicBezTo>
                  <a:pt x="49938" y="18595"/>
                  <a:pt x="51670" y="17672"/>
                  <a:pt x="52773" y="16239"/>
                </a:cubicBezTo>
                <a:cubicBezTo>
                  <a:pt x="53854" y="18388"/>
                  <a:pt x="56080" y="19863"/>
                  <a:pt x="58648" y="19863"/>
                </a:cubicBezTo>
                <a:cubicBezTo>
                  <a:pt x="60773" y="19863"/>
                  <a:pt x="62663" y="18853"/>
                  <a:pt x="63863" y="17289"/>
                </a:cubicBezTo>
                <a:cubicBezTo>
                  <a:pt x="64229" y="17358"/>
                  <a:pt x="64606" y="17395"/>
                  <a:pt x="64991" y="17395"/>
                </a:cubicBezTo>
                <a:cubicBezTo>
                  <a:pt x="65686" y="17395"/>
                  <a:pt x="66355" y="17275"/>
                  <a:pt x="66976" y="17058"/>
                </a:cubicBezTo>
                <a:cubicBezTo>
                  <a:pt x="67851" y="17710"/>
                  <a:pt x="68935" y="18094"/>
                  <a:pt x="70109" y="18094"/>
                </a:cubicBezTo>
                <a:cubicBezTo>
                  <a:pt x="71664" y="18094"/>
                  <a:pt x="73060" y="17419"/>
                  <a:pt x="74021" y="16346"/>
                </a:cubicBezTo>
                <a:cubicBezTo>
                  <a:pt x="74792" y="17233"/>
                  <a:pt x="75927" y="17793"/>
                  <a:pt x="77194" y="17793"/>
                </a:cubicBezTo>
                <a:cubicBezTo>
                  <a:pt x="79513" y="17793"/>
                  <a:pt x="81394" y="15913"/>
                  <a:pt x="81394" y="13594"/>
                </a:cubicBezTo>
                <a:cubicBezTo>
                  <a:pt x="81397" y="11454"/>
                  <a:pt x="79792" y="9685"/>
                  <a:pt x="77720" y="9428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06" name="Google Shape;26206;p24"/>
          <p:cNvSpPr/>
          <p:nvPr/>
        </p:nvSpPr>
        <p:spPr>
          <a:xfrm>
            <a:off x="7032591" y="-695107"/>
            <a:ext cx="3774926" cy="1428081"/>
          </a:xfrm>
          <a:custGeom>
            <a:avLst/>
            <a:gdLst/>
            <a:ahLst/>
            <a:cxnLst/>
            <a:rect l="l" t="t" r="r" b="b"/>
            <a:pathLst>
              <a:path w="39801" h="15057" extrusionOk="0">
                <a:moveTo>
                  <a:pt x="32883" y="3637"/>
                </a:moveTo>
                <a:cubicBezTo>
                  <a:pt x="35059" y="3637"/>
                  <a:pt x="36845" y="5182"/>
                  <a:pt x="37013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5" y="13490"/>
                  <a:pt x="36618" y="13490"/>
                </a:cubicBezTo>
                <a:cubicBezTo>
                  <a:pt x="35657" y="13490"/>
                  <a:pt x="34796" y="13065"/>
                  <a:pt x="34213" y="12392"/>
                </a:cubicBezTo>
                <a:cubicBezTo>
                  <a:pt x="33483" y="13206"/>
                  <a:pt x="32426" y="13718"/>
                  <a:pt x="31248" y="13718"/>
                </a:cubicBezTo>
                <a:cubicBezTo>
                  <a:pt x="30359" y="13718"/>
                  <a:pt x="29537" y="13424"/>
                  <a:pt x="28874" y="12931"/>
                </a:cubicBezTo>
                <a:cubicBezTo>
                  <a:pt x="28402" y="13096"/>
                  <a:pt x="27896" y="13186"/>
                  <a:pt x="27369" y="13186"/>
                </a:cubicBezTo>
                <a:cubicBezTo>
                  <a:pt x="27076" y="13186"/>
                  <a:pt x="26791" y="13158"/>
                  <a:pt x="26515" y="13106"/>
                </a:cubicBezTo>
                <a:cubicBezTo>
                  <a:pt x="25604" y="14293"/>
                  <a:pt x="24171" y="15056"/>
                  <a:pt x="22560" y="15056"/>
                </a:cubicBezTo>
                <a:cubicBezTo>
                  <a:pt x="20612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8" y="14097"/>
                  <a:pt x="12256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10" y="14223"/>
                  <a:pt x="5764" y="13203"/>
                  <a:pt x="5276" y="11783"/>
                </a:cubicBezTo>
                <a:cubicBezTo>
                  <a:pt x="5076" y="13051"/>
                  <a:pt x="3980" y="14021"/>
                  <a:pt x="2654" y="14021"/>
                </a:cubicBezTo>
                <a:cubicBezTo>
                  <a:pt x="1189" y="14021"/>
                  <a:pt x="1" y="12834"/>
                  <a:pt x="1" y="11368"/>
                </a:cubicBezTo>
                <a:cubicBezTo>
                  <a:pt x="1" y="10730"/>
                  <a:pt x="226" y="10143"/>
                  <a:pt x="603" y="9684"/>
                </a:cubicBezTo>
                <a:cubicBezTo>
                  <a:pt x="322" y="9271"/>
                  <a:pt x="158" y="8773"/>
                  <a:pt x="158" y="8237"/>
                </a:cubicBezTo>
                <a:cubicBezTo>
                  <a:pt x="158" y="6813"/>
                  <a:pt x="1313" y="5659"/>
                  <a:pt x="2736" y="5659"/>
                </a:cubicBezTo>
                <a:cubicBezTo>
                  <a:pt x="3236" y="5659"/>
                  <a:pt x="3702" y="5802"/>
                  <a:pt x="4096" y="6047"/>
                </a:cubicBezTo>
                <a:cubicBezTo>
                  <a:pt x="4511" y="4710"/>
                  <a:pt x="5759" y="3738"/>
                  <a:pt x="7234" y="3738"/>
                </a:cubicBezTo>
                <a:cubicBezTo>
                  <a:pt x="8075" y="3738"/>
                  <a:pt x="8844" y="4056"/>
                  <a:pt x="9424" y="4575"/>
                </a:cubicBezTo>
                <a:cubicBezTo>
                  <a:pt x="9982" y="4026"/>
                  <a:pt x="10748" y="3688"/>
                  <a:pt x="11595" y="3688"/>
                </a:cubicBezTo>
                <a:cubicBezTo>
                  <a:pt x="12284" y="3688"/>
                  <a:pt x="12919" y="3913"/>
                  <a:pt x="13434" y="4292"/>
                </a:cubicBezTo>
                <a:cubicBezTo>
                  <a:pt x="13515" y="1908"/>
                  <a:pt x="15472" y="1"/>
                  <a:pt x="17876" y="1"/>
                </a:cubicBezTo>
                <a:cubicBezTo>
                  <a:pt x="19968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9" y="2650"/>
                </a:cubicBezTo>
                <a:cubicBezTo>
                  <a:pt x="24886" y="2650"/>
                  <a:pt x="25531" y="2887"/>
                  <a:pt x="26055" y="3287"/>
                </a:cubicBezTo>
                <a:cubicBezTo>
                  <a:pt x="26600" y="2305"/>
                  <a:pt x="27647" y="1640"/>
                  <a:pt x="28851" y="1640"/>
                </a:cubicBezTo>
                <a:cubicBezTo>
                  <a:pt x="30236" y="1640"/>
                  <a:pt x="31415" y="2521"/>
                  <a:pt x="31859" y="3754"/>
                </a:cubicBezTo>
                <a:cubicBezTo>
                  <a:pt x="32188" y="3678"/>
                  <a:pt x="32530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07" name="Google Shape;26207;p24"/>
          <p:cNvSpPr/>
          <p:nvPr/>
        </p:nvSpPr>
        <p:spPr>
          <a:xfrm>
            <a:off x="4456675" y="-497119"/>
            <a:ext cx="2728328" cy="1032120"/>
          </a:xfrm>
          <a:custGeom>
            <a:avLst/>
            <a:gdLst/>
            <a:ahLst/>
            <a:cxnLst/>
            <a:rect l="l" t="t" r="r" b="b"/>
            <a:pathLst>
              <a:path w="39802" h="15057" extrusionOk="0">
                <a:moveTo>
                  <a:pt x="32883" y="3637"/>
                </a:moveTo>
                <a:cubicBezTo>
                  <a:pt x="35060" y="3637"/>
                  <a:pt x="36844" y="5182"/>
                  <a:pt x="37014" y="7147"/>
                </a:cubicBezTo>
                <a:cubicBezTo>
                  <a:pt x="38585" y="7343"/>
                  <a:pt x="39801" y="8682"/>
                  <a:pt x="39801" y="10306"/>
                </a:cubicBezTo>
                <a:cubicBezTo>
                  <a:pt x="39801" y="12065"/>
                  <a:pt x="38376" y="13490"/>
                  <a:pt x="36617" y="13490"/>
                </a:cubicBezTo>
                <a:cubicBezTo>
                  <a:pt x="35658" y="13490"/>
                  <a:pt x="34797" y="13065"/>
                  <a:pt x="34213" y="12392"/>
                </a:cubicBezTo>
                <a:cubicBezTo>
                  <a:pt x="33483" y="13206"/>
                  <a:pt x="32425" y="13718"/>
                  <a:pt x="31248" y="13718"/>
                </a:cubicBezTo>
                <a:cubicBezTo>
                  <a:pt x="30358" y="13718"/>
                  <a:pt x="29538" y="13424"/>
                  <a:pt x="28875" y="12931"/>
                </a:cubicBezTo>
                <a:cubicBezTo>
                  <a:pt x="28403" y="13096"/>
                  <a:pt x="27897" y="13186"/>
                  <a:pt x="27369" y="13186"/>
                </a:cubicBezTo>
                <a:cubicBezTo>
                  <a:pt x="27077" y="13186"/>
                  <a:pt x="26792" y="13158"/>
                  <a:pt x="26514" y="13106"/>
                </a:cubicBezTo>
                <a:cubicBezTo>
                  <a:pt x="25604" y="14293"/>
                  <a:pt x="24172" y="15056"/>
                  <a:pt x="22561" y="15056"/>
                </a:cubicBezTo>
                <a:cubicBezTo>
                  <a:pt x="20613" y="15056"/>
                  <a:pt x="18926" y="13938"/>
                  <a:pt x="18107" y="12311"/>
                </a:cubicBezTo>
                <a:cubicBezTo>
                  <a:pt x="17270" y="13396"/>
                  <a:pt x="15958" y="14097"/>
                  <a:pt x="14481" y="14097"/>
                </a:cubicBezTo>
                <a:cubicBezTo>
                  <a:pt x="13319" y="14097"/>
                  <a:pt x="12257" y="13663"/>
                  <a:pt x="11450" y="12948"/>
                </a:cubicBezTo>
                <a:cubicBezTo>
                  <a:pt x="10787" y="13729"/>
                  <a:pt x="9798" y="14223"/>
                  <a:pt x="8695" y="14223"/>
                </a:cubicBezTo>
                <a:cubicBezTo>
                  <a:pt x="7109" y="14223"/>
                  <a:pt x="5765" y="13203"/>
                  <a:pt x="5276" y="11783"/>
                </a:cubicBezTo>
                <a:cubicBezTo>
                  <a:pt x="5077" y="13051"/>
                  <a:pt x="3979" y="14021"/>
                  <a:pt x="2654" y="14021"/>
                </a:cubicBezTo>
                <a:cubicBezTo>
                  <a:pt x="1190" y="14021"/>
                  <a:pt x="1" y="12834"/>
                  <a:pt x="1" y="11368"/>
                </a:cubicBezTo>
                <a:cubicBezTo>
                  <a:pt x="1" y="10730"/>
                  <a:pt x="227" y="10143"/>
                  <a:pt x="603" y="9684"/>
                </a:cubicBezTo>
                <a:cubicBezTo>
                  <a:pt x="322" y="9271"/>
                  <a:pt x="159" y="8773"/>
                  <a:pt x="159" y="8237"/>
                </a:cubicBezTo>
                <a:cubicBezTo>
                  <a:pt x="159" y="6813"/>
                  <a:pt x="1312" y="5659"/>
                  <a:pt x="2736" y="5659"/>
                </a:cubicBezTo>
                <a:cubicBezTo>
                  <a:pt x="3236" y="5659"/>
                  <a:pt x="3703" y="5802"/>
                  <a:pt x="4096" y="6047"/>
                </a:cubicBezTo>
                <a:cubicBezTo>
                  <a:pt x="4512" y="4710"/>
                  <a:pt x="5759" y="3738"/>
                  <a:pt x="7234" y="3738"/>
                </a:cubicBezTo>
                <a:cubicBezTo>
                  <a:pt x="8076" y="3738"/>
                  <a:pt x="8844" y="4056"/>
                  <a:pt x="9424" y="4575"/>
                </a:cubicBezTo>
                <a:cubicBezTo>
                  <a:pt x="9984" y="4026"/>
                  <a:pt x="10749" y="3688"/>
                  <a:pt x="11595" y="3688"/>
                </a:cubicBezTo>
                <a:cubicBezTo>
                  <a:pt x="12284" y="3688"/>
                  <a:pt x="12920" y="3913"/>
                  <a:pt x="13434" y="4292"/>
                </a:cubicBezTo>
                <a:cubicBezTo>
                  <a:pt x="13516" y="1908"/>
                  <a:pt x="15473" y="1"/>
                  <a:pt x="17877" y="1"/>
                </a:cubicBezTo>
                <a:cubicBezTo>
                  <a:pt x="19967" y="1"/>
                  <a:pt x="21721" y="1445"/>
                  <a:pt x="22195" y="3390"/>
                </a:cubicBezTo>
                <a:cubicBezTo>
                  <a:pt x="22739" y="2928"/>
                  <a:pt x="23433" y="2650"/>
                  <a:pt x="24188" y="2650"/>
                </a:cubicBezTo>
                <a:cubicBezTo>
                  <a:pt x="24887" y="2650"/>
                  <a:pt x="25531" y="2887"/>
                  <a:pt x="26054" y="3287"/>
                </a:cubicBezTo>
                <a:cubicBezTo>
                  <a:pt x="26600" y="2305"/>
                  <a:pt x="27648" y="1640"/>
                  <a:pt x="28851" y="1640"/>
                </a:cubicBezTo>
                <a:cubicBezTo>
                  <a:pt x="30237" y="1640"/>
                  <a:pt x="31415" y="2521"/>
                  <a:pt x="31860" y="3754"/>
                </a:cubicBezTo>
                <a:cubicBezTo>
                  <a:pt x="32187" y="3678"/>
                  <a:pt x="32531" y="3637"/>
                  <a:pt x="32883" y="3637"/>
                </a:cubicBezTo>
                <a:close/>
              </a:path>
            </a:pathLst>
          </a:custGeom>
          <a:solidFill>
            <a:srgbClr val="723A3A">
              <a:alpha val="99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08" name="Google Shape;26208;p24"/>
          <p:cNvSpPr/>
          <p:nvPr/>
        </p:nvSpPr>
        <p:spPr>
          <a:xfrm>
            <a:off x="7568827" y="4252673"/>
            <a:ext cx="4048113" cy="132598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209" name="Google Shape;26209;p24"/>
          <p:cNvGrpSpPr/>
          <p:nvPr/>
        </p:nvGrpSpPr>
        <p:grpSpPr>
          <a:xfrm>
            <a:off x="-257891" y="2778551"/>
            <a:ext cx="1728496" cy="1975479"/>
            <a:chOff x="-257895" y="3225238"/>
            <a:chExt cx="1337845" cy="1529008"/>
          </a:xfrm>
        </p:grpSpPr>
        <p:sp>
          <p:nvSpPr>
            <p:cNvPr id="26210" name="Google Shape;26210;p24"/>
            <p:cNvSpPr/>
            <p:nvPr/>
          </p:nvSpPr>
          <p:spPr>
            <a:xfrm flipH="1">
              <a:off x="500917" y="3225238"/>
              <a:ext cx="579033" cy="851382"/>
            </a:xfrm>
            <a:custGeom>
              <a:avLst/>
              <a:gdLst/>
              <a:ahLst/>
              <a:cxnLst/>
              <a:rect l="l" t="t" r="r" b="b"/>
              <a:pathLst>
                <a:path w="9967" h="14655" extrusionOk="0">
                  <a:moveTo>
                    <a:pt x="932" y="1"/>
                  </a:moveTo>
                  <a:cubicBezTo>
                    <a:pt x="418" y="1"/>
                    <a:pt x="1" y="418"/>
                    <a:pt x="1" y="931"/>
                  </a:cubicBezTo>
                  <a:cubicBezTo>
                    <a:pt x="1" y="1445"/>
                    <a:pt x="418" y="1862"/>
                    <a:pt x="932" y="1862"/>
                  </a:cubicBezTo>
                  <a:cubicBezTo>
                    <a:pt x="1013" y="1862"/>
                    <a:pt x="1093" y="1850"/>
                    <a:pt x="1167" y="1832"/>
                  </a:cubicBezTo>
                  <a:lnTo>
                    <a:pt x="1167" y="1832"/>
                  </a:lnTo>
                  <a:cubicBezTo>
                    <a:pt x="1144" y="1932"/>
                    <a:pt x="1134" y="2038"/>
                    <a:pt x="1134" y="2147"/>
                  </a:cubicBezTo>
                  <a:cubicBezTo>
                    <a:pt x="1134" y="2973"/>
                    <a:pt x="1803" y="3642"/>
                    <a:pt x="2630" y="3642"/>
                  </a:cubicBezTo>
                  <a:cubicBezTo>
                    <a:pt x="2744" y="3642"/>
                    <a:pt x="2857" y="3628"/>
                    <a:pt x="2965" y="3603"/>
                  </a:cubicBezTo>
                  <a:lnTo>
                    <a:pt x="2965" y="3603"/>
                  </a:lnTo>
                  <a:cubicBezTo>
                    <a:pt x="2752" y="4328"/>
                    <a:pt x="2930" y="5142"/>
                    <a:pt x="3503" y="5711"/>
                  </a:cubicBezTo>
                  <a:cubicBezTo>
                    <a:pt x="3810" y="6018"/>
                    <a:pt x="4189" y="6210"/>
                    <a:pt x="4586" y="6292"/>
                  </a:cubicBezTo>
                  <a:cubicBezTo>
                    <a:pt x="4193" y="6873"/>
                    <a:pt x="4250" y="7673"/>
                    <a:pt x="4766" y="8186"/>
                  </a:cubicBezTo>
                  <a:cubicBezTo>
                    <a:pt x="4772" y="8194"/>
                    <a:pt x="4778" y="8197"/>
                    <a:pt x="4782" y="8205"/>
                  </a:cubicBezTo>
                  <a:cubicBezTo>
                    <a:pt x="4700" y="8266"/>
                    <a:pt x="4622" y="8329"/>
                    <a:pt x="4547" y="8405"/>
                  </a:cubicBezTo>
                  <a:cubicBezTo>
                    <a:pt x="3714" y="9238"/>
                    <a:pt x="3714" y="10588"/>
                    <a:pt x="4547" y="11419"/>
                  </a:cubicBezTo>
                  <a:cubicBezTo>
                    <a:pt x="4696" y="11568"/>
                    <a:pt x="4862" y="11689"/>
                    <a:pt x="5036" y="11785"/>
                  </a:cubicBezTo>
                  <a:cubicBezTo>
                    <a:pt x="4874" y="12299"/>
                    <a:pt x="4997" y="12882"/>
                    <a:pt x="5404" y="13289"/>
                  </a:cubicBezTo>
                  <a:cubicBezTo>
                    <a:pt x="5692" y="13577"/>
                    <a:pt x="6069" y="13725"/>
                    <a:pt x="6447" y="13727"/>
                  </a:cubicBezTo>
                  <a:cubicBezTo>
                    <a:pt x="6519" y="13905"/>
                    <a:pt x="6630" y="14072"/>
                    <a:pt x="6775" y="14218"/>
                  </a:cubicBezTo>
                  <a:cubicBezTo>
                    <a:pt x="7066" y="14509"/>
                    <a:pt x="7449" y="14655"/>
                    <a:pt x="7833" y="14655"/>
                  </a:cubicBezTo>
                  <a:cubicBezTo>
                    <a:pt x="8216" y="14655"/>
                    <a:pt x="8599" y="14509"/>
                    <a:pt x="8890" y="14218"/>
                  </a:cubicBezTo>
                  <a:cubicBezTo>
                    <a:pt x="9473" y="13635"/>
                    <a:pt x="9473" y="12685"/>
                    <a:pt x="8890" y="12102"/>
                  </a:cubicBezTo>
                  <a:cubicBezTo>
                    <a:pt x="9230" y="11763"/>
                    <a:pt x="9230" y="11208"/>
                    <a:pt x="8890" y="10866"/>
                  </a:cubicBezTo>
                  <a:cubicBezTo>
                    <a:pt x="8720" y="10696"/>
                    <a:pt x="8497" y="10614"/>
                    <a:pt x="8275" y="10614"/>
                  </a:cubicBezTo>
                  <a:cubicBezTo>
                    <a:pt x="8201" y="10614"/>
                    <a:pt x="8126" y="10623"/>
                    <a:pt x="8053" y="10641"/>
                  </a:cubicBezTo>
                  <a:cubicBezTo>
                    <a:pt x="8213" y="10210"/>
                    <a:pt x="8227" y="9739"/>
                    <a:pt x="8096" y="9299"/>
                  </a:cubicBezTo>
                  <a:cubicBezTo>
                    <a:pt x="8229" y="9297"/>
                    <a:pt x="8360" y="9246"/>
                    <a:pt x="8461" y="9146"/>
                  </a:cubicBezTo>
                  <a:cubicBezTo>
                    <a:pt x="8667" y="8939"/>
                    <a:pt x="8667" y="8604"/>
                    <a:pt x="8461" y="8397"/>
                  </a:cubicBezTo>
                  <a:cubicBezTo>
                    <a:pt x="8358" y="8294"/>
                    <a:pt x="8221" y="8243"/>
                    <a:pt x="8085" y="8243"/>
                  </a:cubicBezTo>
                  <a:cubicBezTo>
                    <a:pt x="8043" y="8243"/>
                    <a:pt x="8001" y="8248"/>
                    <a:pt x="7959" y="8258"/>
                  </a:cubicBezTo>
                  <a:cubicBezTo>
                    <a:pt x="8002" y="8084"/>
                    <a:pt x="7957" y="7894"/>
                    <a:pt x="7820" y="7757"/>
                  </a:cubicBezTo>
                  <a:cubicBezTo>
                    <a:pt x="7718" y="7654"/>
                    <a:pt x="7584" y="7604"/>
                    <a:pt x="7450" y="7604"/>
                  </a:cubicBezTo>
                  <a:cubicBezTo>
                    <a:pt x="7369" y="7604"/>
                    <a:pt x="7288" y="7622"/>
                    <a:pt x="7215" y="7658"/>
                  </a:cubicBezTo>
                  <a:cubicBezTo>
                    <a:pt x="7296" y="7440"/>
                    <a:pt x="7327" y="7208"/>
                    <a:pt x="7305" y="6979"/>
                  </a:cubicBezTo>
                  <a:cubicBezTo>
                    <a:pt x="7501" y="6955"/>
                    <a:pt x="7691" y="6871"/>
                    <a:pt x="7845" y="6719"/>
                  </a:cubicBezTo>
                  <a:cubicBezTo>
                    <a:pt x="7941" y="6619"/>
                    <a:pt x="8011" y="6509"/>
                    <a:pt x="8056" y="6394"/>
                  </a:cubicBezTo>
                  <a:cubicBezTo>
                    <a:pt x="9130" y="6284"/>
                    <a:pt x="9966" y="5377"/>
                    <a:pt x="9966" y="4274"/>
                  </a:cubicBezTo>
                  <a:cubicBezTo>
                    <a:pt x="9966" y="3098"/>
                    <a:pt x="9013" y="2141"/>
                    <a:pt x="7835" y="2141"/>
                  </a:cubicBezTo>
                  <a:cubicBezTo>
                    <a:pt x="7309" y="2141"/>
                    <a:pt x="6834" y="2331"/>
                    <a:pt x="6462" y="2642"/>
                  </a:cubicBezTo>
                  <a:cubicBezTo>
                    <a:pt x="6053" y="2259"/>
                    <a:pt x="5532" y="2069"/>
                    <a:pt x="5010" y="2069"/>
                  </a:cubicBezTo>
                  <a:cubicBezTo>
                    <a:pt x="4705" y="2069"/>
                    <a:pt x="4400" y="2134"/>
                    <a:pt x="4117" y="2263"/>
                  </a:cubicBezTo>
                  <a:cubicBezTo>
                    <a:pt x="4123" y="2222"/>
                    <a:pt x="4125" y="2186"/>
                    <a:pt x="4125" y="2141"/>
                  </a:cubicBezTo>
                  <a:cubicBezTo>
                    <a:pt x="4125" y="1316"/>
                    <a:pt x="3456" y="645"/>
                    <a:pt x="2630" y="645"/>
                  </a:cubicBezTo>
                  <a:cubicBezTo>
                    <a:pt x="2347" y="645"/>
                    <a:pt x="2081" y="725"/>
                    <a:pt x="1856" y="862"/>
                  </a:cubicBezTo>
                  <a:cubicBezTo>
                    <a:pt x="1822" y="381"/>
                    <a:pt x="1423" y="1"/>
                    <a:pt x="932" y="1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211" name="Google Shape;26211;p24"/>
            <p:cNvGrpSpPr/>
            <p:nvPr/>
          </p:nvGrpSpPr>
          <p:grpSpPr>
            <a:xfrm>
              <a:off x="-257895" y="3358588"/>
              <a:ext cx="1337840" cy="1395658"/>
              <a:chOff x="8428905" y="3358588"/>
              <a:chExt cx="1337840" cy="1395658"/>
            </a:xfrm>
          </p:grpSpPr>
          <p:sp>
            <p:nvSpPr>
              <p:cNvPr id="26212" name="Google Shape;26212;p24"/>
              <p:cNvSpPr/>
              <p:nvPr/>
            </p:nvSpPr>
            <p:spPr>
              <a:xfrm flipH="1">
                <a:off x="8481142" y="3358588"/>
                <a:ext cx="579033" cy="851382"/>
              </a:xfrm>
              <a:custGeom>
                <a:avLst/>
                <a:gdLst/>
                <a:ahLst/>
                <a:cxnLst/>
                <a:rect l="l" t="t" r="r" b="b"/>
                <a:pathLst>
                  <a:path w="9967" h="14655" extrusionOk="0">
                    <a:moveTo>
                      <a:pt x="932" y="1"/>
                    </a:moveTo>
                    <a:cubicBezTo>
                      <a:pt x="418" y="1"/>
                      <a:pt x="1" y="418"/>
                      <a:pt x="1" y="931"/>
                    </a:cubicBezTo>
                    <a:cubicBezTo>
                      <a:pt x="1" y="1445"/>
                      <a:pt x="418" y="1862"/>
                      <a:pt x="932" y="1862"/>
                    </a:cubicBezTo>
                    <a:cubicBezTo>
                      <a:pt x="1013" y="1862"/>
                      <a:pt x="1093" y="1850"/>
                      <a:pt x="1167" y="1832"/>
                    </a:cubicBezTo>
                    <a:lnTo>
                      <a:pt x="1167" y="1832"/>
                    </a:lnTo>
                    <a:cubicBezTo>
                      <a:pt x="1144" y="1932"/>
                      <a:pt x="1134" y="2038"/>
                      <a:pt x="1134" y="2147"/>
                    </a:cubicBezTo>
                    <a:cubicBezTo>
                      <a:pt x="1134" y="2973"/>
                      <a:pt x="1803" y="3642"/>
                      <a:pt x="2630" y="3642"/>
                    </a:cubicBezTo>
                    <a:cubicBezTo>
                      <a:pt x="2744" y="3642"/>
                      <a:pt x="2857" y="3628"/>
                      <a:pt x="2965" y="3603"/>
                    </a:cubicBezTo>
                    <a:lnTo>
                      <a:pt x="2965" y="3603"/>
                    </a:lnTo>
                    <a:cubicBezTo>
                      <a:pt x="2752" y="4328"/>
                      <a:pt x="2930" y="5142"/>
                      <a:pt x="3503" y="5711"/>
                    </a:cubicBezTo>
                    <a:cubicBezTo>
                      <a:pt x="3810" y="6018"/>
                      <a:pt x="4189" y="6210"/>
                      <a:pt x="4586" y="6292"/>
                    </a:cubicBezTo>
                    <a:cubicBezTo>
                      <a:pt x="4193" y="6873"/>
                      <a:pt x="4250" y="7673"/>
                      <a:pt x="4766" y="8186"/>
                    </a:cubicBezTo>
                    <a:cubicBezTo>
                      <a:pt x="4772" y="8194"/>
                      <a:pt x="4778" y="8197"/>
                      <a:pt x="4782" y="8205"/>
                    </a:cubicBezTo>
                    <a:cubicBezTo>
                      <a:pt x="4700" y="8266"/>
                      <a:pt x="4622" y="8329"/>
                      <a:pt x="4547" y="8405"/>
                    </a:cubicBezTo>
                    <a:cubicBezTo>
                      <a:pt x="3714" y="9238"/>
                      <a:pt x="3714" y="10588"/>
                      <a:pt x="4547" y="11419"/>
                    </a:cubicBezTo>
                    <a:cubicBezTo>
                      <a:pt x="4696" y="11568"/>
                      <a:pt x="4862" y="11689"/>
                      <a:pt x="5036" y="11785"/>
                    </a:cubicBezTo>
                    <a:cubicBezTo>
                      <a:pt x="4874" y="12299"/>
                      <a:pt x="4997" y="12882"/>
                      <a:pt x="5404" y="13289"/>
                    </a:cubicBezTo>
                    <a:cubicBezTo>
                      <a:pt x="5692" y="13577"/>
                      <a:pt x="6069" y="13725"/>
                      <a:pt x="6447" y="13727"/>
                    </a:cubicBezTo>
                    <a:cubicBezTo>
                      <a:pt x="6519" y="13905"/>
                      <a:pt x="6630" y="14072"/>
                      <a:pt x="6775" y="14218"/>
                    </a:cubicBezTo>
                    <a:cubicBezTo>
                      <a:pt x="7066" y="14509"/>
                      <a:pt x="7449" y="14655"/>
                      <a:pt x="7833" y="14655"/>
                    </a:cubicBezTo>
                    <a:cubicBezTo>
                      <a:pt x="8216" y="14655"/>
                      <a:pt x="8599" y="14509"/>
                      <a:pt x="8890" y="14218"/>
                    </a:cubicBezTo>
                    <a:cubicBezTo>
                      <a:pt x="9473" y="13635"/>
                      <a:pt x="9473" y="12685"/>
                      <a:pt x="8890" y="12102"/>
                    </a:cubicBezTo>
                    <a:cubicBezTo>
                      <a:pt x="9230" y="11763"/>
                      <a:pt x="9230" y="11208"/>
                      <a:pt x="8890" y="10866"/>
                    </a:cubicBezTo>
                    <a:cubicBezTo>
                      <a:pt x="8720" y="10696"/>
                      <a:pt x="8497" y="10614"/>
                      <a:pt x="8275" y="10614"/>
                    </a:cubicBezTo>
                    <a:cubicBezTo>
                      <a:pt x="8201" y="10614"/>
                      <a:pt x="8126" y="10623"/>
                      <a:pt x="8053" y="10641"/>
                    </a:cubicBezTo>
                    <a:cubicBezTo>
                      <a:pt x="8213" y="10210"/>
                      <a:pt x="8227" y="9739"/>
                      <a:pt x="8096" y="9299"/>
                    </a:cubicBezTo>
                    <a:cubicBezTo>
                      <a:pt x="8229" y="9297"/>
                      <a:pt x="8360" y="9246"/>
                      <a:pt x="8461" y="9146"/>
                    </a:cubicBezTo>
                    <a:cubicBezTo>
                      <a:pt x="8667" y="8939"/>
                      <a:pt x="8667" y="8604"/>
                      <a:pt x="8461" y="8397"/>
                    </a:cubicBezTo>
                    <a:cubicBezTo>
                      <a:pt x="8358" y="8294"/>
                      <a:pt x="8221" y="8243"/>
                      <a:pt x="8085" y="8243"/>
                    </a:cubicBezTo>
                    <a:cubicBezTo>
                      <a:pt x="8043" y="8243"/>
                      <a:pt x="8001" y="8248"/>
                      <a:pt x="7959" y="8258"/>
                    </a:cubicBezTo>
                    <a:cubicBezTo>
                      <a:pt x="8002" y="8084"/>
                      <a:pt x="7957" y="7894"/>
                      <a:pt x="7820" y="7757"/>
                    </a:cubicBezTo>
                    <a:cubicBezTo>
                      <a:pt x="7718" y="7654"/>
                      <a:pt x="7584" y="7604"/>
                      <a:pt x="7450" y="7604"/>
                    </a:cubicBezTo>
                    <a:cubicBezTo>
                      <a:pt x="7369" y="7604"/>
                      <a:pt x="7288" y="7622"/>
                      <a:pt x="7215" y="7658"/>
                    </a:cubicBezTo>
                    <a:cubicBezTo>
                      <a:pt x="7296" y="7440"/>
                      <a:pt x="7327" y="7208"/>
                      <a:pt x="7305" y="6979"/>
                    </a:cubicBezTo>
                    <a:cubicBezTo>
                      <a:pt x="7501" y="6955"/>
                      <a:pt x="7691" y="6871"/>
                      <a:pt x="7845" y="6719"/>
                    </a:cubicBezTo>
                    <a:cubicBezTo>
                      <a:pt x="7941" y="6619"/>
                      <a:pt x="8011" y="6509"/>
                      <a:pt x="8056" y="6394"/>
                    </a:cubicBezTo>
                    <a:cubicBezTo>
                      <a:pt x="9130" y="6284"/>
                      <a:pt x="9966" y="5377"/>
                      <a:pt x="9966" y="4274"/>
                    </a:cubicBezTo>
                    <a:cubicBezTo>
                      <a:pt x="9966" y="3098"/>
                      <a:pt x="9013" y="2141"/>
                      <a:pt x="7835" y="2141"/>
                    </a:cubicBezTo>
                    <a:cubicBezTo>
                      <a:pt x="7309" y="2141"/>
                      <a:pt x="6834" y="2331"/>
                      <a:pt x="6462" y="2642"/>
                    </a:cubicBezTo>
                    <a:cubicBezTo>
                      <a:pt x="6053" y="2259"/>
                      <a:pt x="5532" y="2069"/>
                      <a:pt x="5010" y="2069"/>
                    </a:cubicBezTo>
                    <a:cubicBezTo>
                      <a:pt x="4705" y="2069"/>
                      <a:pt x="4400" y="2134"/>
                      <a:pt x="4117" y="2263"/>
                    </a:cubicBezTo>
                    <a:cubicBezTo>
                      <a:pt x="4123" y="2222"/>
                      <a:pt x="4125" y="2186"/>
                      <a:pt x="4125" y="2141"/>
                    </a:cubicBezTo>
                    <a:cubicBezTo>
                      <a:pt x="4125" y="1316"/>
                      <a:pt x="3456" y="645"/>
                      <a:pt x="2630" y="645"/>
                    </a:cubicBezTo>
                    <a:cubicBezTo>
                      <a:pt x="2347" y="645"/>
                      <a:pt x="2081" y="725"/>
                      <a:pt x="1856" y="862"/>
                    </a:cubicBezTo>
                    <a:cubicBezTo>
                      <a:pt x="1822" y="381"/>
                      <a:pt x="1423" y="1"/>
                      <a:pt x="932" y="1"/>
                    </a:cubicBezTo>
                    <a:close/>
                  </a:path>
                </a:pathLst>
              </a:custGeom>
              <a:solidFill>
                <a:srgbClr val="FFFFFF">
                  <a:alpha val="35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213" name="Google Shape;26213;p24"/>
              <p:cNvGrpSpPr/>
              <p:nvPr/>
            </p:nvGrpSpPr>
            <p:grpSpPr>
              <a:xfrm>
                <a:off x="8428905" y="3956916"/>
                <a:ext cx="1337840" cy="797330"/>
                <a:chOff x="-1956675" y="1945050"/>
                <a:chExt cx="2574749" cy="1534508"/>
              </a:xfrm>
            </p:grpSpPr>
            <p:sp>
              <p:nvSpPr>
                <p:cNvPr id="26214" name="Google Shape;26214;p24"/>
                <p:cNvSpPr/>
                <p:nvPr/>
              </p:nvSpPr>
              <p:spPr>
                <a:xfrm>
                  <a:off x="-1764996" y="2489824"/>
                  <a:ext cx="251552" cy="209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6" h="1949" extrusionOk="0">
                      <a:moveTo>
                        <a:pt x="1" y="1"/>
                      </a:moveTo>
                      <a:lnTo>
                        <a:pt x="1" y="168"/>
                      </a:lnTo>
                      <a:lnTo>
                        <a:pt x="1" y="803"/>
                      </a:lnTo>
                      <a:lnTo>
                        <a:pt x="1" y="974"/>
                      </a:lnTo>
                      <a:lnTo>
                        <a:pt x="1" y="1148"/>
                      </a:lnTo>
                      <a:lnTo>
                        <a:pt x="1" y="1314"/>
                      </a:lnTo>
                      <a:lnTo>
                        <a:pt x="1" y="1948"/>
                      </a:lnTo>
                      <a:lnTo>
                        <a:pt x="2335" y="1948"/>
                      </a:lnTo>
                      <a:lnTo>
                        <a:pt x="2335" y="1314"/>
                      </a:lnTo>
                      <a:lnTo>
                        <a:pt x="2335" y="1148"/>
                      </a:lnTo>
                      <a:lnTo>
                        <a:pt x="2335" y="974"/>
                      </a:lnTo>
                      <a:lnTo>
                        <a:pt x="2335" y="803"/>
                      </a:lnTo>
                      <a:lnTo>
                        <a:pt x="2335" y="168"/>
                      </a:lnTo>
                      <a:lnTo>
                        <a:pt x="233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15" name="Google Shape;26215;p24"/>
                <p:cNvSpPr/>
                <p:nvPr/>
              </p:nvSpPr>
              <p:spPr>
                <a:xfrm>
                  <a:off x="-1814961" y="2406585"/>
                  <a:ext cx="351915" cy="83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8" h="776" extrusionOk="0">
                      <a:moveTo>
                        <a:pt x="0" y="0"/>
                      </a:moveTo>
                      <a:lnTo>
                        <a:pt x="0" y="776"/>
                      </a:lnTo>
                      <a:lnTo>
                        <a:pt x="3268" y="776"/>
                      </a:lnTo>
                      <a:lnTo>
                        <a:pt x="326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16" name="Google Shape;26216;p24"/>
                <p:cNvSpPr/>
                <p:nvPr/>
              </p:nvSpPr>
              <p:spPr>
                <a:xfrm>
                  <a:off x="-393519" y="2028505"/>
                  <a:ext cx="251552" cy="209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6" h="1949" extrusionOk="0">
                      <a:moveTo>
                        <a:pt x="1" y="0"/>
                      </a:moveTo>
                      <a:lnTo>
                        <a:pt x="1" y="166"/>
                      </a:lnTo>
                      <a:lnTo>
                        <a:pt x="1" y="800"/>
                      </a:lnTo>
                      <a:lnTo>
                        <a:pt x="1" y="974"/>
                      </a:lnTo>
                      <a:lnTo>
                        <a:pt x="1" y="1146"/>
                      </a:lnTo>
                      <a:lnTo>
                        <a:pt x="1" y="1314"/>
                      </a:lnTo>
                      <a:lnTo>
                        <a:pt x="1" y="1948"/>
                      </a:lnTo>
                      <a:lnTo>
                        <a:pt x="2335" y="1948"/>
                      </a:lnTo>
                      <a:lnTo>
                        <a:pt x="2335" y="1314"/>
                      </a:lnTo>
                      <a:lnTo>
                        <a:pt x="2335" y="1146"/>
                      </a:lnTo>
                      <a:lnTo>
                        <a:pt x="2335" y="974"/>
                      </a:lnTo>
                      <a:lnTo>
                        <a:pt x="2335" y="800"/>
                      </a:lnTo>
                      <a:lnTo>
                        <a:pt x="2335" y="166"/>
                      </a:lnTo>
                      <a:lnTo>
                        <a:pt x="2335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17" name="Google Shape;26217;p24"/>
                <p:cNvSpPr/>
                <p:nvPr/>
              </p:nvSpPr>
              <p:spPr>
                <a:xfrm>
                  <a:off x="-443915" y="2241935"/>
                  <a:ext cx="352130" cy="300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2786" extrusionOk="0">
                      <a:moveTo>
                        <a:pt x="0" y="1"/>
                      </a:moveTo>
                      <a:lnTo>
                        <a:pt x="0" y="2785"/>
                      </a:lnTo>
                      <a:lnTo>
                        <a:pt x="3270" y="2785"/>
                      </a:lnTo>
                      <a:lnTo>
                        <a:pt x="3270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18" name="Google Shape;26218;p24"/>
                <p:cNvSpPr/>
                <p:nvPr/>
              </p:nvSpPr>
              <p:spPr>
                <a:xfrm>
                  <a:off x="-443054" y="1945050"/>
                  <a:ext cx="352130" cy="83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776" extrusionOk="0">
                      <a:moveTo>
                        <a:pt x="0" y="0"/>
                      </a:moveTo>
                      <a:lnTo>
                        <a:pt x="0" y="775"/>
                      </a:lnTo>
                      <a:lnTo>
                        <a:pt x="3270" y="775"/>
                      </a:lnTo>
                      <a:lnTo>
                        <a:pt x="3270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19" name="Google Shape;26219;p24"/>
                <p:cNvSpPr/>
                <p:nvPr/>
              </p:nvSpPr>
              <p:spPr>
                <a:xfrm>
                  <a:off x="-1895187" y="2388063"/>
                  <a:ext cx="2456618" cy="1091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3" h="10136" extrusionOk="0">
                      <a:moveTo>
                        <a:pt x="11407" y="0"/>
                      </a:moveTo>
                      <a:lnTo>
                        <a:pt x="1" y="3642"/>
                      </a:lnTo>
                      <a:lnTo>
                        <a:pt x="1" y="10136"/>
                      </a:lnTo>
                      <a:lnTo>
                        <a:pt x="22813" y="10136"/>
                      </a:lnTo>
                      <a:lnTo>
                        <a:pt x="22813" y="3732"/>
                      </a:lnTo>
                      <a:lnTo>
                        <a:pt x="1140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20" name="Google Shape;26220;p24"/>
                <p:cNvSpPr/>
                <p:nvPr/>
              </p:nvSpPr>
              <p:spPr>
                <a:xfrm>
                  <a:off x="-1895187" y="2388063"/>
                  <a:ext cx="2456618" cy="49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3" h="4608" extrusionOk="0">
                      <a:moveTo>
                        <a:pt x="11407" y="0"/>
                      </a:moveTo>
                      <a:lnTo>
                        <a:pt x="1" y="3642"/>
                      </a:lnTo>
                      <a:lnTo>
                        <a:pt x="1" y="4608"/>
                      </a:lnTo>
                      <a:lnTo>
                        <a:pt x="11407" y="1054"/>
                      </a:lnTo>
                      <a:lnTo>
                        <a:pt x="22813" y="4608"/>
                      </a:lnTo>
                      <a:lnTo>
                        <a:pt x="22813" y="3732"/>
                      </a:lnTo>
                      <a:lnTo>
                        <a:pt x="11407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21" name="Google Shape;26221;p24"/>
                <p:cNvSpPr/>
                <p:nvPr/>
              </p:nvSpPr>
              <p:spPr>
                <a:xfrm>
                  <a:off x="-1956675" y="2341543"/>
                  <a:ext cx="1289205" cy="5048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2" h="4688" extrusionOk="0">
                      <a:moveTo>
                        <a:pt x="11963" y="1"/>
                      </a:moveTo>
                      <a:lnTo>
                        <a:pt x="1" y="3855"/>
                      </a:lnTo>
                      <a:lnTo>
                        <a:pt x="1" y="4688"/>
                      </a:lnTo>
                      <a:lnTo>
                        <a:pt x="11972" y="831"/>
                      </a:lnTo>
                      <a:lnTo>
                        <a:pt x="11963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22" name="Google Shape;26222;p24"/>
                <p:cNvSpPr/>
                <p:nvPr/>
              </p:nvSpPr>
              <p:spPr>
                <a:xfrm>
                  <a:off x="-668439" y="2341113"/>
                  <a:ext cx="1286513" cy="505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7" h="4692" extrusionOk="0">
                      <a:moveTo>
                        <a:pt x="15" y="1"/>
                      </a:moveTo>
                      <a:lnTo>
                        <a:pt x="0" y="5"/>
                      </a:lnTo>
                      <a:lnTo>
                        <a:pt x="9" y="835"/>
                      </a:lnTo>
                      <a:lnTo>
                        <a:pt x="15" y="833"/>
                      </a:lnTo>
                      <a:lnTo>
                        <a:pt x="11947" y="4692"/>
                      </a:lnTo>
                      <a:lnTo>
                        <a:pt x="11947" y="3816"/>
                      </a:lnTo>
                      <a:lnTo>
                        <a:pt x="15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23" name="Google Shape;26223;p24"/>
                <p:cNvSpPr/>
                <p:nvPr/>
              </p:nvSpPr>
              <p:spPr>
                <a:xfrm>
                  <a:off x="-1354285" y="3086180"/>
                  <a:ext cx="1372015" cy="39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41" h="3653" extrusionOk="0">
                      <a:moveTo>
                        <a:pt x="0" y="1"/>
                      </a:moveTo>
                      <a:lnTo>
                        <a:pt x="0" y="3653"/>
                      </a:lnTo>
                      <a:lnTo>
                        <a:pt x="12740" y="3653"/>
                      </a:lnTo>
                      <a:lnTo>
                        <a:pt x="12740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26224" name="Google Shape;26224;p24"/>
          <p:cNvSpPr/>
          <p:nvPr/>
        </p:nvSpPr>
        <p:spPr>
          <a:xfrm>
            <a:off x="-2406373" y="4389910"/>
            <a:ext cx="4048113" cy="1325984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445025"/>
            <a:ext cx="7713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Vidaloka"/>
              <a:buNone/>
              <a:defRPr sz="3000" b="1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●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○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2pPr>
            <a:lvl3pPr marL="1371600" lvl="2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■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3pPr>
            <a:lvl4pPr marL="1828800" lvl="3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●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4pPr>
            <a:lvl5pPr marL="2286000" lvl="4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○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5pPr>
            <a:lvl6pPr marL="2743200" lvl="5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■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6pPr>
            <a:lvl7pPr marL="3200400" lvl="6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●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7pPr>
            <a:lvl8pPr marL="3657600" lvl="7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○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8pPr>
            <a:lvl9pPr marL="4114800" lvl="8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lata"/>
              <a:buChar char="■"/>
              <a:defRPr sz="1200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63" r:id="rId10"/>
    <p:sldLayoutId id="2147483665" r:id="rId11"/>
    <p:sldLayoutId id="2147483667" r:id="rId12"/>
    <p:sldLayoutId id="2147483669" r:id="rId13"/>
    <p:sldLayoutId id="2147483670" r:id="rId1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35" name="Google Shape;26235;p28"/>
          <p:cNvGrpSpPr/>
          <p:nvPr/>
        </p:nvGrpSpPr>
        <p:grpSpPr>
          <a:xfrm>
            <a:off x="-369023" y="1833984"/>
            <a:ext cx="2652539" cy="2343812"/>
            <a:chOff x="-2738548" y="1833984"/>
            <a:chExt cx="2652539" cy="2343812"/>
          </a:xfrm>
        </p:grpSpPr>
        <p:sp>
          <p:nvSpPr>
            <p:cNvPr id="26236" name="Google Shape;26236;p28"/>
            <p:cNvSpPr/>
            <p:nvPr/>
          </p:nvSpPr>
          <p:spPr>
            <a:xfrm>
              <a:off x="-1338529" y="1833984"/>
              <a:ext cx="1055509" cy="1132679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28"/>
            <p:cNvSpPr/>
            <p:nvPr/>
          </p:nvSpPr>
          <p:spPr>
            <a:xfrm>
              <a:off x="-1440147" y="2612103"/>
              <a:ext cx="598073" cy="641794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28"/>
            <p:cNvSpPr/>
            <p:nvPr/>
          </p:nvSpPr>
          <p:spPr>
            <a:xfrm>
              <a:off x="-2738548" y="2545502"/>
              <a:ext cx="741170" cy="71312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28"/>
            <p:cNvSpPr/>
            <p:nvPr/>
          </p:nvSpPr>
          <p:spPr>
            <a:xfrm>
              <a:off x="-2482925" y="2015145"/>
              <a:ext cx="1138357" cy="123876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240" name="Google Shape;26240;p28"/>
            <p:cNvGrpSpPr/>
            <p:nvPr/>
          </p:nvGrpSpPr>
          <p:grpSpPr>
            <a:xfrm>
              <a:off x="-2412024" y="2940570"/>
              <a:ext cx="2326015" cy="1237226"/>
              <a:chOff x="1" y="2940570"/>
              <a:chExt cx="2326015" cy="1237226"/>
            </a:xfrm>
          </p:grpSpPr>
          <p:sp>
            <p:nvSpPr>
              <p:cNvPr id="26241" name="Google Shape;26241;p28"/>
              <p:cNvSpPr/>
              <p:nvPr/>
            </p:nvSpPr>
            <p:spPr>
              <a:xfrm>
                <a:off x="276452" y="3300457"/>
                <a:ext cx="140756" cy="290182"/>
              </a:xfrm>
              <a:custGeom>
                <a:avLst/>
                <a:gdLst/>
                <a:ahLst/>
                <a:cxnLst/>
                <a:rect l="l" t="t" r="r" b="b"/>
                <a:pathLst>
                  <a:path w="1865" h="3845" extrusionOk="0">
                    <a:moveTo>
                      <a:pt x="0" y="1"/>
                    </a:moveTo>
                    <a:lnTo>
                      <a:pt x="0" y="3844"/>
                    </a:lnTo>
                    <a:lnTo>
                      <a:pt x="1864" y="3844"/>
                    </a:lnTo>
                    <a:lnTo>
                      <a:pt x="1864" y="1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2" name="Google Shape;26242;p28"/>
              <p:cNvSpPr/>
              <p:nvPr/>
            </p:nvSpPr>
            <p:spPr>
              <a:xfrm>
                <a:off x="874560" y="3300457"/>
                <a:ext cx="140681" cy="290182"/>
              </a:xfrm>
              <a:custGeom>
                <a:avLst/>
                <a:gdLst/>
                <a:ahLst/>
                <a:cxnLst/>
                <a:rect l="l" t="t" r="r" b="b"/>
                <a:pathLst>
                  <a:path w="1864" h="3845" extrusionOk="0">
                    <a:moveTo>
                      <a:pt x="1" y="1"/>
                    </a:moveTo>
                    <a:lnTo>
                      <a:pt x="1" y="3844"/>
                    </a:lnTo>
                    <a:lnTo>
                      <a:pt x="1864" y="3844"/>
                    </a:lnTo>
                    <a:lnTo>
                      <a:pt x="1864" y="1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3" name="Google Shape;26243;p28"/>
              <p:cNvSpPr/>
              <p:nvPr/>
            </p:nvSpPr>
            <p:spPr>
              <a:xfrm>
                <a:off x="1441499" y="3300457"/>
                <a:ext cx="140681" cy="290182"/>
              </a:xfrm>
              <a:custGeom>
                <a:avLst/>
                <a:gdLst/>
                <a:ahLst/>
                <a:cxnLst/>
                <a:rect l="l" t="t" r="r" b="b"/>
                <a:pathLst>
                  <a:path w="1864" h="3845" extrusionOk="0">
                    <a:moveTo>
                      <a:pt x="0" y="1"/>
                    </a:moveTo>
                    <a:lnTo>
                      <a:pt x="0" y="3844"/>
                    </a:lnTo>
                    <a:lnTo>
                      <a:pt x="1863" y="3844"/>
                    </a:lnTo>
                    <a:lnTo>
                      <a:pt x="1863" y="1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4" name="Google Shape;26244;p28"/>
              <p:cNvSpPr/>
              <p:nvPr/>
            </p:nvSpPr>
            <p:spPr>
              <a:xfrm>
                <a:off x="1885127" y="2940570"/>
                <a:ext cx="246644" cy="130639"/>
              </a:xfrm>
              <a:custGeom>
                <a:avLst/>
                <a:gdLst/>
                <a:ahLst/>
                <a:cxnLst/>
                <a:rect l="l" t="t" r="r" b="b"/>
                <a:pathLst>
                  <a:path w="3268" h="1731" extrusionOk="0">
                    <a:moveTo>
                      <a:pt x="0" y="1"/>
                    </a:moveTo>
                    <a:lnTo>
                      <a:pt x="0" y="1730"/>
                    </a:lnTo>
                    <a:lnTo>
                      <a:pt x="3268" y="1730"/>
                    </a:lnTo>
                    <a:lnTo>
                      <a:pt x="326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5" name="Google Shape;26245;p28"/>
              <p:cNvSpPr/>
              <p:nvPr/>
            </p:nvSpPr>
            <p:spPr>
              <a:xfrm>
                <a:off x="1919775" y="3070561"/>
                <a:ext cx="176977" cy="69512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6090" extrusionOk="0">
                    <a:moveTo>
                      <a:pt x="0" y="0"/>
                    </a:moveTo>
                    <a:lnTo>
                      <a:pt x="0" y="1379"/>
                    </a:lnTo>
                    <a:lnTo>
                      <a:pt x="0" y="6624"/>
                    </a:lnTo>
                    <a:lnTo>
                      <a:pt x="0" y="8045"/>
                    </a:lnTo>
                    <a:lnTo>
                      <a:pt x="0" y="9475"/>
                    </a:lnTo>
                    <a:lnTo>
                      <a:pt x="0" y="10857"/>
                    </a:lnTo>
                    <a:lnTo>
                      <a:pt x="0" y="16090"/>
                    </a:lnTo>
                    <a:lnTo>
                      <a:pt x="2345" y="16090"/>
                    </a:lnTo>
                    <a:lnTo>
                      <a:pt x="2345" y="10857"/>
                    </a:lnTo>
                    <a:lnTo>
                      <a:pt x="2345" y="9475"/>
                    </a:lnTo>
                    <a:lnTo>
                      <a:pt x="2345" y="8045"/>
                    </a:lnTo>
                    <a:lnTo>
                      <a:pt x="2345" y="6624"/>
                    </a:lnTo>
                    <a:lnTo>
                      <a:pt x="2345" y="1379"/>
                    </a:lnTo>
                    <a:lnTo>
                      <a:pt x="2345" y="0"/>
                    </a:lnTo>
                    <a:close/>
                  </a:path>
                </a:pathLst>
              </a:custGeom>
              <a:solidFill>
                <a:srgbClr val="723A3A">
                  <a:alpha val="281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6" name="Google Shape;26246;p28"/>
              <p:cNvSpPr/>
              <p:nvPr/>
            </p:nvSpPr>
            <p:spPr>
              <a:xfrm>
                <a:off x="257207" y="3216609"/>
                <a:ext cx="176077" cy="8384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1111" extrusionOk="0">
                    <a:moveTo>
                      <a:pt x="1" y="1"/>
                    </a:moveTo>
                    <a:lnTo>
                      <a:pt x="1" y="1110"/>
                    </a:lnTo>
                    <a:lnTo>
                      <a:pt x="2333" y="1110"/>
                    </a:lnTo>
                    <a:lnTo>
                      <a:pt x="23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7" name="Google Shape;26247;p28"/>
              <p:cNvSpPr/>
              <p:nvPr/>
            </p:nvSpPr>
            <p:spPr>
              <a:xfrm>
                <a:off x="855315" y="3216609"/>
                <a:ext cx="176077" cy="8384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1111" extrusionOk="0">
                    <a:moveTo>
                      <a:pt x="1" y="1"/>
                    </a:moveTo>
                    <a:lnTo>
                      <a:pt x="1" y="1110"/>
                    </a:lnTo>
                    <a:lnTo>
                      <a:pt x="2333" y="1110"/>
                    </a:lnTo>
                    <a:lnTo>
                      <a:pt x="23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8" name="Google Shape;26248;p28"/>
              <p:cNvSpPr/>
              <p:nvPr/>
            </p:nvSpPr>
            <p:spPr>
              <a:xfrm>
                <a:off x="1164369" y="3216609"/>
                <a:ext cx="623554" cy="467461"/>
              </a:xfrm>
              <a:custGeom>
                <a:avLst/>
                <a:gdLst/>
                <a:ahLst/>
                <a:cxnLst/>
                <a:rect l="l" t="t" r="r" b="b"/>
                <a:pathLst>
                  <a:path w="8262" h="6194" extrusionOk="0">
                    <a:moveTo>
                      <a:pt x="22" y="1"/>
                    </a:moveTo>
                    <a:lnTo>
                      <a:pt x="0" y="928"/>
                    </a:lnTo>
                    <a:lnTo>
                      <a:pt x="8261" y="6194"/>
                    </a:lnTo>
                    <a:lnTo>
                      <a:pt x="8261" y="5337"/>
                    </a:lnTo>
                    <a:lnTo>
                      <a:pt x="2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9" name="Google Shape;26249;p28"/>
              <p:cNvSpPr/>
              <p:nvPr/>
            </p:nvSpPr>
            <p:spPr>
              <a:xfrm>
                <a:off x="1422254" y="3216609"/>
                <a:ext cx="176077" cy="8384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1111" extrusionOk="0">
                    <a:moveTo>
                      <a:pt x="0" y="1"/>
                    </a:moveTo>
                    <a:lnTo>
                      <a:pt x="0" y="1110"/>
                    </a:lnTo>
                    <a:lnTo>
                      <a:pt x="2333" y="1110"/>
                    </a:lnTo>
                    <a:lnTo>
                      <a:pt x="233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0" name="Google Shape;26250;p28"/>
              <p:cNvSpPr/>
              <p:nvPr/>
            </p:nvSpPr>
            <p:spPr>
              <a:xfrm>
                <a:off x="578940" y="3235552"/>
                <a:ext cx="623478" cy="467386"/>
              </a:xfrm>
              <a:custGeom>
                <a:avLst/>
                <a:gdLst/>
                <a:ahLst/>
                <a:cxnLst/>
                <a:rect l="l" t="t" r="r" b="b"/>
                <a:pathLst>
                  <a:path w="8261" h="6193" extrusionOk="0">
                    <a:moveTo>
                      <a:pt x="23" y="1"/>
                    </a:moveTo>
                    <a:lnTo>
                      <a:pt x="0" y="928"/>
                    </a:lnTo>
                    <a:lnTo>
                      <a:pt x="8261" y="6192"/>
                    </a:lnTo>
                    <a:lnTo>
                      <a:pt x="8261" y="5336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1" name="Google Shape;26251;p28"/>
              <p:cNvSpPr/>
              <p:nvPr/>
            </p:nvSpPr>
            <p:spPr>
              <a:xfrm>
                <a:off x="1" y="3253514"/>
                <a:ext cx="623554" cy="467386"/>
              </a:xfrm>
              <a:custGeom>
                <a:avLst/>
                <a:gdLst/>
                <a:ahLst/>
                <a:cxnLst/>
                <a:rect l="l" t="t" r="r" b="b"/>
                <a:pathLst>
                  <a:path w="8262" h="6193" extrusionOk="0">
                    <a:moveTo>
                      <a:pt x="23" y="1"/>
                    </a:moveTo>
                    <a:lnTo>
                      <a:pt x="1" y="928"/>
                    </a:lnTo>
                    <a:lnTo>
                      <a:pt x="8262" y="6193"/>
                    </a:lnTo>
                    <a:lnTo>
                      <a:pt x="8262" y="5337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2" name="Google Shape;26252;p28"/>
              <p:cNvSpPr/>
              <p:nvPr/>
            </p:nvSpPr>
            <p:spPr>
              <a:xfrm>
                <a:off x="15322" y="3287854"/>
                <a:ext cx="1750811" cy="887527"/>
              </a:xfrm>
              <a:custGeom>
                <a:avLst/>
                <a:gdLst/>
                <a:ahLst/>
                <a:cxnLst/>
                <a:rect l="l" t="t" r="r" b="b"/>
                <a:pathLst>
                  <a:path w="23198" h="11760" extrusionOk="0">
                    <a:moveTo>
                      <a:pt x="1" y="1"/>
                    </a:moveTo>
                    <a:lnTo>
                      <a:pt x="1" y="11759"/>
                    </a:lnTo>
                    <a:lnTo>
                      <a:pt x="23197" y="11759"/>
                    </a:lnTo>
                    <a:lnTo>
                      <a:pt x="23197" y="5098"/>
                    </a:lnTo>
                    <a:lnTo>
                      <a:pt x="15491" y="1"/>
                    </a:lnTo>
                    <a:lnTo>
                      <a:pt x="15491" y="5058"/>
                    </a:lnTo>
                    <a:lnTo>
                      <a:pt x="7666" y="1"/>
                    </a:lnTo>
                    <a:lnTo>
                      <a:pt x="7706" y="50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3" name="Google Shape;26253;p28"/>
              <p:cNvSpPr/>
              <p:nvPr/>
            </p:nvSpPr>
            <p:spPr>
              <a:xfrm>
                <a:off x="1750997" y="3677851"/>
                <a:ext cx="575020" cy="133591"/>
              </a:xfrm>
              <a:custGeom>
                <a:avLst/>
                <a:gdLst/>
                <a:ahLst/>
                <a:cxnLst/>
                <a:rect l="l" t="t" r="r" b="b"/>
                <a:pathLst>
                  <a:path w="27098" h="1770" extrusionOk="0">
                    <a:moveTo>
                      <a:pt x="1" y="0"/>
                    </a:moveTo>
                    <a:lnTo>
                      <a:pt x="1" y="1770"/>
                    </a:lnTo>
                    <a:lnTo>
                      <a:pt x="27098" y="1770"/>
                    </a:lnTo>
                    <a:lnTo>
                      <a:pt x="2709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4" name="Google Shape;26254;p28"/>
              <p:cNvSpPr/>
              <p:nvPr/>
            </p:nvSpPr>
            <p:spPr>
              <a:xfrm>
                <a:off x="1760675" y="3744650"/>
                <a:ext cx="554732" cy="433146"/>
              </a:xfrm>
              <a:custGeom>
                <a:avLst/>
                <a:gdLst/>
                <a:ahLst/>
                <a:cxnLst/>
                <a:rect l="l" t="t" r="r" b="b"/>
                <a:pathLst>
                  <a:path w="8228" h="5660" extrusionOk="0">
                    <a:moveTo>
                      <a:pt x="0" y="0"/>
                    </a:moveTo>
                    <a:lnTo>
                      <a:pt x="0" y="5659"/>
                    </a:lnTo>
                    <a:lnTo>
                      <a:pt x="8228" y="5659"/>
                    </a:lnTo>
                    <a:lnTo>
                      <a:pt x="822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5" name="Google Shape;26255;p28"/>
              <p:cNvSpPr/>
              <p:nvPr/>
            </p:nvSpPr>
            <p:spPr>
              <a:xfrm>
                <a:off x="102566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6" name="Google Shape;26256;p28"/>
              <p:cNvSpPr/>
              <p:nvPr/>
            </p:nvSpPr>
            <p:spPr>
              <a:xfrm>
                <a:off x="224679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7" name="Google Shape;26257;p28"/>
              <p:cNvSpPr/>
              <p:nvPr/>
            </p:nvSpPr>
            <p:spPr>
              <a:xfrm>
                <a:off x="345206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8" name="Google Shape;26258;p28"/>
              <p:cNvSpPr/>
              <p:nvPr/>
            </p:nvSpPr>
            <p:spPr>
              <a:xfrm>
                <a:off x="503469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9" name="Google Shape;26259;p28"/>
              <p:cNvSpPr/>
              <p:nvPr/>
            </p:nvSpPr>
            <p:spPr>
              <a:xfrm>
                <a:off x="625506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0" name="Google Shape;26260;p28"/>
              <p:cNvSpPr/>
              <p:nvPr/>
            </p:nvSpPr>
            <p:spPr>
              <a:xfrm>
                <a:off x="746033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1" name="Google Shape;26261;p28"/>
              <p:cNvSpPr/>
              <p:nvPr/>
            </p:nvSpPr>
            <p:spPr>
              <a:xfrm>
                <a:off x="904296" y="3858491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2" name="Google Shape;26262;p28"/>
              <p:cNvSpPr/>
              <p:nvPr/>
            </p:nvSpPr>
            <p:spPr>
              <a:xfrm>
                <a:off x="1026333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3" name="Google Shape;26263;p28"/>
              <p:cNvSpPr/>
              <p:nvPr/>
            </p:nvSpPr>
            <p:spPr>
              <a:xfrm>
                <a:off x="1146860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4" name="Google Shape;26264;p28"/>
              <p:cNvSpPr/>
              <p:nvPr/>
            </p:nvSpPr>
            <p:spPr>
              <a:xfrm>
                <a:off x="1305123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5" name="Google Shape;26265;p28"/>
              <p:cNvSpPr/>
              <p:nvPr/>
            </p:nvSpPr>
            <p:spPr>
              <a:xfrm>
                <a:off x="1427160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0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6" name="Google Shape;26266;p28"/>
              <p:cNvSpPr/>
              <p:nvPr/>
            </p:nvSpPr>
            <p:spPr>
              <a:xfrm>
                <a:off x="1547687" y="3858491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0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7" name="Google Shape;26267;p28"/>
              <p:cNvSpPr/>
              <p:nvPr/>
            </p:nvSpPr>
            <p:spPr>
              <a:xfrm>
                <a:off x="102566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8" name="Google Shape;26268;p28"/>
              <p:cNvSpPr/>
              <p:nvPr/>
            </p:nvSpPr>
            <p:spPr>
              <a:xfrm>
                <a:off x="224679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9" name="Google Shape;26269;p28"/>
              <p:cNvSpPr/>
              <p:nvPr/>
            </p:nvSpPr>
            <p:spPr>
              <a:xfrm>
                <a:off x="345206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0" name="Google Shape;26270;p28"/>
              <p:cNvSpPr/>
              <p:nvPr/>
            </p:nvSpPr>
            <p:spPr>
              <a:xfrm>
                <a:off x="503469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1" name="Google Shape;26271;p28"/>
              <p:cNvSpPr/>
              <p:nvPr/>
            </p:nvSpPr>
            <p:spPr>
              <a:xfrm>
                <a:off x="625506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2" name="Google Shape;26272;p28"/>
              <p:cNvSpPr/>
              <p:nvPr/>
            </p:nvSpPr>
            <p:spPr>
              <a:xfrm>
                <a:off x="746033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3" name="Google Shape;26273;p28"/>
              <p:cNvSpPr/>
              <p:nvPr/>
            </p:nvSpPr>
            <p:spPr>
              <a:xfrm>
                <a:off x="904296" y="3998565"/>
                <a:ext cx="78114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4" y="1043"/>
                    </a:lnTo>
                    <a:lnTo>
                      <a:pt x="10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4" name="Google Shape;26274;p28"/>
              <p:cNvSpPr/>
              <p:nvPr/>
            </p:nvSpPr>
            <p:spPr>
              <a:xfrm>
                <a:off x="1026333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5" name="Google Shape;26275;p28"/>
              <p:cNvSpPr/>
              <p:nvPr/>
            </p:nvSpPr>
            <p:spPr>
              <a:xfrm>
                <a:off x="1146860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6" name="Google Shape;26276;p28"/>
              <p:cNvSpPr/>
              <p:nvPr/>
            </p:nvSpPr>
            <p:spPr>
              <a:xfrm>
                <a:off x="1305123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7" name="Google Shape;26277;p28"/>
              <p:cNvSpPr/>
              <p:nvPr/>
            </p:nvSpPr>
            <p:spPr>
              <a:xfrm>
                <a:off x="1427160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1" y="1"/>
                    </a:moveTo>
                    <a:lnTo>
                      <a:pt x="1" y="1043"/>
                    </a:lnTo>
                    <a:lnTo>
                      <a:pt x="1036" y="1043"/>
                    </a:lnTo>
                    <a:lnTo>
                      <a:pt x="103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8" name="Google Shape;26278;p28"/>
              <p:cNvSpPr/>
              <p:nvPr/>
            </p:nvSpPr>
            <p:spPr>
              <a:xfrm>
                <a:off x="1547687" y="3998565"/>
                <a:ext cx="78190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4" extrusionOk="0">
                    <a:moveTo>
                      <a:pt x="0" y="1"/>
                    </a:moveTo>
                    <a:lnTo>
                      <a:pt x="0" y="1043"/>
                    </a:lnTo>
                    <a:lnTo>
                      <a:pt x="1035" y="1043"/>
                    </a:lnTo>
                    <a:lnTo>
                      <a:pt x="10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6279" name="Google Shape;26279;p28"/>
          <p:cNvSpPr txBox="1">
            <a:spLocks noGrp="1"/>
          </p:cNvSpPr>
          <p:nvPr>
            <p:ph type="ctrTitle"/>
          </p:nvPr>
        </p:nvSpPr>
        <p:spPr>
          <a:xfrm>
            <a:off x="1475775" y="876400"/>
            <a:ext cx="6023700" cy="179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n-US" dirty="0"/>
              <a:t>Real-Time Air Quality Index (AQI) Prediction System </a:t>
            </a:r>
            <a:endParaRPr dirty="0"/>
          </a:p>
        </p:txBody>
      </p:sp>
      <p:sp>
        <p:nvSpPr>
          <p:cNvPr id="26280" name="Google Shape;26280;p28"/>
          <p:cNvSpPr txBox="1">
            <a:spLocks noGrp="1"/>
          </p:cNvSpPr>
          <p:nvPr>
            <p:ph type="subTitle" idx="1"/>
          </p:nvPr>
        </p:nvSpPr>
        <p:spPr>
          <a:xfrm>
            <a:off x="2319225" y="2747450"/>
            <a:ext cx="4336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en-US" dirty="0"/>
              <a:t>10Pearls Internship Task: Data Sciences</a:t>
            </a:r>
            <a:endParaRPr dirty="0"/>
          </a:p>
        </p:txBody>
      </p:sp>
      <p:grpSp>
        <p:nvGrpSpPr>
          <p:cNvPr id="26281" name="Google Shape;26281;p28"/>
          <p:cNvGrpSpPr/>
          <p:nvPr/>
        </p:nvGrpSpPr>
        <p:grpSpPr>
          <a:xfrm>
            <a:off x="7310964" y="1974286"/>
            <a:ext cx="1188114" cy="3157577"/>
            <a:chOff x="-5193597" y="-1201359"/>
            <a:chExt cx="2153941" cy="5724397"/>
          </a:xfrm>
        </p:grpSpPr>
        <p:sp>
          <p:nvSpPr>
            <p:cNvPr id="26282" name="Google Shape;26282;p28"/>
            <p:cNvSpPr/>
            <p:nvPr/>
          </p:nvSpPr>
          <p:spPr>
            <a:xfrm>
              <a:off x="-5193597" y="4270696"/>
              <a:ext cx="2153941" cy="252342"/>
            </a:xfrm>
            <a:custGeom>
              <a:avLst/>
              <a:gdLst/>
              <a:ahLst/>
              <a:cxnLst/>
              <a:rect l="l" t="t" r="r" b="b"/>
              <a:pathLst>
                <a:path w="12522" h="1467" extrusionOk="0">
                  <a:moveTo>
                    <a:pt x="12521" y="733"/>
                  </a:moveTo>
                  <a:cubicBezTo>
                    <a:pt x="12521" y="1138"/>
                    <a:pt x="9719" y="1467"/>
                    <a:pt x="6260" y="1467"/>
                  </a:cubicBezTo>
                  <a:cubicBezTo>
                    <a:pt x="2803" y="1467"/>
                    <a:pt x="0" y="1139"/>
                    <a:pt x="0" y="733"/>
                  </a:cubicBezTo>
                  <a:cubicBezTo>
                    <a:pt x="0" y="328"/>
                    <a:pt x="2803" y="1"/>
                    <a:pt x="6260" y="1"/>
                  </a:cubicBezTo>
                  <a:cubicBezTo>
                    <a:pt x="9719" y="1"/>
                    <a:pt x="12521" y="328"/>
                    <a:pt x="12521" y="733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28"/>
            <p:cNvSpPr/>
            <p:nvPr/>
          </p:nvSpPr>
          <p:spPr>
            <a:xfrm>
              <a:off x="-4591813" y="-307412"/>
              <a:ext cx="853526" cy="1224901"/>
            </a:xfrm>
            <a:custGeom>
              <a:avLst/>
              <a:gdLst/>
              <a:ahLst/>
              <a:cxnLst/>
              <a:rect l="l" t="t" r="r" b="b"/>
              <a:pathLst>
                <a:path w="4962" h="7121" extrusionOk="0">
                  <a:moveTo>
                    <a:pt x="4412" y="2610"/>
                  </a:moveTo>
                  <a:cubicBezTo>
                    <a:pt x="4961" y="1414"/>
                    <a:pt x="4084" y="0"/>
                    <a:pt x="3361" y="643"/>
                  </a:cubicBezTo>
                  <a:cubicBezTo>
                    <a:pt x="2639" y="1285"/>
                    <a:pt x="1493" y="5170"/>
                    <a:pt x="1376" y="4981"/>
                  </a:cubicBezTo>
                  <a:cubicBezTo>
                    <a:pt x="1260" y="4792"/>
                    <a:pt x="1186" y="1035"/>
                    <a:pt x="1144" y="973"/>
                  </a:cubicBezTo>
                  <a:lnTo>
                    <a:pt x="880" y="582"/>
                  </a:lnTo>
                  <a:cubicBezTo>
                    <a:pt x="880" y="582"/>
                    <a:pt x="0" y="5180"/>
                    <a:pt x="783" y="6025"/>
                  </a:cubicBezTo>
                  <a:cubicBezTo>
                    <a:pt x="1796" y="7120"/>
                    <a:pt x="3817" y="4533"/>
                    <a:pt x="4412" y="2610"/>
                  </a:cubicBezTo>
                  <a:close/>
                </a:path>
              </a:pathLst>
            </a:custGeom>
            <a:solidFill>
              <a:srgbClr val="4F07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28"/>
            <p:cNvSpPr/>
            <p:nvPr/>
          </p:nvSpPr>
          <p:spPr>
            <a:xfrm>
              <a:off x="-4497206" y="-524835"/>
              <a:ext cx="178549" cy="456693"/>
            </a:xfrm>
            <a:custGeom>
              <a:avLst/>
              <a:gdLst/>
              <a:ahLst/>
              <a:cxnLst/>
              <a:rect l="l" t="t" r="r" b="b"/>
              <a:pathLst>
                <a:path w="1038" h="2655" extrusionOk="0">
                  <a:moveTo>
                    <a:pt x="244" y="2655"/>
                  </a:moveTo>
                  <a:cubicBezTo>
                    <a:pt x="265" y="2486"/>
                    <a:pt x="224" y="2068"/>
                    <a:pt x="224" y="2068"/>
                  </a:cubicBezTo>
                  <a:cubicBezTo>
                    <a:pt x="224" y="2068"/>
                    <a:pt x="0" y="878"/>
                    <a:pt x="33" y="741"/>
                  </a:cubicBezTo>
                  <a:cubicBezTo>
                    <a:pt x="64" y="603"/>
                    <a:pt x="423" y="0"/>
                    <a:pt x="561" y="12"/>
                  </a:cubicBezTo>
                  <a:cubicBezTo>
                    <a:pt x="698" y="22"/>
                    <a:pt x="577" y="398"/>
                    <a:pt x="577" y="398"/>
                  </a:cubicBezTo>
                  <a:cubicBezTo>
                    <a:pt x="577" y="398"/>
                    <a:pt x="772" y="266"/>
                    <a:pt x="841" y="360"/>
                  </a:cubicBezTo>
                  <a:cubicBezTo>
                    <a:pt x="909" y="456"/>
                    <a:pt x="820" y="699"/>
                    <a:pt x="820" y="699"/>
                  </a:cubicBezTo>
                  <a:cubicBezTo>
                    <a:pt x="820" y="699"/>
                    <a:pt x="962" y="619"/>
                    <a:pt x="1000" y="704"/>
                  </a:cubicBezTo>
                  <a:cubicBezTo>
                    <a:pt x="1038" y="788"/>
                    <a:pt x="1011" y="973"/>
                    <a:pt x="1011" y="973"/>
                  </a:cubicBezTo>
                  <a:lnTo>
                    <a:pt x="941" y="1295"/>
                  </a:lnTo>
                  <a:cubicBezTo>
                    <a:pt x="941" y="1295"/>
                    <a:pt x="1031" y="1565"/>
                    <a:pt x="1005" y="1851"/>
                  </a:cubicBezTo>
                  <a:cubicBezTo>
                    <a:pt x="980" y="2136"/>
                    <a:pt x="810" y="2427"/>
                    <a:pt x="810" y="2427"/>
                  </a:cubicBezTo>
                  <a:close/>
                </a:path>
              </a:pathLst>
            </a:custGeom>
            <a:solidFill>
              <a:srgbClr val="4F07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28"/>
            <p:cNvSpPr/>
            <p:nvPr/>
          </p:nvSpPr>
          <p:spPr>
            <a:xfrm>
              <a:off x="-5052118" y="4046387"/>
              <a:ext cx="468734" cy="264899"/>
            </a:xfrm>
            <a:custGeom>
              <a:avLst/>
              <a:gdLst/>
              <a:ahLst/>
              <a:cxnLst/>
              <a:rect l="l" t="t" r="r" b="b"/>
              <a:pathLst>
                <a:path w="2725" h="1540" extrusionOk="0">
                  <a:moveTo>
                    <a:pt x="1970" y="0"/>
                  </a:moveTo>
                  <a:cubicBezTo>
                    <a:pt x="1934" y="143"/>
                    <a:pt x="1811" y="250"/>
                    <a:pt x="1540" y="489"/>
                  </a:cubicBezTo>
                  <a:cubicBezTo>
                    <a:pt x="1267" y="729"/>
                    <a:pt x="69" y="619"/>
                    <a:pt x="17" y="846"/>
                  </a:cubicBezTo>
                  <a:cubicBezTo>
                    <a:pt x="0" y="919"/>
                    <a:pt x="116" y="1043"/>
                    <a:pt x="265" y="1081"/>
                  </a:cubicBezTo>
                  <a:cubicBezTo>
                    <a:pt x="764" y="1208"/>
                    <a:pt x="2502" y="1540"/>
                    <a:pt x="2502" y="1540"/>
                  </a:cubicBezTo>
                  <a:lnTo>
                    <a:pt x="2725" y="273"/>
                  </a:ln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28"/>
            <p:cNvSpPr/>
            <p:nvPr/>
          </p:nvSpPr>
          <p:spPr>
            <a:xfrm>
              <a:off x="-3727794" y="4198102"/>
              <a:ext cx="470798" cy="286229"/>
            </a:xfrm>
            <a:custGeom>
              <a:avLst/>
              <a:gdLst/>
              <a:ahLst/>
              <a:cxnLst/>
              <a:rect l="l" t="t" r="r" b="b"/>
              <a:pathLst>
                <a:path w="2737" h="1664" extrusionOk="0">
                  <a:moveTo>
                    <a:pt x="2186" y="1"/>
                  </a:moveTo>
                  <a:cubicBezTo>
                    <a:pt x="2186" y="1"/>
                    <a:pt x="1745" y="493"/>
                    <a:pt x="1488" y="673"/>
                  </a:cubicBezTo>
                  <a:cubicBezTo>
                    <a:pt x="1086" y="956"/>
                    <a:pt x="326" y="922"/>
                    <a:pt x="197" y="1215"/>
                  </a:cubicBezTo>
                  <a:cubicBezTo>
                    <a:pt x="0" y="1664"/>
                    <a:pt x="2492" y="1441"/>
                    <a:pt x="2580" y="1448"/>
                  </a:cubicBezTo>
                  <a:cubicBezTo>
                    <a:pt x="2737" y="1367"/>
                    <a:pt x="2538" y="461"/>
                    <a:pt x="2538" y="461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28"/>
            <p:cNvSpPr/>
            <p:nvPr/>
          </p:nvSpPr>
          <p:spPr>
            <a:xfrm>
              <a:off x="-4094353" y="1357838"/>
              <a:ext cx="810351" cy="3006778"/>
            </a:xfrm>
            <a:custGeom>
              <a:avLst/>
              <a:gdLst/>
              <a:ahLst/>
              <a:cxnLst/>
              <a:rect l="l" t="t" r="r" b="b"/>
              <a:pathLst>
                <a:path w="4711" h="17480" extrusionOk="0">
                  <a:moveTo>
                    <a:pt x="1007" y="1"/>
                  </a:moveTo>
                  <a:cubicBezTo>
                    <a:pt x="837" y="508"/>
                    <a:pt x="0" y="3032"/>
                    <a:pt x="0" y="3032"/>
                  </a:cubicBezTo>
                  <a:cubicBezTo>
                    <a:pt x="0" y="3032"/>
                    <a:pt x="1264" y="9575"/>
                    <a:pt x="1348" y="9955"/>
                  </a:cubicBezTo>
                  <a:cubicBezTo>
                    <a:pt x="1432" y="10337"/>
                    <a:pt x="3508" y="15068"/>
                    <a:pt x="3768" y="17066"/>
                  </a:cubicBezTo>
                  <a:cubicBezTo>
                    <a:pt x="3923" y="17034"/>
                    <a:pt x="4676" y="17480"/>
                    <a:pt x="4673" y="17300"/>
                  </a:cubicBezTo>
                  <a:cubicBezTo>
                    <a:pt x="4710" y="17197"/>
                    <a:pt x="4669" y="16973"/>
                    <a:pt x="4669" y="16973"/>
                  </a:cubicBezTo>
                  <a:cubicBezTo>
                    <a:pt x="3870" y="14098"/>
                    <a:pt x="4264" y="11515"/>
                    <a:pt x="3126" y="9649"/>
                  </a:cubicBezTo>
                  <a:cubicBezTo>
                    <a:pt x="3378" y="7835"/>
                    <a:pt x="2902" y="3685"/>
                    <a:pt x="2953" y="3499"/>
                  </a:cubicBezTo>
                  <a:cubicBezTo>
                    <a:pt x="3079" y="3033"/>
                    <a:pt x="3489" y="1931"/>
                    <a:pt x="3489" y="1931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28"/>
            <p:cNvSpPr/>
            <p:nvPr/>
          </p:nvSpPr>
          <p:spPr>
            <a:xfrm>
              <a:off x="-4739227" y="1541719"/>
              <a:ext cx="1245198" cy="2609086"/>
            </a:xfrm>
            <a:custGeom>
              <a:avLst/>
              <a:gdLst/>
              <a:ahLst/>
              <a:cxnLst/>
              <a:rect l="l" t="t" r="r" b="b"/>
              <a:pathLst>
                <a:path w="7239" h="15168" extrusionOk="0">
                  <a:moveTo>
                    <a:pt x="3540" y="9"/>
                  </a:moveTo>
                  <a:cubicBezTo>
                    <a:pt x="3331" y="1"/>
                    <a:pt x="1291" y="6233"/>
                    <a:pt x="918" y="7602"/>
                  </a:cubicBezTo>
                  <a:cubicBezTo>
                    <a:pt x="767" y="8159"/>
                    <a:pt x="647" y="13587"/>
                    <a:pt x="0" y="14987"/>
                  </a:cubicBezTo>
                  <a:cubicBezTo>
                    <a:pt x="343" y="15076"/>
                    <a:pt x="504" y="15077"/>
                    <a:pt x="847" y="15167"/>
                  </a:cubicBezTo>
                  <a:cubicBezTo>
                    <a:pt x="1614" y="11225"/>
                    <a:pt x="2463" y="11301"/>
                    <a:pt x="2892" y="8163"/>
                  </a:cubicBezTo>
                  <a:cubicBezTo>
                    <a:pt x="4891" y="4167"/>
                    <a:pt x="6974" y="4359"/>
                    <a:pt x="7239" y="110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28"/>
            <p:cNvSpPr/>
            <p:nvPr/>
          </p:nvSpPr>
          <p:spPr>
            <a:xfrm>
              <a:off x="-4134948" y="-774597"/>
              <a:ext cx="311171" cy="785409"/>
            </a:xfrm>
            <a:custGeom>
              <a:avLst/>
              <a:gdLst/>
              <a:ahLst/>
              <a:cxnLst/>
              <a:rect l="l" t="t" r="r" b="b"/>
              <a:pathLst>
                <a:path w="1809" h="4566" extrusionOk="0">
                  <a:moveTo>
                    <a:pt x="1081" y="1"/>
                  </a:moveTo>
                  <a:cubicBezTo>
                    <a:pt x="1148" y="218"/>
                    <a:pt x="1148" y="408"/>
                    <a:pt x="1208" y="657"/>
                  </a:cubicBezTo>
                  <a:cubicBezTo>
                    <a:pt x="1443" y="1609"/>
                    <a:pt x="1700" y="2689"/>
                    <a:pt x="1809" y="2646"/>
                  </a:cubicBezTo>
                  <a:cubicBezTo>
                    <a:pt x="1645" y="3313"/>
                    <a:pt x="1" y="4566"/>
                    <a:pt x="114" y="3586"/>
                  </a:cubicBezTo>
                  <a:cubicBezTo>
                    <a:pt x="156" y="3216"/>
                    <a:pt x="191" y="1955"/>
                    <a:pt x="195" y="1868"/>
                  </a:cubicBezTo>
                  <a:cubicBezTo>
                    <a:pt x="200" y="1780"/>
                    <a:pt x="1081" y="1"/>
                    <a:pt x="1081" y="1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28"/>
            <p:cNvSpPr/>
            <p:nvPr/>
          </p:nvSpPr>
          <p:spPr>
            <a:xfrm>
              <a:off x="-4501162" y="-1094540"/>
              <a:ext cx="598087" cy="804158"/>
            </a:xfrm>
            <a:custGeom>
              <a:avLst/>
              <a:gdLst/>
              <a:ahLst/>
              <a:cxnLst/>
              <a:rect l="l" t="t" r="r" b="b"/>
              <a:pathLst>
                <a:path w="3477" h="4675" extrusionOk="0">
                  <a:moveTo>
                    <a:pt x="1068" y="4119"/>
                  </a:moveTo>
                  <a:cubicBezTo>
                    <a:pt x="1621" y="4675"/>
                    <a:pt x="2112" y="4503"/>
                    <a:pt x="2647" y="3819"/>
                  </a:cubicBezTo>
                  <a:cubicBezTo>
                    <a:pt x="2761" y="3673"/>
                    <a:pt x="2940" y="2950"/>
                    <a:pt x="2988" y="2770"/>
                  </a:cubicBezTo>
                  <a:cubicBezTo>
                    <a:pt x="3259" y="1758"/>
                    <a:pt x="3477" y="968"/>
                    <a:pt x="2065" y="248"/>
                  </a:cubicBezTo>
                  <a:cubicBezTo>
                    <a:pt x="1579" y="1"/>
                    <a:pt x="1" y="480"/>
                    <a:pt x="21" y="1416"/>
                  </a:cubicBezTo>
                  <a:cubicBezTo>
                    <a:pt x="29" y="1727"/>
                    <a:pt x="84" y="1913"/>
                    <a:pt x="345" y="2423"/>
                  </a:cubicBezTo>
                  <a:cubicBezTo>
                    <a:pt x="396" y="2525"/>
                    <a:pt x="378" y="3184"/>
                    <a:pt x="400" y="3297"/>
                  </a:cubicBezTo>
                  <a:cubicBezTo>
                    <a:pt x="419" y="3392"/>
                    <a:pt x="666" y="3446"/>
                    <a:pt x="689" y="3531"/>
                  </a:cubicBezTo>
                  <a:cubicBezTo>
                    <a:pt x="765" y="3816"/>
                    <a:pt x="863" y="3912"/>
                    <a:pt x="1068" y="4119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28"/>
            <p:cNvSpPr/>
            <p:nvPr/>
          </p:nvSpPr>
          <p:spPr>
            <a:xfrm>
              <a:off x="-4544853" y="-1115009"/>
              <a:ext cx="644015" cy="457725"/>
            </a:xfrm>
            <a:custGeom>
              <a:avLst/>
              <a:gdLst/>
              <a:ahLst/>
              <a:cxnLst/>
              <a:rect l="l" t="t" r="r" b="b"/>
              <a:pathLst>
                <a:path w="3744" h="2661" extrusionOk="0">
                  <a:moveTo>
                    <a:pt x="2603" y="2280"/>
                  </a:moveTo>
                  <a:cubicBezTo>
                    <a:pt x="2914" y="2226"/>
                    <a:pt x="3443" y="2660"/>
                    <a:pt x="3593" y="2635"/>
                  </a:cubicBezTo>
                  <a:cubicBezTo>
                    <a:pt x="3743" y="2609"/>
                    <a:pt x="3678" y="1623"/>
                    <a:pt x="3553" y="1247"/>
                  </a:cubicBezTo>
                  <a:cubicBezTo>
                    <a:pt x="3427" y="872"/>
                    <a:pt x="3051" y="376"/>
                    <a:pt x="2896" y="257"/>
                  </a:cubicBezTo>
                  <a:cubicBezTo>
                    <a:pt x="2740" y="138"/>
                    <a:pt x="2632" y="168"/>
                    <a:pt x="2632" y="168"/>
                  </a:cubicBezTo>
                  <a:cubicBezTo>
                    <a:pt x="2632" y="168"/>
                    <a:pt x="2322" y="12"/>
                    <a:pt x="1864" y="7"/>
                  </a:cubicBezTo>
                  <a:cubicBezTo>
                    <a:pt x="1404" y="1"/>
                    <a:pt x="562" y="604"/>
                    <a:pt x="324" y="853"/>
                  </a:cubicBezTo>
                  <a:cubicBezTo>
                    <a:pt x="86" y="1105"/>
                    <a:pt x="1" y="1105"/>
                    <a:pt x="270" y="1247"/>
                  </a:cubicBezTo>
                  <a:cubicBezTo>
                    <a:pt x="539" y="1391"/>
                    <a:pt x="856" y="1241"/>
                    <a:pt x="1154" y="1456"/>
                  </a:cubicBezTo>
                  <a:cubicBezTo>
                    <a:pt x="1451" y="1671"/>
                    <a:pt x="1871" y="1711"/>
                    <a:pt x="1995" y="1886"/>
                  </a:cubicBezTo>
                  <a:cubicBezTo>
                    <a:pt x="2156" y="2115"/>
                    <a:pt x="2486" y="2301"/>
                    <a:pt x="2603" y="2280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28"/>
            <p:cNvSpPr/>
            <p:nvPr/>
          </p:nvSpPr>
          <p:spPr>
            <a:xfrm>
              <a:off x="-4315217" y="-419736"/>
              <a:ext cx="973419" cy="1810432"/>
            </a:xfrm>
            <a:custGeom>
              <a:avLst/>
              <a:gdLst/>
              <a:ahLst/>
              <a:cxnLst/>
              <a:rect l="l" t="t" r="r" b="b"/>
              <a:pathLst>
                <a:path w="5659" h="10525" extrusionOk="0">
                  <a:moveTo>
                    <a:pt x="2616" y="1"/>
                  </a:moveTo>
                  <a:cubicBezTo>
                    <a:pt x="2353" y="204"/>
                    <a:pt x="792" y="1196"/>
                    <a:pt x="825" y="2072"/>
                  </a:cubicBezTo>
                  <a:cubicBezTo>
                    <a:pt x="854" y="2821"/>
                    <a:pt x="0" y="3854"/>
                    <a:pt x="220" y="4616"/>
                  </a:cubicBezTo>
                  <a:cubicBezTo>
                    <a:pt x="425" y="5328"/>
                    <a:pt x="1118" y="5914"/>
                    <a:pt x="1197" y="6463"/>
                  </a:cubicBezTo>
                  <a:cubicBezTo>
                    <a:pt x="1624" y="9433"/>
                    <a:pt x="1655" y="9006"/>
                    <a:pt x="1421" y="10299"/>
                  </a:cubicBezTo>
                  <a:cubicBezTo>
                    <a:pt x="3035" y="10524"/>
                    <a:pt x="5071" y="10488"/>
                    <a:pt x="5071" y="10488"/>
                  </a:cubicBezTo>
                  <a:cubicBezTo>
                    <a:pt x="4669" y="9104"/>
                    <a:pt x="5658" y="3921"/>
                    <a:pt x="2850" y="352"/>
                  </a:cubicBezTo>
                  <a:cubicBezTo>
                    <a:pt x="2810" y="305"/>
                    <a:pt x="2648" y="49"/>
                    <a:pt x="26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28"/>
            <p:cNvSpPr/>
            <p:nvPr/>
          </p:nvSpPr>
          <p:spPr>
            <a:xfrm>
              <a:off x="-4684871" y="1058709"/>
              <a:ext cx="1404482" cy="2147404"/>
            </a:xfrm>
            <a:custGeom>
              <a:avLst/>
              <a:gdLst/>
              <a:ahLst/>
              <a:cxnLst/>
              <a:rect l="l" t="t" r="r" b="b"/>
              <a:pathLst>
                <a:path w="8165" h="12484" extrusionOk="0">
                  <a:moveTo>
                    <a:pt x="3612" y="245"/>
                  </a:moveTo>
                  <a:cubicBezTo>
                    <a:pt x="3576" y="336"/>
                    <a:pt x="3750" y="1312"/>
                    <a:pt x="3539" y="1805"/>
                  </a:cubicBezTo>
                  <a:cubicBezTo>
                    <a:pt x="2560" y="4107"/>
                    <a:pt x="0" y="11206"/>
                    <a:pt x="275" y="11256"/>
                  </a:cubicBezTo>
                  <a:cubicBezTo>
                    <a:pt x="455" y="11288"/>
                    <a:pt x="2432" y="12398"/>
                    <a:pt x="3807" y="12123"/>
                  </a:cubicBezTo>
                  <a:cubicBezTo>
                    <a:pt x="5182" y="11849"/>
                    <a:pt x="6218" y="12484"/>
                    <a:pt x="6980" y="12272"/>
                  </a:cubicBezTo>
                  <a:cubicBezTo>
                    <a:pt x="7741" y="12060"/>
                    <a:pt x="8165" y="11933"/>
                    <a:pt x="8165" y="11933"/>
                  </a:cubicBezTo>
                  <a:cubicBezTo>
                    <a:pt x="8165" y="11933"/>
                    <a:pt x="7629" y="7806"/>
                    <a:pt x="7388" y="5870"/>
                  </a:cubicBezTo>
                  <a:cubicBezTo>
                    <a:pt x="7987" y="3532"/>
                    <a:pt x="7181" y="666"/>
                    <a:pt x="7099" y="477"/>
                  </a:cubicBezTo>
                  <a:cubicBezTo>
                    <a:pt x="6901" y="15"/>
                    <a:pt x="4158" y="0"/>
                    <a:pt x="3612" y="2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28"/>
            <p:cNvSpPr/>
            <p:nvPr/>
          </p:nvSpPr>
          <p:spPr>
            <a:xfrm>
              <a:off x="-4158169" y="-481660"/>
              <a:ext cx="320115" cy="382212"/>
            </a:xfrm>
            <a:custGeom>
              <a:avLst/>
              <a:gdLst/>
              <a:ahLst/>
              <a:cxnLst/>
              <a:rect l="l" t="t" r="r" b="b"/>
              <a:pathLst>
                <a:path w="1861" h="2222" extrusionOk="0">
                  <a:moveTo>
                    <a:pt x="1772" y="0"/>
                  </a:moveTo>
                  <a:cubicBezTo>
                    <a:pt x="1560" y="117"/>
                    <a:pt x="0" y="1450"/>
                    <a:pt x="0" y="1450"/>
                  </a:cubicBezTo>
                  <a:cubicBezTo>
                    <a:pt x="0" y="1450"/>
                    <a:pt x="165" y="2221"/>
                    <a:pt x="186" y="2185"/>
                  </a:cubicBezTo>
                  <a:cubicBezTo>
                    <a:pt x="206" y="2148"/>
                    <a:pt x="1861" y="446"/>
                    <a:pt x="1861" y="4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28"/>
            <p:cNvSpPr/>
            <p:nvPr/>
          </p:nvSpPr>
          <p:spPr>
            <a:xfrm>
              <a:off x="-4449386" y="-631139"/>
              <a:ext cx="376535" cy="339381"/>
            </a:xfrm>
            <a:custGeom>
              <a:avLst/>
              <a:gdLst/>
              <a:ahLst/>
              <a:cxnLst/>
              <a:rect l="l" t="t" r="r" b="b"/>
              <a:pathLst>
                <a:path w="2189" h="1973" extrusionOk="0">
                  <a:moveTo>
                    <a:pt x="44" y="412"/>
                  </a:moveTo>
                  <a:lnTo>
                    <a:pt x="1185" y="1"/>
                  </a:lnTo>
                  <a:cubicBezTo>
                    <a:pt x="1185" y="1"/>
                    <a:pt x="2188" y="1315"/>
                    <a:pt x="2142" y="1363"/>
                  </a:cubicBezTo>
                  <a:cubicBezTo>
                    <a:pt x="2095" y="1411"/>
                    <a:pt x="1492" y="1972"/>
                    <a:pt x="1313" y="1920"/>
                  </a:cubicBezTo>
                  <a:cubicBezTo>
                    <a:pt x="1133" y="1867"/>
                    <a:pt x="594" y="1407"/>
                    <a:pt x="461" y="1211"/>
                  </a:cubicBezTo>
                  <a:cubicBezTo>
                    <a:pt x="330" y="1016"/>
                    <a:pt x="287" y="863"/>
                    <a:pt x="287" y="863"/>
                  </a:cubicBezTo>
                  <a:cubicBezTo>
                    <a:pt x="287" y="863"/>
                    <a:pt x="76" y="742"/>
                    <a:pt x="38" y="614"/>
                  </a:cubicBezTo>
                  <a:cubicBezTo>
                    <a:pt x="0" y="486"/>
                    <a:pt x="44" y="412"/>
                    <a:pt x="44" y="41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28"/>
            <p:cNvSpPr/>
            <p:nvPr/>
          </p:nvSpPr>
          <p:spPr>
            <a:xfrm>
              <a:off x="-4300940" y="-812268"/>
              <a:ext cx="206243" cy="229465"/>
            </a:xfrm>
            <a:custGeom>
              <a:avLst/>
              <a:gdLst/>
              <a:ahLst/>
              <a:cxnLst/>
              <a:rect l="l" t="t" r="r" b="b"/>
              <a:pathLst>
                <a:path w="1199" h="1334" extrusionOk="0">
                  <a:moveTo>
                    <a:pt x="0" y="1334"/>
                  </a:moveTo>
                  <a:lnTo>
                    <a:pt x="1199" y="0"/>
                  </a:lnTo>
                  <a:lnTo>
                    <a:pt x="1196" y="205"/>
                  </a:lnTo>
                  <a:lnTo>
                    <a:pt x="249" y="12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28"/>
            <p:cNvSpPr/>
            <p:nvPr/>
          </p:nvSpPr>
          <p:spPr>
            <a:xfrm>
              <a:off x="-4114650" y="-750171"/>
              <a:ext cx="125913" cy="360194"/>
            </a:xfrm>
            <a:custGeom>
              <a:avLst/>
              <a:gdLst/>
              <a:ahLst/>
              <a:cxnLst/>
              <a:rect l="l" t="t" r="r" b="b"/>
              <a:pathLst>
                <a:path w="732" h="2094" extrusionOk="0">
                  <a:moveTo>
                    <a:pt x="1" y="2088"/>
                  </a:moveTo>
                  <a:lnTo>
                    <a:pt x="550" y="5"/>
                  </a:lnTo>
                  <a:lnTo>
                    <a:pt x="731" y="1"/>
                  </a:lnTo>
                  <a:lnTo>
                    <a:pt x="154" y="209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28"/>
            <p:cNvSpPr/>
            <p:nvPr/>
          </p:nvSpPr>
          <p:spPr>
            <a:xfrm>
              <a:off x="-4154041" y="-876084"/>
              <a:ext cx="178377" cy="233937"/>
            </a:xfrm>
            <a:custGeom>
              <a:avLst/>
              <a:gdLst/>
              <a:ahLst/>
              <a:cxnLst/>
              <a:rect l="l" t="t" r="r" b="b"/>
              <a:pathLst>
                <a:path w="1037" h="1360" extrusionOk="0">
                  <a:moveTo>
                    <a:pt x="380" y="85"/>
                  </a:moveTo>
                  <a:cubicBezTo>
                    <a:pt x="152" y="169"/>
                    <a:pt x="1" y="501"/>
                    <a:pt x="101" y="867"/>
                  </a:cubicBezTo>
                  <a:cubicBezTo>
                    <a:pt x="203" y="1234"/>
                    <a:pt x="381" y="1359"/>
                    <a:pt x="611" y="1276"/>
                  </a:cubicBezTo>
                  <a:cubicBezTo>
                    <a:pt x="839" y="1192"/>
                    <a:pt x="1036" y="922"/>
                    <a:pt x="934" y="555"/>
                  </a:cubicBezTo>
                  <a:cubicBezTo>
                    <a:pt x="834" y="188"/>
                    <a:pt x="608" y="0"/>
                    <a:pt x="380" y="85"/>
                  </a:cubicBezTo>
                  <a:close/>
                </a:path>
              </a:pathLst>
            </a:custGeom>
            <a:solidFill>
              <a:srgbClr val="FFA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28"/>
            <p:cNvSpPr/>
            <p:nvPr/>
          </p:nvSpPr>
          <p:spPr>
            <a:xfrm>
              <a:off x="-4464523" y="-751031"/>
              <a:ext cx="187666" cy="63473"/>
            </a:xfrm>
            <a:custGeom>
              <a:avLst/>
              <a:gdLst/>
              <a:ahLst/>
              <a:cxnLst/>
              <a:rect l="l" t="t" r="r" b="b"/>
              <a:pathLst>
                <a:path w="1091" h="369" extrusionOk="0">
                  <a:moveTo>
                    <a:pt x="132" y="306"/>
                  </a:moveTo>
                  <a:cubicBezTo>
                    <a:pt x="267" y="242"/>
                    <a:pt x="1090" y="198"/>
                    <a:pt x="847" y="103"/>
                  </a:cubicBezTo>
                  <a:cubicBezTo>
                    <a:pt x="583" y="0"/>
                    <a:pt x="142" y="73"/>
                    <a:pt x="34" y="216"/>
                  </a:cubicBezTo>
                  <a:cubicBezTo>
                    <a:pt x="33" y="217"/>
                    <a:pt x="0" y="368"/>
                    <a:pt x="132" y="306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28"/>
            <p:cNvSpPr/>
            <p:nvPr/>
          </p:nvSpPr>
          <p:spPr>
            <a:xfrm>
              <a:off x="-4423584" y="-695987"/>
              <a:ext cx="103207" cy="67085"/>
            </a:xfrm>
            <a:custGeom>
              <a:avLst/>
              <a:gdLst/>
              <a:ahLst/>
              <a:cxnLst/>
              <a:rect l="l" t="t" r="r" b="b"/>
              <a:pathLst>
                <a:path w="600" h="390" extrusionOk="0">
                  <a:moveTo>
                    <a:pt x="518" y="1"/>
                  </a:moveTo>
                  <a:cubicBezTo>
                    <a:pt x="599" y="348"/>
                    <a:pt x="0" y="389"/>
                    <a:pt x="8" y="93"/>
                  </a:cubicBezTo>
                  <a:cubicBezTo>
                    <a:pt x="233" y="229"/>
                    <a:pt x="351" y="192"/>
                    <a:pt x="5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28"/>
            <p:cNvSpPr/>
            <p:nvPr/>
          </p:nvSpPr>
          <p:spPr>
            <a:xfrm>
              <a:off x="-4587512" y="-1201359"/>
              <a:ext cx="1138379" cy="1244338"/>
            </a:xfrm>
            <a:custGeom>
              <a:avLst/>
              <a:gdLst/>
              <a:ahLst/>
              <a:cxnLst/>
              <a:rect l="l" t="t" r="r" b="b"/>
              <a:pathLst>
                <a:path w="6618" h="7234" extrusionOk="0">
                  <a:moveTo>
                    <a:pt x="1943" y="2876"/>
                  </a:moveTo>
                  <a:cubicBezTo>
                    <a:pt x="2525" y="3300"/>
                    <a:pt x="2747" y="2950"/>
                    <a:pt x="3118" y="3316"/>
                  </a:cubicBezTo>
                  <a:cubicBezTo>
                    <a:pt x="3489" y="3680"/>
                    <a:pt x="3241" y="4007"/>
                    <a:pt x="3454" y="4826"/>
                  </a:cubicBezTo>
                  <a:cubicBezTo>
                    <a:pt x="3667" y="5647"/>
                    <a:pt x="3499" y="5393"/>
                    <a:pt x="4461" y="5773"/>
                  </a:cubicBezTo>
                  <a:cubicBezTo>
                    <a:pt x="5423" y="6155"/>
                    <a:pt x="5312" y="6737"/>
                    <a:pt x="5573" y="6985"/>
                  </a:cubicBezTo>
                  <a:cubicBezTo>
                    <a:pt x="5835" y="7233"/>
                    <a:pt x="6427" y="7021"/>
                    <a:pt x="6522" y="6228"/>
                  </a:cubicBezTo>
                  <a:cubicBezTo>
                    <a:pt x="6618" y="5436"/>
                    <a:pt x="5825" y="5308"/>
                    <a:pt x="5551" y="4547"/>
                  </a:cubicBezTo>
                  <a:cubicBezTo>
                    <a:pt x="5276" y="3785"/>
                    <a:pt x="5730" y="3489"/>
                    <a:pt x="5497" y="2686"/>
                  </a:cubicBezTo>
                  <a:cubicBezTo>
                    <a:pt x="5264" y="1882"/>
                    <a:pt x="4946" y="2136"/>
                    <a:pt x="4598" y="1544"/>
                  </a:cubicBezTo>
                  <a:cubicBezTo>
                    <a:pt x="4250" y="951"/>
                    <a:pt x="4756" y="993"/>
                    <a:pt x="4048" y="498"/>
                  </a:cubicBezTo>
                  <a:cubicBezTo>
                    <a:pt x="3339" y="0"/>
                    <a:pt x="2715" y="32"/>
                    <a:pt x="2007" y="213"/>
                  </a:cubicBezTo>
                  <a:cubicBezTo>
                    <a:pt x="1298" y="392"/>
                    <a:pt x="631" y="794"/>
                    <a:pt x="420" y="1153"/>
                  </a:cubicBezTo>
                  <a:cubicBezTo>
                    <a:pt x="209" y="1514"/>
                    <a:pt x="0" y="1845"/>
                    <a:pt x="522" y="2038"/>
                  </a:cubicBezTo>
                  <a:cubicBezTo>
                    <a:pt x="1780" y="2506"/>
                    <a:pt x="1051" y="2226"/>
                    <a:pt x="1943" y="2876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28"/>
            <p:cNvSpPr/>
            <p:nvPr/>
          </p:nvSpPr>
          <p:spPr>
            <a:xfrm>
              <a:off x="-4453515" y="-520019"/>
              <a:ext cx="178721" cy="424871"/>
            </a:xfrm>
            <a:custGeom>
              <a:avLst/>
              <a:gdLst/>
              <a:ahLst/>
              <a:cxnLst/>
              <a:rect l="l" t="t" r="r" b="b"/>
              <a:pathLst>
                <a:path w="1039" h="2470" extrusionOk="0">
                  <a:moveTo>
                    <a:pt x="244" y="2469"/>
                  </a:moveTo>
                  <a:cubicBezTo>
                    <a:pt x="263" y="2299"/>
                    <a:pt x="224" y="1883"/>
                    <a:pt x="224" y="1883"/>
                  </a:cubicBezTo>
                  <a:cubicBezTo>
                    <a:pt x="224" y="1883"/>
                    <a:pt x="0" y="692"/>
                    <a:pt x="32" y="555"/>
                  </a:cubicBezTo>
                  <a:cubicBezTo>
                    <a:pt x="63" y="418"/>
                    <a:pt x="324" y="80"/>
                    <a:pt x="461" y="90"/>
                  </a:cubicBezTo>
                  <a:cubicBezTo>
                    <a:pt x="598" y="101"/>
                    <a:pt x="577" y="212"/>
                    <a:pt x="577" y="212"/>
                  </a:cubicBezTo>
                  <a:cubicBezTo>
                    <a:pt x="577" y="212"/>
                    <a:pt x="763" y="0"/>
                    <a:pt x="831" y="96"/>
                  </a:cubicBezTo>
                  <a:cubicBezTo>
                    <a:pt x="900" y="191"/>
                    <a:pt x="821" y="513"/>
                    <a:pt x="821" y="513"/>
                  </a:cubicBezTo>
                  <a:cubicBezTo>
                    <a:pt x="821" y="513"/>
                    <a:pt x="964" y="434"/>
                    <a:pt x="1001" y="518"/>
                  </a:cubicBezTo>
                  <a:cubicBezTo>
                    <a:pt x="1038" y="603"/>
                    <a:pt x="1012" y="788"/>
                    <a:pt x="1012" y="788"/>
                  </a:cubicBezTo>
                  <a:lnTo>
                    <a:pt x="884" y="1052"/>
                  </a:lnTo>
                  <a:cubicBezTo>
                    <a:pt x="884" y="1052"/>
                    <a:pt x="966" y="1146"/>
                    <a:pt x="940" y="1433"/>
                  </a:cubicBezTo>
                  <a:cubicBezTo>
                    <a:pt x="914" y="1718"/>
                    <a:pt x="840" y="2116"/>
                    <a:pt x="840" y="2116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28"/>
            <p:cNvSpPr/>
            <p:nvPr/>
          </p:nvSpPr>
          <p:spPr>
            <a:xfrm>
              <a:off x="-3734331" y="4332616"/>
              <a:ext cx="472174" cy="128493"/>
            </a:xfrm>
            <a:custGeom>
              <a:avLst/>
              <a:gdLst/>
              <a:ahLst/>
              <a:cxnLst/>
              <a:rect l="l" t="t" r="r" b="b"/>
              <a:pathLst>
                <a:path w="2745" h="747" extrusionOk="0">
                  <a:moveTo>
                    <a:pt x="2730" y="323"/>
                  </a:moveTo>
                  <a:cubicBezTo>
                    <a:pt x="2676" y="318"/>
                    <a:pt x="1556" y="465"/>
                    <a:pt x="1339" y="322"/>
                  </a:cubicBezTo>
                  <a:cubicBezTo>
                    <a:pt x="1122" y="180"/>
                    <a:pt x="1197" y="21"/>
                    <a:pt x="983" y="11"/>
                  </a:cubicBezTo>
                  <a:cubicBezTo>
                    <a:pt x="773" y="0"/>
                    <a:pt x="169" y="196"/>
                    <a:pt x="85" y="370"/>
                  </a:cubicBezTo>
                  <a:cubicBezTo>
                    <a:pt x="1" y="545"/>
                    <a:pt x="80" y="662"/>
                    <a:pt x="196" y="704"/>
                  </a:cubicBezTo>
                  <a:cubicBezTo>
                    <a:pt x="313" y="746"/>
                    <a:pt x="2745" y="714"/>
                    <a:pt x="2745" y="7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28"/>
            <p:cNvSpPr/>
            <p:nvPr/>
          </p:nvSpPr>
          <p:spPr>
            <a:xfrm>
              <a:off x="-5068975" y="4139102"/>
              <a:ext cx="462886" cy="208307"/>
            </a:xfrm>
            <a:custGeom>
              <a:avLst/>
              <a:gdLst/>
              <a:ahLst/>
              <a:cxnLst/>
              <a:rect l="l" t="t" r="r" b="b"/>
              <a:pathLst>
                <a:path w="2691" h="1211" extrusionOk="0">
                  <a:moveTo>
                    <a:pt x="2690" y="829"/>
                  </a:moveTo>
                  <a:cubicBezTo>
                    <a:pt x="2642" y="809"/>
                    <a:pt x="1522" y="655"/>
                    <a:pt x="1351" y="461"/>
                  </a:cubicBezTo>
                  <a:cubicBezTo>
                    <a:pt x="1180" y="266"/>
                    <a:pt x="1292" y="132"/>
                    <a:pt x="1092" y="67"/>
                  </a:cubicBezTo>
                  <a:cubicBezTo>
                    <a:pt x="891" y="1"/>
                    <a:pt x="258" y="31"/>
                    <a:pt x="129" y="177"/>
                  </a:cubicBezTo>
                  <a:cubicBezTo>
                    <a:pt x="1" y="323"/>
                    <a:pt x="47" y="457"/>
                    <a:pt x="149" y="528"/>
                  </a:cubicBezTo>
                  <a:cubicBezTo>
                    <a:pt x="249" y="599"/>
                    <a:pt x="2604" y="1210"/>
                    <a:pt x="2604" y="12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28"/>
            <p:cNvSpPr/>
            <p:nvPr/>
          </p:nvSpPr>
          <p:spPr>
            <a:xfrm>
              <a:off x="-4090396" y="-269913"/>
              <a:ext cx="836497" cy="1612445"/>
            </a:xfrm>
            <a:custGeom>
              <a:avLst/>
              <a:gdLst/>
              <a:ahLst/>
              <a:cxnLst/>
              <a:rect l="l" t="t" r="r" b="b"/>
              <a:pathLst>
                <a:path w="4863" h="9374" extrusionOk="0">
                  <a:moveTo>
                    <a:pt x="4751" y="9111"/>
                  </a:moveTo>
                  <a:cubicBezTo>
                    <a:pt x="4745" y="9086"/>
                    <a:pt x="2638" y="937"/>
                    <a:pt x="2050" y="404"/>
                  </a:cubicBezTo>
                  <a:cubicBezTo>
                    <a:pt x="1974" y="334"/>
                    <a:pt x="1891" y="280"/>
                    <a:pt x="1806" y="239"/>
                  </a:cubicBezTo>
                  <a:cubicBezTo>
                    <a:pt x="1576" y="129"/>
                    <a:pt x="1324" y="116"/>
                    <a:pt x="1092" y="172"/>
                  </a:cubicBezTo>
                  <a:cubicBezTo>
                    <a:pt x="859" y="228"/>
                    <a:pt x="647" y="351"/>
                    <a:pt x="502" y="512"/>
                  </a:cubicBezTo>
                  <a:cubicBezTo>
                    <a:pt x="446" y="572"/>
                    <a:pt x="402" y="639"/>
                    <a:pt x="368" y="710"/>
                  </a:cubicBezTo>
                  <a:cubicBezTo>
                    <a:pt x="114" y="1237"/>
                    <a:pt x="179" y="9350"/>
                    <a:pt x="179" y="9373"/>
                  </a:cubicBezTo>
                  <a:lnTo>
                    <a:pt x="66" y="9373"/>
                  </a:lnTo>
                  <a:cubicBezTo>
                    <a:pt x="66" y="9350"/>
                    <a:pt x="1" y="1212"/>
                    <a:pt x="267" y="662"/>
                  </a:cubicBezTo>
                  <a:cubicBezTo>
                    <a:pt x="305" y="581"/>
                    <a:pt x="357" y="507"/>
                    <a:pt x="419" y="436"/>
                  </a:cubicBezTo>
                  <a:cubicBezTo>
                    <a:pt x="580" y="259"/>
                    <a:pt x="812" y="122"/>
                    <a:pt x="1066" y="62"/>
                  </a:cubicBezTo>
                  <a:cubicBezTo>
                    <a:pt x="1321" y="1"/>
                    <a:pt x="1600" y="15"/>
                    <a:pt x="1854" y="139"/>
                  </a:cubicBezTo>
                  <a:cubicBezTo>
                    <a:pt x="1949" y="183"/>
                    <a:pt x="2041" y="244"/>
                    <a:pt x="2127" y="321"/>
                  </a:cubicBezTo>
                  <a:cubicBezTo>
                    <a:pt x="2740" y="876"/>
                    <a:pt x="4855" y="9061"/>
                    <a:pt x="4862" y="90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28"/>
            <p:cNvSpPr/>
            <p:nvPr/>
          </p:nvSpPr>
          <p:spPr>
            <a:xfrm>
              <a:off x="-4096073" y="1149015"/>
              <a:ext cx="960002" cy="816715"/>
            </a:xfrm>
            <a:custGeom>
              <a:avLst/>
              <a:gdLst/>
              <a:ahLst/>
              <a:cxnLst/>
              <a:rect l="l" t="t" r="r" b="b"/>
              <a:pathLst>
                <a:path w="5581" h="4748" extrusionOk="0">
                  <a:moveTo>
                    <a:pt x="4852" y="0"/>
                  </a:moveTo>
                  <a:cubicBezTo>
                    <a:pt x="4215" y="93"/>
                    <a:pt x="1" y="672"/>
                    <a:pt x="1" y="672"/>
                  </a:cubicBezTo>
                  <a:cubicBezTo>
                    <a:pt x="1" y="672"/>
                    <a:pt x="94" y="4748"/>
                    <a:pt x="203" y="4748"/>
                  </a:cubicBezTo>
                  <a:cubicBezTo>
                    <a:pt x="312" y="4748"/>
                    <a:pt x="5580" y="4126"/>
                    <a:pt x="5580" y="412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28"/>
            <p:cNvSpPr/>
            <p:nvPr/>
          </p:nvSpPr>
          <p:spPr>
            <a:xfrm>
              <a:off x="-4553970" y="-323581"/>
              <a:ext cx="901173" cy="1217504"/>
            </a:xfrm>
            <a:custGeom>
              <a:avLst/>
              <a:gdLst/>
              <a:ahLst/>
              <a:cxnLst/>
              <a:rect l="l" t="t" r="r" b="b"/>
              <a:pathLst>
                <a:path w="5239" h="7078" extrusionOk="0">
                  <a:moveTo>
                    <a:pt x="4689" y="2609"/>
                  </a:moveTo>
                  <a:cubicBezTo>
                    <a:pt x="5238" y="1412"/>
                    <a:pt x="4361" y="0"/>
                    <a:pt x="3639" y="642"/>
                  </a:cubicBezTo>
                  <a:cubicBezTo>
                    <a:pt x="2917" y="1285"/>
                    <a:pt x="1463" y="4609"/>
                    <a:pt x="1484" y="4483"/>
                  </a:cubicBezTo>
                  <a:cubicBezTo>
                    <a:pt x="1504" y="4358"/>
                    <a:pt x="1491" y="998"/>
                    <a:pt x="1420" y="971"/>
                  </a:cubicBezTo>
                  <a:lnTo>
                    <a:pt x="806" y="738"/>
                  </a:lnTo>
                  <a:cubicBezTo>
                    <a:pt x="806" y="738"/>
                    <a:pt x="1" y="5135"/>
                    <a:pt x="783" y="5980"/>
                  </a:cubicBezTo>
                  <a:cubicBezTo>
                    <a:pt x="1798" y="7078"/>
                    <a:pt x="3838" y="3600"/>
                    <a:pt x="4689" y="2609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28"/>
            <p:cNvSpPr/>
            <p:nvPr/>
          </p:nvSpPr>
          <p:spPr>
            <a:xfrm>
              <a:off x="-4171586" y="-386366"/>
              <a:ext cx="495568" cy="826004"/>
            </a:xfrm>
            <a:custGeom>
              <a:avLst/>
              <a:gdLst/>
              <a:ahLst/>
              <a:cxnLst/>
              <a:rect l="l" t="t" r="r" b="b"/>
              <a:pathLst>
                <a:path w="2881" h="4802" extrusionOk="0">
                  <a:moveTo>
                    <a:pt x="0" y="3342"/>
                  </a:moveTo>
                  <a:lnTo>
                    <a:pt x="1607" y="4802"/>
                  </a:lnTo>
                  <a:cubicBezTo>
                    <a:pt x="1607" y="4802"/>
                    <a:pt x="2645" y="3339"/>
                    <a:pt x="2728" y="2475"/>
                  </a:cubicBezTo>
                  <a:cubicBezTo>
                    <a:pt x="2881" y="904"/>
                    <a:pt x="1764" y="0"/>
                    <a:pt x="972" y="1237"/>
                  </a:cubicBezTo>
                  <a:cubicBezTo>
                    <a:pt x="540" y="1914"/>
                    <a:pt x="0" y="3342"/>
                    <a:pt x="0" y="334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09" name="Google Shape;26309;p28"/>
          <p:cNvGrpSpPr/>
          <p:nvPr/>
        </p:nvGrpSpPr>
        <p:grpSpPr>
          <a:xfrm>
            <a:off x="-10" y="1947151"/>
            <a:ext cx="1188114" cy="3211850"/>
            <a:chOff x="-2401422" y="-1299750"/>
            <a:chExt cx="2153941" cy="5822788"/>
          </a:xfrm>
        </p:grpSpPr>
        <p:sp>
          <p:nvSpPr>
            <p:cNvPr id="26310" name="Google Shape;26310;p28"/>
            <p:cNvSpPr/>
            <p:nvPr/>
          </p:nvSpPr>
          <p:spPr>
            <a:xfrm>
              <a:off x="-2401422" y="4270696"/>
              <a:ext cx="2153941" cy="252342"/>
            </a:xfrm>
            <a:custGeom>
              <a:avLst/>
              <a:gdLst/>
              <a:ahLst/>
              <a:cxnLst/>
              <a:rect l="l" t="t" r="r" b="b"/>
              <a:pathLst>
                <a:path w="12522" h="1467" extrusionOk="0">
                  <a:moveTo>
                    <a:pt x="12521" y="733"/>
                  </a:moveTo>
                  <a:cubicBezTo>
                    <a:pt x="12521" y="1138"/>
                    <a:pt x="9719" y="1467"/>
                    <a:pt x="6260" y="1467"/>
                  </a:cubicBezTo>
                  <a:cubicBezTo>
                    <a:pt x="2803" y="1467"/>
                    <a:pt x="0" y="1139"/>
                    <a:pt x="0" y="733"/>
                  </a:cubicBezTo>
                  <a:cubicBezTo>
                    <a:pt x="0" y="328"/>
                    <a:pt x="2803" y="1"/>
                    <a:pt x="6260" y="1"/>
                  </a:cubicBezTo>
                  <a:cubicBezTo>
                    <a:pt x="9719" y="1"/>
                    <a:pt x="12521" y="328"/>
                    <a:pt x="12521" y="733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28"/>
            <p:cNvSpPr/>
            <p:nvPr/>
          </p:nvSpPr>
          <p:spPr>
            <a:xfrm rot="2493834">
              <a:off x="-619099" y="-563458"/>
              <a:ext cx="161692" cy="262835"/>
            </a:xfrm>
            <a:custGeom>
              <a:avLst/>
              <a:gdLst/>
              <a:ahLst/>
              <a:cxnLst/>
              <a:rect l="l" t="t" r="r" b="b"/>
              <a:pathLst>
                <a:path w="940" h="1528" extrusionOk="0">
                  <a:moveTo>
                    <a:pt x="866" y="1382"/>
                  </a:moveTo>
                  <a:cubicBezTo>
                    <a:pt x="841" y="1139"/>
                    <a:pt x="918" y="637"/>
                    <a:pt x="930" y="486"/>
                  </a:cubicBezTo>
                  <a:cubicBezTo>
                    <a:pt x="940" y="335"/>
                    <a:pt x="851" y="240"/>
                    <a:pt x="851" y="240"/>
                  </a:cubicBezTo>
                  <a:lnTo>
                    <a:pt x="741" y="68"/>
                  </a:lnTo>
                  <a:cubicBezTo>
                    <a:pt x="696" y="1"/>
                    <a:pt x="618" y="66"/>
                    <a:pt x="508" y="40"/>
                  </a:cubicBezTo>
                  <a:cubicBezTo>
                    <a:pt x="397" y="15"/>
                    <a:pt x="141" y="105"/>
                    <a:pt x="74" y="135"/>
                  </a:cubicBezTo>
                  <a:cubicBezTo>
                    <a:pt x="7" y="165"/>
                    <a:pt x="8" y="611"/>
                    <a:pt x="24" y="692"/>
                  </a:cubicBezTo>
                  <a:cubicBezTo>
                    <a:pt x="40" y="772"/>
                    <a:pt x="116" y="746"/>
                    <a:pt x="116" y="746"/>
                  </a:cubicBezTo>
                  <a:lnTo>
                    <a:pt x="152" y="718"/>
                  </a:lnTo>
                  <a:lnTo>
                    <a:pt x="244" y="565"/>
                  </a:lnTo>
                  <a:cubicBezTo>
                    <a:pt x="244" y="565"/>
                    <a:pt x="0" y="1042"/>
                    <a:pt x="102" y="1285"/>
                  </a:cubicBezTo>
                  <a:cubicBezTo>
                    <a:pt x="204" y="1527"/>
                    <a:pt x="417" y="1526"/>
                    <a:pt x="417" y="1526"/>
                  </a:cubicBezTo>
                  <a:close/>
                </a:path>
              </a:pathLst>
            </a:custGeom>
            <a:solidFill>
              <a:srgbClr val="FDA2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28"/>
            <p:cNvSpPr/>
            <p:nvPr/>
          </p:nvSpPr>
          <p:spPr>
            <a:xfrm>
              <a:off x="-1248751" y="-515203"/>
              <a:ext cx="977203" cy="1406718"/>
            </a:xfrm>
            <a:custGeom>
              <a:avLst/>
              <a:gdLst/>
              <a:ahLst/>
              <a:cxnLst/>
              <a:rect l="l" t="t" r="r" b="b"/>
              <a:pathLst>
                <a:path w="5681" h="8178" extrusionOk="0">
                  <a:moveTo>
                    <a:pt x="550" y="2609"/>
                  </a:moveTo>
                  <a:cubicBezTo>
                    <a:pt x="0" y="1412"/>
                    <a:pt x="879" y="0"/>
                    <a:pt x="1600" y="643"/>
                  </a:cubicBezTo>
                  <a:cubicBezTo>
                    <a:pt x="2322" y="1285"/>
                    <a:pt x="3799" y="5173"/>
                    <a:pt x="3778" y="5048"/>
                  </a:cubicBezTo>
                  <a:cubicBezTo>
                    <a:pt x="3757" y="4923"/>
                    <a:pt x="3747" y="998"/>
                    <a:pt x="3817" y="972"/>
                  </a:cubicBezTo>
                  <a:lnTo>
                    <a:pt x="4431" y="739"/>
                  </a:lnTo>
                  <a:cubicBezTo>
                    <a:pt x="4431" y="739"/>
                    <a:pt x="5680" y="6235"/>
                    <a:pt x="4898" y="7082"/>
                  </a:cubicBezTo>
                  <a:cubicBezTo>
                    <a:pt x="3886" y="8177"/>
                    <a:pt x="1145" y="4531"/>
                    <a:pt x="550" y="26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28"/>
            <p:cNvSpPr/>
            <p:nvPr/>
          </p:nvSpPr>
          <p:spPr>
            <a:xfrm>
              <a:off x="-1139351" y="4103323"/>
              <a:ext cx="443276" cy="242882"/>
            </a:xfrm>
            <a:custGeom>
              <a:avLst/>
              <a:gdLst/>
              <a:ahLst/>
              <a:cxnLst/>
              <a:rect l="l" t="t" r="r" b="b"/>
              <a:pathLst>
                <a:path w="2577" h="1412" extrusionOk="0">
                  <a:moveTo>
                    <a:pt x="1042" y="1"/>
                  </a:moveTo>
                  <a:cubicBezTo>
                    <a:pt x="1047" y="148"/>
                    <a:pt x="940" y="260"/>
                    <a:pt x="1158" y="551"/>
                  </a:cubicBezTo>
                  <a:cubicBezTo>
                    <a:pt x="1375" y="842"/>
                    <a:pt x="2570" y="980"/>
                    <a:pt x="2575" y="1211"/>
                  </a:cubicBezTo>
                  <a:cubicBezTo>
                    <a:pt x="2576" y="1287"/>
                    <a:pt x="2436" y="1384"/>
                    <a:pt x="2284" y="1390"/>
                  </a:cubicBezTo>
                  <a:cubicBezTo>
                    <a:pt x="1769" y="1412"/>
                    <a:pt x="1" y="1380"/>
                    <a:pt x="1" y="1380"/>
                  </a:cubicBezTo>
                  <a:lnTo>
                    <a:pt x="43" y="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28"/>
            <p:cNvSpPr/>
            <p:nvPr/>
          </p:nvSpPr>
          <p:spPr>
            <a:xfrm>
              <a:off x="-1416291" y="1216100"/>
              <a:ext cx="753415" cy="2961711"/>
            </a:xfrm>
            <a:custGeom>
              <a:avLst/>
              <a:gdLst/>
              <a:ahLst/>
              <a:cxnLst/>
              <a:rect l="l" t="t" r="r" b="b"/>
              <a:pathLst>
                <a:path w="4380" h="17218" extrusionOk="0">
                  <a:moveTo>
                    <a:pt x="2483" y="1"/>
                  </a:moveTo>
                  <a:cubicBezTo>
                    <a:pt x="2653" y="509"/>
                    <a:pt x="4379" y="2821"/>
                    <a:pt x="4379" y="2821"/>
                  </a:cubicBezTo>
                  <a:cubicBezTo>
                    <a:pt x="4379" y="2821"/>
                    <a:pt x="3752" y="11084"/>
                    <a:pt x="3668" y="11465"/>
                  </a:cubicBezTo>
                  <a:cubicBezTo>
                    <a:pt x="3584" y="11846"/>
                    <a:pt x="2737" y="17218"/>
                    <a:pt x="2737" y="17218"/>
                  </a:cubicBezTo>
                  <a:lnTo>
                    <a:pt x="1595" y="17175"/>
                  </a:lnTo>
                  <a:lnTo>
                    <a:pt x="1615" y="8893"/>
                  </a:lnTo>
                  <a:cubicBezTo>
                    <a:pt x="1363" y="7079"/>
                    <a:pt x="587" y="3684"/>
                    <a:pt x="537" y="3498"/>
                  </a:cubicBezTo>
                  <a:cubicBezTo>
                    <a:pt x="410" y="3033"/>
                    <a:pt x="0" y="1930"/>
                    <a:pt x="0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28"/>
            <p:cNvSpPr/>
            <p:nvPr/>
          </p:nvSpPr>
          <p:spPr>
            <a:xfrm>
              <a:off x="-1735546" y="3761707"/>
              <a:ext cx="264383" cy="489892"/>
            </a:xfrm>
            <a:custGeom>
              <a:avLst/>
              <a:gdLst/>
              <a:ahLst/>
              <a:cxnLst/>
              <a:rect l="l" t="t" r="r" b="b"/>
              <a:pathLst>
                <a:path w="1537" h="2848" extrusionOk="0">
                  <a:moveTo>
                    <a:pt x="1536" y="500"/>
                  </a:moveTo>
                  <a:cubicBezTo>
                    <a:pt x="1536" y="500"/>
                    <a:pt x="1215" y="718"/>
                    <a:pt x="1074" y="997"/>
                  </a:cubicBezTo>
                  <a:cubicBezTo>
                    <a:pt x="852" y="1438"/>
                    <a:pt x="896" y="2475"/>
                    <a:pt x="624" y="2645"/>
                  </a:cubicBezTo>
                  <a:cubicBezTo>
                    <a:pt x="300" y="2848"/>
                    <a:pt x="251" y="1780"/>
                    <a:pt x="248" y="1765"/>
                  </a:cubicBezTo>
                  <a:cubicBezTo>
                    <a:pt x="213" y="1622"/>
                    <a:pt x="1" y="366"/>
                    <a:pt x="111" y="305"/>
                  </a:cubicBezTo>
                  <a:cubicBezTo>
                    <a:pt x="220" y="244"/>
                    <a:pt x="1055" y="1"/>
                    <a:pt x="10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28"/>
            <p:cNvSpPr/>
            <p:nvPr/>
          </p:nvSpPr>
          <p:spPr>
            <a:xfrm>
              <a:off x="-1622362" y="1389488"/>
              <a:ext cx="1008853" cy="2490053"/>
            </a:xfrm>
            <a:custGeom>
              <a:avLst/>
              <a:gdLst/>
              <a:ahLst/>
              <a:cxnLst/>
              <a:rect l="l" t="t" r="r" b="b"/>
              <a:pathLst>
                <a:path w="5865" h="14476" extrusionOk="0">
                  <a:moveTo>
                    <a:pt x="5585" y="8"/>
                  </a:moveTo>
                  <a:cubicBezTo>
                    <a:pt x="5794" y="0"/>
                    <a:pt x="5772" y="3700"/>
                    <a:pt x="5745" y="5967"/>
                  </a:cubicBezTo>
                  <a:cubicBezTo>
                    <a:pt x="5727" y="7380"/>
                    <a:pt x="5864" y="8028"/>
                    <a:pt x="4994" y="9119"/>
                  </a:cubicBezTo>
                  <a:lnTo>
                    <a:pt x="720" y="14475"/>
                  </a:lnTo>
                  <a:lnTo>
                    <a:pt x="1" y="13884"/>
                  </a:lnTo>
                  <a:lnTo>
                    <a:pt x="3624" y="7558"/>
                  </a:lnTo>
                  <a:lnTo>
                    <a:pt x="1357" y="13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28"/>
            <p:cNvSpPr/>
            <p:nvPr/>
          </p:nvSpPr>
          <p:spPr>
            <a:xfrm>
              <a:off x="-1086715" y="-916163"/>
              <a:ext cx="311171" cy="785409"/>
            </a:xfrm>
            <a:custGeom>
              <a:avLst/>
              <a:gdLst/>
              <a:ahLst/>
              <a:cxnLst/>
              <a:rect l="l" t="t" r="r" b="b"/>
              <a:pathLst>
                <a:path w="1809" h="4566" extrusionOk="0">
                  <a:moveTo>
                    <a:pt x="728" y="0"/>
                  </a:moveTo>
                  <a:cubicBezTo>
                    <a:pt x="662" y="218"/>
                    <a:pt x="662" y="407"/>
                    <a:pt x="601" y="656"/>
                  </a:cubicBezTo>
                  <a:cubicBezTo>
                    <a:pt x="367" y="1608"/>
                    <a:pt x="109" y="2689"/>
                    <a:pt x="0" y="2645"/>
                  </a:cubicBezTo>
                  <a:cubicBezTo>
                    <a:pt x="164" y="3312"/>
                    <a:pt x="1808" y="4565"/>
                    <a:pt x="1695" y="3585"/>
                  </a:cubicBezTo>
                  <a:cubicBezTo>
                    <a:pt x="1653" y="3215"/>
                    <a:pt x="1618" y="1954"/>
                    <a:pt x="1615" y="1867"/>
                  </a:cubicBezTo>
                  <a:cubicBezTo>
                    <a:pt x="1611" y="1780"/>
                    <a:pt x="728" y="0"/>
                    <a:pt x="728" y="0"/>
                  </a:cubicBezTo>
                  <a:close/>
                </a:path>
              </a:pathLst>
            </a:custGeom>
            <a:solidFill>
              <a:srgbClr val="FDA2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28"/>
            <p:cNvSpPr/>
            <p:nvPr/>
          </p:nvSpPr>
          <p:spPr>
            <a:xfrm>
              <a:off x="-1007246" y="-1236106"/>
              <a:ext cx="598087" cy="804158"/>
            </a:xfrm>
            <a:custGeom>
              <a:avLst/>
              <a:gdLst/>
              <a:ahLst/>
              <a:cxnLst/>
              <a:rect l="l" t="t" r="r" b="b"/>
              <a:pathLst>
                <a:path w="3477" h="4675" extrusionOk="0">
                  <a:moveTo>
                    <a:pt x="2409" y="4119"/>
                  </a:moveTo>
                  <a:cubicBezTo>
                    <a:pt x="1856" y="4674"/>
                    <a:pt x="1366" y="4502"/>
                    <a:pt x="830" y="3818"/>
                  </a:cubicBezTo>
                  <a:cubicBezTo>
                    <a:pt x="716" y="3672"/>
                    <a:pt x="538" y="2949"/>
                    <a:pt x="489" y="2770"/>
                  </a:cubicBezTo>
                  <a:cubicBezTo>
                    <a:pt x="218" y="1757"/>
                    <a:pt x="0" y="967"/>
                    <a:pt x="1414" y="247"/>
                  </a:cubicBezTo>
                  <a:cubicBezTo>
                    <a:pt x="1899" y="0"/>
                    <a:pt x="3476" y="479"/>
                    <a:pt x="3456" y="1416"/>
                  </a:cubicBezTo>
                  <a:cubicBezTo>
                    <a:pt x="3449" y="1726"/>
                    <a:pt x="3394" y="1912"/>
                    <a:pt x="3133" y="2423"/>
                  </a:cubicBezTo>
                  <a:cubicBezTo>
                    <a:pt x="3082" y="2524"/>
                    <a:pt x="3099" y="3183"/>
                    <a:pt x="3078" y="3296"/>
                  </a:cubicBezTo>
                  <a:cubicBezTo>
                    <a:pt x="3058" y="3391"/>
                    <a:pt x="2812" y="3445"/>
                    <a:pt x="2788" y="3530"/>
                  </a:cubicBezTo>
                  <a:cubicBezTo>
                    <a:pt x="2713" y="3815"/>
                    <a:pt x="2615" y="3911"/>
                    <a:pt x="2409" y="4119"/>
                  </a:cubicBezTo>
                  <a:close/>
                </a:path>
              </a:pathLst>
            </a:custGeom>
            <a:solidFill>
              <a:srgbClr val="FFA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28"/>
            <p:cNvSpPr/>
            <p:nvPr/>
          </p:nvSpPr>
          <p:spPr>
            <a:xfrm>
              <a:off x="-1009310" y="-1256403"/>
              <a:ext cx="643843" cy="457553"/>
            </a:xfrm>
            <a:custGeom>
              <a:avLst/>
              <a:gdLst/>
              <a:ahLst/>
              <a:cxnLst/>
              <a:rect l="l" t="t" r="r" b="b"/>
              <a:pathLst>
                <a:path w="3743" h="2660" extrusionOk="0">
                  <a:moveTo>
                    <a:pt x="1141" y="2280"/>
                  </a:moveTo>
                  <a:cubicBezTo>
                    <a:pt x="830" y="2227"/>
                    <a:pt x="301" y="2660"/>
                    <a:pt x="151" y="2634"/>
                  </a:cubicBezTo>
                  <a:cubicBezTo>
                    <a:pt x="1" y="2608"/>
                    <a:pt x="65" y="1623"/>
                    <a:pt x="192" y="1247"/>
                  </a:cubicBezTo>
                  <a:cubicBezTo>
                    <a:pt x="317" y="871"/>
                    <a:pt x="692" y="375"/>
                    <a:pt x="847" y="256"/>
                  </a:cubicBezTo>
                  <a:cubicBezTo>
                    <a:pt x="1003" y="137"/>
                    <a:pt x="1111" y="167"/>
                    <a:pt x="1111" y="167"/>
                  </a:cubicBezTo>
                  <a:cubicBezTo>
                    <a:pt x="1111" y="167"/>
                    <a:pt x="1421" y="11"/>
                    <a:pt x="1880" y="6"/>
                  </a:cubicBezTo>
                  <a:cubicBezTo>
                    <a:pt x="2339" y="0"/>
                    <a:pt x="3182" y="603"/>
                    <a:pt x="3420" y="854"/>
                  </a:cubicBezTo>
                  <a:cubicBezTo>
                    <a:pt x="3658" y="1105"/>
                    <a:pt x="3742" y="1105"/>
                    <a:pt x="3473" y="1247"/>
                  </a:cubicBezTo>
                  <a:cubicBezTo>
                    <a:pt x="3205" y="1391"/>
                    <a:pt x="2887" y="1240"/>
                    <a:pt x="2590" y="1456"/>
                  </a:cubicBezTo>
                  <a:cubicBezTo>
                    <a:pt x="2292" y="1670"/>
                    <a:pt x="1872" y="1711"/>
                    <a:pt x="1748" y="1886"/>
                  </a:cubicBezTo>
                  <a:cubicBezTo>
                    <a:pt x="1587" y="2114"/>
                    <a:pt x="1257" y="2299"/>
                    <a:pt x="1141" y="2280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28"/>
            <p:cNvSpPr/>
            <p:nvPr/>
          </p:nvSpPr>
          <p:spPr>
            <a:xfrm>
              <a:off x="-1442953" y="-561474"/>
              <a:ext cx="926115" cy="2362076"/>
            </a:xfrm>
            <a:custGeom>
              <a:avLst/>
              <a:gdLst/>
              <a:ahLst/>
              <a:cxnLst/>
              <a:rect l="l" t="t" r="r" b="b"/>
              <a:pathLst>
                <a:path w="5384" h="13732" extrusionOk="0">
                  <a:moveTo>
                    <a:pt x="2314" y="1"/>
                  </a:moveTo>
                  <a:cubicBezTo>
                    <a:pt x="2576" y="204"/>
                    <a:pt x="4138" y="1196"/>
                    <a:pt x="4104" y="2073"/>
                  </a:cubicBezTo>
                  <a:cubicBezTo>
                    <a:pt x="3850" y="8608"/>
                    <a:pt x="5384" y="12809"/>
                    <a:pt x="4726" y="12529"/>
                  </a:cubicBezTo>
                  <a:cubicBezTo>
                    <a:pt x="3785" y="10462"/>
                    <a:pt x="237" y="13731"/>
                    <a:pt x="192" y="12989"/>
                  </a:cubicBezTo>
                  <a:cubicBezTo>
                    <a:pt x="0" y="9891"/>
                    <a:pt x="161" y="3626"/>
                    <a:pt x="2083" y="353"/>
                  </a:cubicBezTo>
                  <a:cubicBezTo>
                    <a:pt x="2112" y="301"/>
                    <a:pt x="2283" y="52"/>
                    <a:pt x="23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28"/>
            <p:cNvSpPr/>
            <p:nvPr/>
          </p:nvSpPr>
          <p:spPr>
            <a:xfrm>
              <a:off x="-934312" y="-1017650"/>
              <a:ext cx="178205" cy="233765"/>
            </a:xfrm>
            <a:custGeom>
              <a:avLst/>
              <a:gdLst/>
              <a:ahLst/>
              <a:cxnLst/>
              <a:rect l="l" t="t" r="r" b="b"/>
              <a:pathLst>
                <a:path w="1036" h="1359" extrusionOk="0">
                  <a:moveTo>
                    <a:pt x="655" y="84"/>
                  </a:moveTo>
                  <a:cubicBezTo>
                    <a:pt x="883" y="168"/>
                    <a:pt x="1035" y="500"/>
                    <a:pt x="934" y="867"/>
                  </a:cubicBezTo>
                  <a:cubicBezTo>
                    <a:pt x="833" y="1233"/>
                    <a:pt x="654" y="1359"/>
                    <a:pt x="425" y="1275"/>
                  </a:cubicBezTo>
                  <a:cubicBezTo>
                    <a:pt x="197" y="1191"/>
                    <a:pt x="0" y="922"/>
                    <a:pt x="101" y="555"/>
                  </a:cubicBezTo>
                  <a:cubicBezTo>
                    <a:pt x="202" y="187"/>
                    <a:pt x="426" y="0"/>
                    <a:pt x="655" y="84"/>
                  </a:cubicBezTo>
                  <a:close/>
                </a:path>
              </a:pathLst>
            </a:custGeom>
            <a:solidFill>
              <a:srgbClr val="FFA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28"/>
            <p:cNvSpPr/>
            <p:nvPr/>
          </p:nvSpPr>
          <p:spPr>
            <a:xfrm>
              <a:off x="-1523627" y="-561646"/>
              <a:ext cx="757371" cy="2273489"/>
            </a:xfrm>
            <a:custGeom>
              <a:avLst/>
              <a:gdLst/>
              <a:ahLst/>
              <a:cxnLst/>
              <a:rect l="l" t="t" r="r" b="b"/>
              <a:pathLst>
                <a:path w="4403" h="13217" extrusionOk="0">
                  <a:moveTo>
                    <a:pt x="2641" y="1"/>
                  </a:moveTo>
                  <a:cubicBezTo>
                    <a:pt x="2641" y="1"/>
                    <a:pt x="3759" y="687"/>
                    <a:pt x="4081" y="1075"/>
                  </a:cubicBezTo>
                  <a:cubicBezTo>
                    <a:pt x="4402" y="1464"/>
                    <a:pt x="4301" y="1826"/>
                    <a:pt x="4301" y="1826"/>
                  </a:cubicBezTo>
                  <a:cubicBezTo>
                    <a:pt x="3965" y="5213"/>
                    <a:pt x="3551" y="8737"/>
                    <a:pt x="4155" y="11835"/>
                  </a:cubicBezTo>
                  <a:cubicBezTo>
                    <a:pt x="4155" y="11835"/>
                    <a:pt x="1" y="13216"/>
                    <a:pt x="85" y="13089"/>
                  </a:cubicBezTo>
                  <a:cubicBezTo>
                    <a:pt x="169" y="12961"/>
                    <a:pt x="555" y="7217"/>
                    <a:pt x="1083" y="4827"/>
                  </a:cubicBezTo>
                  <a:cubicBezTo>
                    <a:pt x="1612" y="2438"/>
                    <a:pt x="2641" y="1"/>
                    <a:pt x="2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28"/>
            <p:cNvSpPr/>
            <p:nvPr/>
          </p:nvSpPr>
          <p:spPr>
            <a:xfrm>
              <a:off x="-1072266" y="-623054"/>
              <a:ext cx="320115" cy="382040"/>
            </a:xfrm>
            <a:custGeom>
              <a:avLst/>
              <a:gdLst/>
              <a:ahLst/>
              <a:cxnLst/>
              <a:rect l="l" t="t" r="r" b="b"/>
              <a:pathLst>
                <a:path w="1861" h="2221" extrusionOk="0">
                  <a:moveTo>
                    <a:pt x="89" y="0"/>
                  </a:moveTo>
                  <a:cubicBezTo>
                    <a:pt x="301" y="116"/>
                    <a:pt x="1861" y="1449"/>
                    <a:pt x="1861" y="1449"/>
                  </a:cubicBezTo>
                  <a:cubicBezTo>
                    <a:pt x="1861" y="1449"/>
                    <a:pt x="1697" y="2221"/>
                    <a:pt x="1677" y="2184"/>
                  </a:cubicBezTo>
                  <a:cubicBezTo>
                    <a:pt x="1656" y="2147"/>
                    <a:pt x="0" y="446"/>
                    <a:pt x="0" y="4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28"/>
            <p:cNvSpPr/>
            <p:nvPr/>
          </p:nvSpPr>
          <p:spPr>
            <a:xfrm>
              <a:off x="-1984276" y="1498888"/>
              <a:ext cx="277456" cy="447232"/>
            </a:xfrm>
            <a:custGeom>
              <a:avLst/>
              <a:gdLst/>
              <a:ahLst/>
              <a:cxnLst/>
              <a:rect l="l" t="t" r="r" b="b"/>
              <a:pathLst>
                <a:path w="1613" h="2600" extrusionOk="0">
                  <a:moveTo>
                    <a:pt x="1242" y="0"/>
                  </a:moveTo>
                  <a:lnTo>
                    <a:pt x="1449" y="508"/>
                  </a:lnTo>
                  <a:cubicBezTo>
                    <a:pt x="1449" y="508"/>
                    <a:pt x="1503" y="1446"/>
                    <a:pt x="1529" y="1571"/>
                  </a:cubicBezTo>
                  <a:cubicBezTo>
                    <a:pt x="1552" y="1698"/>
                    <a:pt x="1613" y="1942"/>
                    <a:pt x="1488" y="1942"/>
                  </a:cubicBezTo>
                  <a:cubicBezTo>
                    <a:pt x="1364" y="1942"/>
                    <a:pt x="1218" y="1126"/>
                    <a:pt x="1183" y="1228"/>
                  </a:cubicBezTo>
                  <a:lnTo>
                    <a:pt x="946" y="1901"/>
                  </a:lnTo>
                  <a:cubicBezTo>
                    <a:pt x="946" y="1901"/>
                    <a:pt x="975" y="2156"/>
                    <a:pt x="977" y="2362"/>
                  </a:cubicBezTo>
                  <a:cubicBezTo>
                    <a:pt x="980" y="2475"/>
                    <a:pt x="919" y="2530"/>
                    <a:pt x="882" y="2520"/>
                  </a:cubicBezTo>
                  <a:cubicBezTo>
                    <a:pt x="785" y="2493"/>
                    <a:pt x="737" y="1945"/>
                    <a:pt x="737" y="1945"/>
                  </a:cubicBezTo>
                  <a:lnTo>
                    <a:pt x="757" y="1558"/>
                  </a:lnTo>
                  <a:cubicBezTo>
                    <a:pt x="757" y="1558"/>
                    <a:pt x="643" y="2005"/>
                    <a:pt x="635" y="2046"/>
                  </a:cubicBezTo>
                  <a:cubicBezTo>
                    <a:pt x="627" y="2087"/>
                    <a:pt x="700" y="2414"/>
                    <a:pt x="524" y="2523"/>
                  </a:cubicBezTo>
                  <a:cubicBezTo>
                    <a:pt x="482" y="2554"/>
                    <a:pt x="432" y="2068"/>
                    <a:pt x="437" y="2006"/>
                  </a:cubicBezTo>
                  <a:cubicBezTo>
                    <a:pt x="441" y="1943"/>
                    <a:pt x="552" y="1499"/>
                    <a:pt x="552" y="1499"/>
                  </a:cubicBezTo>
                  <a:lnTo>
                    <a:pt x="399" y="1966"/>
                  </a:lnTo>
                  <a:cubicBezTo>
                    <a:pt x="399" y="1966"/>
                    <a:pt x="408" y="2234"/>
                    <a:pt x="397" y="2337"/>
                  </a:cubicBezTo>
                  <a:cubicBezTo>
                    <a:pt x="386" y="2439"/>
                    <a:pt x="255" y="2600"/>
                    <a:pt x="254" y="2475"/>
                  </a:cubicBezTo>
                  <a:cubicBezTo>
                    <a:pt x="252" y="2351"/>
                    <a:pt x="224" y="1943"/>
                    <a:pt x="224" y="1943"/>
                  </a:cubicBezTo>
                  <a:lnTo>
                    <a:pt x="350" y="1501"/>
                  </a:lnTo>
                  <a:lnTo>
                    <a:pt x="197" y="1919"/>
                  </a:lnTo>
                  <a:cubicBezTo>
                    <a:pt x="197" y="1919"/>
                    <a:pt x="223" y="2292"/>
                    <a:pt x="193" y="2385"/>
                  </a:cubicBezTo>
                  <a:cubicBezTo>
                    <a:pt x="163" y="2479"/>
                    <a:pt x="88" y="2546"/>
                    <a:pt x="44" y="2481"/>
                  </a:cubicBezTo>
                  <a:cubicBezTo>
                    <a:pt x="0" y="2414"/>
                    <a:pt x="29" y="1844"/>
                    <a:pt x="29" y="1844"/>
                  </a:cubicBezTo>
                  <a:cubicBezTo>
                    <a:pt x="29" y="1844"/>
                    <a:pt x="223" y="1289"/>
                    <a:pt x="230" y="1256"/>
                  </a:cubicBezTo>
                  <a:cubicBezTo>
                    <a:pt x="240" y="1225"/>
                    <a:pt x="256" y="1114"/>
                    <a:pt x="329" y="865"/>
                  </a:cubicBezTo>
                  <a:cubicBezTo>
                    <a:pt x="400" y="617"/>
                    <a:pt x="646" y="307"/>
                    <a:pt x="646" y="307"/>
                  </a:cubicBezTo>
                  <a:close/>
                </a:path>
              </a:pathLst>
            </a:custGeom>
            <a:solidFill>
              <a:srgbClr val="FFA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28"/>
            <p:cNvSpPr/>
            <p:nvPr/>
          </p:nvSpPr>
          <p:spPr>
            <a:xfrm>
              <a:off x="-1900334" y="-498001"/>
              <a:ext cx="1013154" cy="2133643"/>
            </a:xfrm>
            <a:custGeom>
              <a:avLst/>
              <a:gdLst/>
              <a:ahLst/>
              <a:cxnLst/>
              <a:rect l="l" t="t" r="r" b="b"/>
              <a:pathLst>
                <a:path w="5890" h="12404" extrusionOk="0">
                  <a:moveTo>
                    <a:pt x="4054" y="1009"/>
                  </a:moveTo>
                  <a:cubicBezTo>
                    <a:pt x="3032" y="2678"/>
                    <a:pt x="1730" y="5014"/>
                    <a:pt x="1572" y="5839"/>
                  </a:cubicBezTo>
                  <a:cubicBezTo>
                    <a:pt x="1338" y="7070"/>
                    <a:pt x="0" y="12170"/>
                    <a:pt x="0" y="12170"/>
                  </a:cubicBezTo>
                  <a:lnTo>
                    <a:pt x="1012" y="12404"/>
                  </a:lnTo>
                  <a:lnTo>
                    <a:pt x="2869" y="6536"/>
                  </a:lnTo>
                  <a:cubicBezTo>
                    <a:pt x="2869" y="6536"/>
                    <a:pt x="5746" y="1998"/>
                    <a:pt x="5838" y="1394"/>
                  </a:cubicBezTo>
                  <a:cubicBezTo>
                    <a:pt x="5890" y="1057"/>
                    <a:pt x="5525" y="679"/>
                    <a:pt x="5193" y="413"/>
                  </a:cubicBezTo>
                  <a:cubicBezTo>
                    <a:pt x="4684" y="1"/>
                    <a:pt x="4425" y="403"/>
                    <a:pt x="4054" y="10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28"/>
            <p:cNvSpPr/>
            <p:nvPr/>
          </p:nvSpPr>
          <p:spPr>
            <a:xfrm>
              <a:off x="-906446" y="-1299750"/>
              <a:ext cx="640747" cy="314783"/>
            </a:xfrm>
            <a:custGeom>
              <a:avLst/>
              <a:gdLst/>
              <a:ahLst/>
              <a:cxnLst/>
              <a:rect l="l" t="t" r="r" b="b"/>
              <a:pathLst>
                <a:path w="3725" h="1830" extrusionOk="0">
                  <a:moveTo>
                    <a:pt x="2191" y="1486"/>
                  </a:moveTo>
                  <a:cubicBezTo>
                    <a:pt x="2382" y="1512"/>
                    <a:pt x="2656" y="1829"/>
                    <a:pt x="3096" y="1803"/>
                  </a:cubicBezTo>
                  <a:cubicBezTo>
                    <a:pt x="3534" y="1777"/>
                    <a:pt x="3724" y="1195"/>
                    <a:pt x="3629" y="1016"/>
                  </a:cubicBezTo>
                  <a:cubicBezTo>
                    <a:pt x="3533" y="836"/>
                    <a:pt x="3444" y="900"/>
                    <a:pt x="3444" y="900"/>
                  </a:cubicBezTo>
                  <a:lnTo>
                    <a:pt x="3481" y="1090"/>
                  </a:lnTo>
                  <a:cubicBezTo>
                    <a:pt x="3481" y="1090"/>
                    <a:pt x="3349" y="889"/>
                    <a:pt x="3227" y="821"/>
                  </a:cubicBezTo>
                  <a:cubicBezTo>
                    <a:pt x="3106" y="752"/>
                    <a:pt x="3101" y="767"/>
                    <a:pt x="3101" y="767"/>
                  </a:cubicBezTo>
                  <a:lnTo>
                    <a:pt x="3154" y="968"/>
                  </a:lnTo>
                  <a:lnTo>
                    <a:pt x="2539" y="450"/>
                  </a:lnTo>
                  <a:cubicBezTo>
                    <a:pt x="2539" y="450"/>
                    <a:pt x="2602" y="598"/>
                    <a:pt x="2570" y="572"/>
                  </a:cubicBezTo>
                  <a:cubicBezTo>
                    <a:pt x="2539" y="546"/>
                    <a:pt x="2364" y="361"/>
                    <a:pt x="1883" y="181"/>
                  </a:cubicBezTo>
                  <a:cubicBezTo>
                    <a:pt x="1402" y="0"/>
                    <a:pt x="730" y="249"/>
                    <a:pt x="730" y="249"/>
                  </a:cubicBezTo>
                  <a:cubicBezTo>
                    <a:pt x="730" y="249"/>
                    <a:pt x="306" y="228"/>
                    <a:pt x="154" y="498"/>
                  </a:cubicBezTo>
                  <a:cubicBezTo>
                    <a:pt x="1" y="767"/>
                    <a:pt x="27" y="1101"/>
                    <a:pt x="398" y="1233"/>
                  </a:cubicBezTo>
                  <a:cubicBezTo>
                    <a:pt x="767" y="1365"/>
                    <a:pt x="2191" y="1486"/>
                    <a:pt x="2191" y="1486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28"/>
            <p:cNvSpPr/>
            <p:nvPr/>
          </p:nvSpPr>
          <p:spPr>
            <a:xfrm>
              <a:off x="-633119" y="-892769"/>
              <a:ext cx="187494" cy="63473"/>
            </a:xfrm>
            <a:custGeom>
              <a:avLst/>
              <a:gdLst/>
              <a:ahLst/>
              <a:cxnLst/>
              <a:rect l="l" t="t" r="r" b="b"/>
              <a:pathLst>
                <a:path w="1090" h="369" extrusionOk="0">
                  <a:moveTo>
                    <a:pt x="958" y="306"/>
                  </a:moveTo>
                  <a:cubicBezTo>
                    <a:pt x="823" y="242"/>
                    <a:pt x="0" y="199"/>
                    <a:pt x="244" y="103"/>
                  </a:cubicBezTo>
                  <a:cubicBezTo>
                    <a:pt x="507" y="1"/>
                    <a:pt x="948" y="73"/>
                    <a:pt x="1056" y="216"/>
                  </a:cubicBezTo>
                  <a:cubicBezTo>
                    <a:pt x="1057" y="217"/>
                    <a:pt x="1089" y="369"/>
                    <a:pt x="958" y="306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28"/>
            <p:cNvSpPr/>
            <p:nvPr/>
          </p:nvSpPr>
          <p:spPr>
            <a:xfrm>
              <a:off x="-589771" y="-837553"/>
              <a:ext cx="103035" cy="67085"/>
            </a:xfrm>
            <a:custGeom>
              <a:avLst/>
              <a:gdLst/>
              <a:ahLst/>
              <a:cxnLst/>
              <a:rect l="l" t="t" r="r" b="b"/>
              <a:pathLst>
                <a:path w="599" h="390" extrusionOk="0">
                  <a:moveTo>
                    <a:pt x="81" y="1"/>
                  </a:moveTo>
                  <a:cubicBezTo>
                    <a:pt x="1" y="348"/>
                    <a:pt x="599" y="390"/>
                    <a:pt x="592" y="93"/>
                  </a:cubicBezTo>
                  <a:cubicBezTo>
                    <a:pt x="366" y="229"/>
                    <a:pt x="250" y="192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28"/>
            <p:cNvSpPr/>
            <p:nvPr/>
          </p:nvSpPr>
          <p:spPr>
            <a:xfrm rot="2521576">
              <a:off x="-629256" y="-565647"/>
              <a:ext cx="32712" cy="6264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28"/>
            <p:cNvSpPr/>
            <p:nvPr/>
          </p:nvSpPr>
          <p:spPr>
            <a:xfrm>
              <a:off x="-613504" y="-548977"/>
              <a:ext cx="133237" cy="63465"/>
            </a:xfrm>
            <a:custGeom>
              <a:avLst/>
              <a:gdLst/>
              <a:ahLst/>
              <a:cxnLst/>
              <a:rect l="l" t="t" r="r" b="b"/>
              <a:pathLst>
                <a:path w="39802" h="15057" extrusionOk="0">
                  <a:moveTo>
                    <a:pt x="32883" y="3637"/>
                  </a:moveTo>
                  <a:cubicBezTo>
                    <a:pt x="35060" y="3637"/>
                    <a:pt x="36844" y="5182"/>
                    <a:pt x="37014" y="7147"/>
                  </a:cubicBezTo>
                  <a:cubicBezTo>
                    <a:pt x="38585" y="7343"/>
                    <a:pt x="39801" y="8682"/>
                    <a:pt x="39801" y="10306"/>
                  </a:cubicBezTo>
                  <a:cubicBezTo>
                    <a:pt x="39801" y="12065"/>
                    <a:pt x="38376" y="13490"/>
                    <a:pt x="36617" y="13490"/>
                  </a:cubicBezTo>
                  <a:cubicBezTo>
                    <a:pt x="35658" y="13490"/>
                    <a:pt x="34797" y="13065"/>
                    <a:pt x="34213" y="12392"/>
                  </a:cubicBezTo>
                  <a:cubicBezTo>
                    <a:pt x="33483" y="13206"/>
                    <a:pt x="32425" y="13718"/>
                    <a:pt x="31248" y="13718"/>
                  </a:cubicBezTo>
                  <a:cubicBezTo>
                    <a:pt x="30358" y="13718"/>
                    <a:pt x="29538" y="13424"/>
                    <a:pt x="28875" y="12931"/>
                  </a:cubicBezTo>
                  <a:cubicBezTo>
                    <a:pt x="28403" y="13096"/>
                    <a:pt x="27897" y="13186"/>
                    <a:pt x="27369" y="13186"/>
                  </a:cubicBezTo>
                  <a:cubicBezTo>
                    <a:pt x="27077" y="13186"/>
                    <a:pt x="26792" y="13158"/>
                    <a:pt x="26514" y="13106"/>
                  </a:cubicBezTo>
                  <a:cubicBezTo>
                    <a:pt x="25604" y="14293"/>
                    <a:pt x="24172" y="15056"/>
                    <a:pt x="22561" y="15056"/>
                  </a:cubicBezTo>
                  <a:cubicBezTo>
                    <a:pt x="20613" y="15056"/>
                    <a:pt x="18926" y="13938"/>
                    <a:pt x="18107" y="12311"/>
                  </a:cubicBezTo>
                  <a:cubicBezTo>
                    <a:pt x="17270" y="13396"/>
                    <a:pt x="15958" y="14097"/>
                    <a:pt x="14481" y="14097"/>
                  </a:cubicBezTo>
                  <a:cubicBezTo>
                    <a:pt x="13319" y="14097"/>
                    <a:pt x="12257" y="13663"/>
                    <a:pt x="11450" y="12948"/>
                  </a:cubicBezTo>
                  <a:cubicBezTo>
                    <a:pt x="10787" y="13729"/>
                    <a:pt x="9798" y="14223"/>
                    <a:pt x="8695" y="14223"/>
                  </a:cubicBezTo>
                  <a:cubicBezTo>
                    <a:pt x="7109" y="14223"/>
                    <a:pt x="5765" y="13203"/>
                    <a:pt x="5276" y="11783"/>
                  </a:cubicBezTo>
                  <a:cubicBezTo>
                    <a:pt x="5077" y="13051"/>
                    <a:pt x="3979" y="14021"/>
                    <a:pt x="2654" y="14021"/>
                  </a:cubicBezTo>
                  <a:cubicBezTo>
                    <a:pt x="1190" y="14021"/>
                    <a:pt x="1" y="12834"/>
                    <a:pt x="1" y="11368"/>
                  </a:cubicBezTo>
                  <a:cubicBezTo>
                    <a:pt x="1" y="10730"/>
                    <a:pt x="227" y="10143"/>
                    <a:pt x="603" y="9684"/>
                  </a:cubicBezTo>
                  <a:cubicBezTo>
                    <a:pt x="322" y="9271"/>
                    <a:pt x="159" y="8773"/>
                    <a:pt x="159" y="8237"/>
                  </a:cubicBezTo>
                  <a:cubicBezTo>
                    <a:pt x="159" y="6813"/>
                    <a:pt x="1312" y="5659"/>
                    <a:pt x="2736" y="5659"/>
                  </a:cubicBezTo>
                  <a:cubicBezTo>
                    <a:pt x="3236" y="5659"/>
                    <a:pt x="3703" y="5802"/>
                    <a:pt x="4096" y="6047"/>
                  </a:cubicBezTo>
                  <a:cubicBezTo>
                    <a:pt x="4512" y="4710"/>
                    <a:pt x="5759" y="3738"/>
                    <a:pt x="7234" y="3738"/>
                  </a:cubicBezTo>
                  <a:cubicBezTo>
                    <a:pt x="8076" y="3738"/>
                    <a:pt x="8844" y="4056"/>
                    <a:pt x="9424" y="4575"/>
                  </a:cubicBezTo>
                  <a:cubicBezTo>
                    <a:pt x="9984" y="4026"/>
                    <a:pt x="10749" y="3688"/>
                    <a:pt x="11595" y="3688"/>
                  </a:cubicBezTo>
                  <a:cubicBezTo>
                    <a:pt x="12284" y="3688"/>
                    <a:pt x="12920" y="3913"/>
                    <a:pt x="13434" y="4292"/>
                  </a:cubicBezTo>
                  <a:cubicBezTo>
                    <a:pt x="13516" y="1908"/>
                    <a:pt x="15473" y="1"/>
                    <a:pt x="17877" y="1"/>
                  </a:cubicBezTo>
                  <a:cubicBezTo>
                    <a:pt x="19967" y="1"/>
                    <a:pt x="21721" y="1445"/>
                    <a:pt x="22195" y="3390"/>
                  </a:cubicBezTo>
                  <a:cubicBezTo>
                    <a:pt x="22739" y="2928"/>
                    <a:pt x="23433" y="2650"/>
                    <a:pt x="24188" y="2650"/>
                  </a:cubicBezTo>
                  <a:cubicBezTo>
                    <a:pt x="24887" y="2650"/>
                    <a:pt x="25531" y="2887"/>
                    <a:pt x="26054" y="3287"/>
                  </a:cubicBezTo>
                  <a:cubicBezTo>
                    <a:pt x="26600" y="2305"/>
                    <a:pt x="27648" y="1640"/>
                    <a:pt x="28851" y="1640"/>
                  </a:cubicBezTo>
                  <a:cubicBezTo>
                    <a:pt x="30237" y="1640"/>
                    <a:pt x="31415" y="2521"/>
                    <a:pt x="31860" y="3754"/>
                  </a:cubicBezTo>
                  <a:cubicBezTo>
                    <a:pt x="32187" y="3678"/>
                    <a:pt x="32531" y="3637"/>
                    <a:pt x="32883" y="3637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31" name="Google Shape;26331;p28"/>
          <p:cNvSpPr/>
          <p:nvPr/>
        </p:nvSpPr>
        <p:spPr>
          <a:xfrm>
            <a:off x="-216759" y="3560548"/>
            <a:ext cx="125271" cy="174421"/>
          </a:xfrm>
          <a:custGeom>
            <a:avLst/>
            <a:gdLst/>
            <a:ahLst/>
            <a:cxnLst/>
            <a:rect l="l" t="t" r="r" b="b"/>
            <a:pathLst>
              <a:path w="209" h="291" extrusionOk="0">
                <a:moveTo>
                  <a:pt x="105" y="1"/>
                </a:moveTo>
                <a:cubicBezTo>
                  <a:pt x="53" y="1"/>
                  <a:pt x="1" y="34"/>
                  <a:pt x="1" y="102"/>
                </a:cubicBezTo>
                <a:lnTo>
                  <a:pt x="1" y="190"/>
                </a:lnTo>
                <a:cubicBezTo>
                  <a:pt x="1" y="257"/>
                  <a:pt x="53" y="291"/>
                  <a:pt x="105" y="291"/>
                </a:cubicBezTo>
                <a:cubicBezTo>
                  <a:pt x="157" y="291"/>
                  <a:pt x="209" y="257"/>
                  <a:pt x="209" y="190"/>
                </a:cubicBezTo>
                <a:lnTo>
                  <a:pt x="209" y="102"/>
                </a:lnTo>
                <a:cubicBezTo>
                  <a:pt x="209" y="34"/>
                  <a:pt x="157" y="1"/>
                  <a:pt x="10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36" name="Google Shape;26436;p32"/>
          <p:cNvSpPr/>
          <p:nvPr/>
        </p:nvSpPr>
        <p:spPr>
          <a:xfrm>
            <a:off x="6022325" y="2421887"/>
            <a:ext cx="5500934" cy="1801841"/>
          </a:xfrm>
          <a:custGeom>
            <a:avLst/>
            <a:gdLst/>
            <a:ahLst/>
            <a:cxnLst/>
            <a:rect l="l" t="t" r="r" b="b"/>
            <a:pathLst>
              <a:path w="48379" h="11802" extrusionOk="0">
                <a:moveTo>
                  <a:pt x="46194" y="5602"/>
                </a:moveTo>
                <a:cubicBezTo>
                  <a:pt x="46060" y="4062"/>
                  <a:pt x="44661" y="2850"/>
                  <a:pt x="42955" y="2850"/>
                </a:cubicBezTo>
                <a:cubicBezTo>
                  <a:pt x="42677" y="2850"/>
                  <a:pt x="42409" y="2882"/>
                  <a:pt x="42153" y="2942"/>
                </a:cubicBezTo>
                <a:cubicBezTo>
                  <a:pt x="41805" y="1975"/>
                  <a:pt x="40880" y="1285"/>
                  <a:pt x="39795" y="1285"/>
                </a:cubicBezTo>
                <a:cubicBezTo>
                  <a:pt x="38850" y="1285"/>
                  <a:pt x="38029" y="1807"/>
                  <a:pt x="37602" y="2576"/>
                </a:cubicBezTo>
                <a:cubicBezTo>
                  <a:pt x="37192" y="2263"/>
                  <a:pt x="36687" y="2078"/>
                  <a:pt x="36139" y="2078"/>
                </a:cubicBezTo>
                <a:cubicBezTo>
                  <a:pt x="35545" y="2078"/>
                  <a:pt x="35001" y="2295"/>
                  <a:pt x="34575" y="2658"/>
                </a:cubicBezTo>
                <a:cubicBezTo>
                  <a:pt x="34203" y="1132"/>
                  <a:pt x="32828" y="0"/>
                  <a:pt x="31188" y="0"/>
                </a:cubicBezTo>
                <a:cubicBezTo>
                  <a:pt x="29304" y="0"/>
                  <a:pt x="27768" y="1497"/>
                  <a:pt x="27705" y="3365"/>
                </a:cubicBezTo>
                <a:cubicBezTo>
                  <a:pt x="27317" y="3079"/>
                  <a:pt x="26841" y="2907"/>
                  <a:pt x="26326" y="2892"/>
                </a:cubicBezTo>
                <a:cubicBezTo>
                  <a:pt x="26148" y="2865"/>
                  <a:pt x="25967" y="2850"/>
                  <a:pt x="25784" y="2850"/>
                </a:cubicBezTo>
                <a:cubicBezTo>
                  <a:pt x="25507" y="2850"/>
                  <a:pt x="25239" y="2882"/>
                  <a:pt x="24982" y="2942"/>
                </a:cubicBezTo>
                <a:cubicBezTo>
                  <a:pt x="24634" y="1975"/>
                  <a:pt x="23710" y="1285"/>
                  <a:pt x="22624" y="1285"/>
                </a:cubicBezTo>
                <a:cubicBezTo>
                  <a:pt x="21680" y="1285"/>
                  <a:pt x="20858" y="1807"/>
                  <a:pt x="20431" y="2576"/>
                </a:cubicBezTo>
                <a:cubicBezTo>
                  <a:pt x="20021" y="2263"/>
                  <a:pt x="19515" y="2078"/>
                  <a:pt x="18967" y="2078"/>
                </a:cubicBezTo>
                <a:cubicBezTo>
                  <a:pt x="18375" y="2078"/>
                  <a:pt x="17831" y="2295"/>
                  <a:pt x="17405" y="2658"/>
                </a:cubicBezTo>
                <a:cubicBezTo>
                  <a:pt x="17033" y="1132"/>
                  <a:pt x="15657" y="0"/>
                  <a:pt x="14018" y="0"/>
                </a:cubicBezTo>
                <a:cubicBezTo>
                  <a:pt x="12133" y="0"/>
                  <a:pt x="10598" y="1497"/>
                  <a:pt x="10533" y="3365"/>
                </a:cubicBezTo>
                <a:cubicBezTo>
                  <a:pt x="10131" y="3067"/>
                  <a:pt x="9631" y="2889"/>
                  <a:pt x="9091" y="2889"/>
                </a:cubicBezTo>
                <a:cubicBezTo>
                  <a:pt x="8428" y="2889"/>
                  <a:pt x="7827" y="3155"/>
                  <a:pt x="7389" y="3585"/>
                </a:cubicBezTo>
                <a:cubicBezTo>
                  <a:pt x="6933" y="3177"/>
                  <a:pt x="6331" y="2928"/>
                  <a:pt x="5672" y="2928"/>
                </a:cubicBezTo>
                <a:cubicBezTo>
                  <a:pt x="4516" y="2928"/>
                  <a:pt x="3538" y="3690"/>
                  <a:pt x="3212" y="4738"/>
                </a:cubicBezTo>
                <a:cubicBezTo>
                  <a:pt x="2903" y="4546"/>
                  <a:pt x="2538" y="4435"/>
                  <a:pt x="2145" y="4435"/>
                </a:cubicBezTo>
                <a:cubicBezTo>
                  <a:pt x="1029" y="4435"/>
                  <a:pt x="125" y="5339"/>
                  <a:pt x="125" y="6455"/>
                </a:cubicBezTo>
                <a:cubicBezTo>
                  <a:pt x="125" y="6876"/>
                  <a:pt x="253" y="7267"/>
                  <a:pt x="473" y="7590"/>
                </a:cubicBezTo>
                <a:cubicBezTo>
                  <a:pt x="178" y="7948"/>
                  <a:pt x="0" y="8408"/>
                  <a:pt x="0" y="8909"/>
                </a:cubicBezTo>
                <a:cubicBezTo>
                  <a:pt x="0" y="10058"/>
                  <a:pt x="932" y="10989"/>
                  <a:pt x="2081" y="10989"/>
                </a:cubicBezTo>
                <a:cubicBezTo>
                  <a:pt x="3119" y="10989"/>
                  <a:pt x="3979" y="10229"/>
                  <a:pt x="4136" y="9234"/>
                </a:cubicBezTo>
                <a:cubicBezTo>
                  <a:pt x="4518" y="10348"/>
                  <a:pt x="5574" y="11148"/>
                  <a:pt x="6817" y="11148"/>
                </a:cubicBezTo>
                <a:cubicBezTo>
                  <a:pt x="7682" y="11148"/>
                  <a:pt x="8458" y="10759"/>
                  <a:pt x="8977" y="10147"/>
                </a:cubicBezTo>
                <a:cubicBezTo>
                  <a:pt x="9610" y="10708"/>
                  <a:pt x="10442" y="11048"/>
                  <a:pt x="11354" y="11048"/>
                </a:cubicBezTo>
                <a:cubicBezTo>
                  <a:pt x="12511" y="11048"/>
                  <a:pt x="13541" y="10500"/>
                  <a:pt x="14196" y="9649"/>
                </a:cubicBezTo>
                <a:cubicBezTo>
                  <a:pt x="14838" y="10926"/>
                  <a:pt x="16162" y="11802"/>
                  <a:pt x="17688" y="11802"/>
                </a:cubicBezTo>
                <a:cubicBezTo>
                  <a:pt x="18857" y="11802"/>
                  <a:pt x="19907" y="11287"/>
                  <a:pt x="20623" y="10472"/>
                </a:cubicBezTo>
                <a:cubicBezTo>
                  <a:pt x="20691" y="10411"/>
                  <a:pt x="20758" y="10347"/>
                  <a:pt x="20817" y="10276"/>
                </a:cubicBezTo>
                <a:cubicBezTo>
                  <a:pt x="21026" y="10315"/>
                  <a:pt x="21239" y="10335"/>
                  <a:pt x="21458" y="10335"/>
                </a:cubicBezTo>
                <a:cubicBezTo>
                  <a:pt x="21630" y="10335"/>
                  <a:pt x="21799" y="10322"/>
                  <a:pt x="21965" y="10299"/>
                </a:cubicBezTo>
                <a:cubicBezTo>
                  <a:pt x="22479" y="10822"/>
                  <a:pt x="23194" y="11148"/>
                  <a:pt x="23986" y="11148"/>
                </a:cubicBezTo>
                <a:cubicBezTo>
                  <a:pt x="24704" y="11148"/>
                  <a:pt x="25359" y="10879"/>
                  <a:pt x="25857" y="10439"/>
                </a:cubicBezTo>
                <a:cubicBezTo>
                  <a:pt x="25989" y="10375"/>
                  <a:pt x="26115" y="10302"/>
                  <a:pt x="26236" y="10223"/>
                </a:cubicBezTo>
                <a:cubicBezTo>
                  <a:pt x="26856" y="10737"/>
                  <a:pt x="27654" y="11047"/>
                  <a:pt x="28523" y="11047"/>
                </a:cubicBezTo>
                <a:cubicBezTo>
                  <a:pt x="29681" y="11047"/>
                  <a:pt x="30710" y="10498"/>
                  <a:pt x="31366" y="9647"/>
                </a:cubicBezTo>
                <a:cubicBezTo>
                  <a:pt x="32009" y="10924"/>
                  <a:pt x="33331" y="11799"/>
                  <a:pt x="34858" y="11799"/>
                </a:cubicBezTo>
                <a:cubicBezTo>
                  <a:pt x="36120" y="11799"/>
                  <a:pt x="37243" y="11201"/>
                  <a:pt x="37958" y="10270"/>
                </a:cubicBezTo>
                <a:cubicBezTo>
                  <a:pt x="38176" y="10312"/>
                  <a:pt x="38399" y="10333"/>
                  <a:pt x="38629" y="10333"/>
                </a:cubicBezTo>
                <a:cubicBezTo>
                  <a:pt x="39042" y="10333"/>
                  <a:pt x="39440" y="10264"/>
                  <a:pt x="39808" y="10134"/>
                </a:cubicBezTo>
                <a:cubicBezTo>
                  <a:pt x="40329" y="10522"/>
                  <a:pt x="40973" y="10751"/>
                  <a:pt x="41670" y="10751"/>
                </a:cubicBezTo>
                <a:cubicBezTo>
                  <a:pt x="42593" y="10751"/>
                  <a:pt x="43423" y="10349"/>
                  <a:pt x="43994" y="9712"/>
                </a:cubicBezTo>
                <a:cubicBezTo>
                  <a:pt x="44452" y="10239"/>
                  <a:pt x="45128" y="10572"/>
                  <a:pt x="45880" y="10572"/>
                </a:cubicBezTo>
                <a:cubicBezTo>
                  <a:pt x="47260" y="10572"/>
                  <a:pt x="48377" y="9455"/>
                  <a:pt x="48377" y="8075"/>
                </a:cubicBezTo>
                <a:cubicBezTo>
                  <a:pt x="48379" y="6804"/>
                  <a:pt x="47426" y="5755"/>
                  <a:pt x="46194" y="5602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37" name="Google Shape;26437;p3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Project Overview</a:t>
            </a:r>
            <a:endParaRPr dirty="0"/>
          </a:p>
        </p:txBody>
      </p:sp>
      <p:sp>
        <p:nvSpPr>
          <p:cNvPr id="26438" name="Google Shape;26438;p32"/>
          <p:cNvSpPr txBox="1">
            <a:spLocks noGrp="1"/>
          </p:cNvSpPr>
          <p:nvPr>
            <p:ph type="body" idx="1"/>
          </p:nvPr>
        </p:nvSpPr>
        <p:spPr>
          <a:xfrm>
            <a:off x="78827" y="1397736"/>
            <a:ext cx="4961967" cy="201586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b="1" dirty="0">
                <a:solidFill>
                  <a:schemeClr val="tx1"/>
                </a:solidFill>
              </a:rPr>
              <a:t>Problem:</a:t>
            </a:r>
            <a:r>
              <a:rPr lang="en-US" dirty="0">
                <a:solidFill>
                  <a:schemeClr val="tx1"/>
                </a:solidFill>
              </a:rPr>
              <a:t> Air pollution is a major health and environmental challenge in rapidly urbanizing cities like Karachi</a:t>
            </a:r>
            <a:r>
              <a:rPr lang="en-US" dirty="0" smtClean="0">
                <a:solidFill>
                  <a:schemeClr val="tx1"/>
                </a:solidFill>
              </a:rPr>
              <a:t>.</a:t>
            </a:r>
          </a:p>
          <a:p>
            <a:endParaRPr lang="en-US" dirty="0">
              <a:solidFill>
                <a:schemeClr val="tx1"/>
              </a:solidFill>
            </a:endParaRPr>
          </a:p>
          <a:p>
            <a:r>
              <a:rPr lang="en-US" b="1" dirty="0">
                <a:solidFill>
                  <a:schemeClr val="tx1"/>
                </a:solidFill>
              </a:rPr>
              <a:t>Solution:</a:t>
            </a:r>
            <a:r>
              <a:rPr lang="en-US" dirty="0">
                <a:solidFill>
                  <a:schemeClr val="tx1"/>
                </a:solidFill>
              </a:rPr>
              <a:t> This project presents a real-time Air Quality Index (AQI) prediction system</a:t>
            </a:r>
            <a:r>
              <a:rPr lang="en-US" dirty="0" smtClean="0">
                <a:solidFill>
                  <a:schemeClr val="tx1"/>
                </a:solidFill>
              </a:rPr>
              <a:t>.</a:t>
            </a:r>
          </a:p>
          <a:p>
            <a:endParaRPr lang="en-US" dirty="0">
              <a:solidFill>
                <a:schemeClr val="tx1"/>
              </a:solidFill>
            </a:endParaRPr>
          </a:p>
          <a:p>
            <a:r>
              <a:rPr lang="en-US" b="1" dirty="0">
                <a:solidFill>
                  <a:schemeClr val="tx1"/>
                </a:solidFill>
              </a:rPr>
              <a:t>Technology Stack:</a:t>
            </a:r>
            <a:endParaRPr lang="en-US" dirty="0">
              <a:solidFill>
                <a:schemeClr val="tx1"/>
              </a:solidFill>
            </a:endParaRP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Data Source:</a:t>
            </a:r>
            <a:r>
              <a:rPr lang="en-US" dirty="0">
                <a:solidFill>
                  <a:schemeClr val="tx1"/>
                </a:solidFill>
              </a:rPr>
              <a:t> </a:t>
            </a:r>
            <a:r>
              <a:rPr lang="en-US" dirty="0" err="1">
                <a:solidFill>
                  <a:schemeClr val="tx1"/>
                </a:solidFill>
              </a:rPr>
              <a:t>OpenWeather</a:t>
            </a:r>
            <a:r>
              <a:rPr lang="en-US" dirty="0">
                <a:solidFill>
                  <a:schemeClr val="tx1"/>
                </a:solidFill>
              </a:rPr>
              <a:t> Air Pollution API</a:t>
            </a: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Machine Learning:</a:t>
            </a:r>
            <a:r>
              <a:rPr lang="en-US" dirty="0">
                <a:solidFill>
                  <a:schemeClr val="tx1"/>
                </a:solidFill>
              </a:rPr>
              <a:t> Gradient Boosting, Random Forest, </a:t>
            </a:r>
            <a:r>
              <a:rPr lang="en-US" dirty="0" err="1">
                <a:solidFill>
                  <a:schemeClr val="tx1"/>
                </a:solidFill>
              </a:rPr>
              <a:t>XGBoost</a:t>
            </a:r>
            <a:endParaRPr lang="en-US" dirty="0">
              <a:solidFill>
                <a:schemeClr val="tx1"/>
              </a:solidFill>
            </a:endParaRP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Deployment:</a:t>
            </a:r>
            <a:r>
              <a:rPr lang="en-US" dirty="0">
                <a:solidFill>
                  <a:schemeClr val="tx1"/>
                </a:solidFill>
              </a:rPr>
              <a:t> </a:t>
            </a:r>
            <a:r>
              <a:rPr lang="en-US" dirty="0" err="1">
                <a:solidFill>
                  <a:schemeClr val="tx1"/>
                </a:solidFill>
              </a:rPr>
              <a:t>Hopsworks</a:t>
            </a:r>
            <a:endParaRPr lang="en-US" dirty="0">
              <a:solidFill>
                <a:schemeClr val="tx1"/>
              </a:solidFill>
            </a:endParaRP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Automation:</a:t>
            </a:r>
            <a:r>
              <a:rPr lang="en-US" dirty="0">
                <a:solidFill>
                  <a:schemeClr val="tx1"/>
                </a:solidFill>
              </a:rPr>
              <a:t> GitHub Actions</a:t>
            </a: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Frontend:</a:t>
            </a:r>
            <a:r>
              <a:rPr lang="en-US" dirty="0">
                <a:solidFill>
                  <a:schemeClr val="tx1"/>
                </a:solidFill>
              </a:rPr>
              <a:t> </a:t>
            </a:r>
            <a:r>
              <a:rPr lang="en-US" dirty="0" err="1" smtClean="0">
                <a:solidFill>
                  <a:schemeClr val="tx1"/>
                </a:solidFill>
              </a:rPr>
              <a:t>Streamlit</a:t>
            </a:r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26439" name="Google Shape;26439;p32"/>
          <p:cNvGrpSpPr/>
          <p:nvPr/>
        </p:nvGrpSpPr>
        <p:grpSpPr>
          <a:xfrm>
            <a:off x="5503009" y="2185121"/>
            <a:ext cx="1709601" cy="2057997"/>
            <a:chOff x="-6863569" y="1281643"/>
            <a:chExt cx="2938469" cy="3537293"/>
          </a:xfrm>
        </p:grpSpPr>
        <p:sp>
          <p:nvSpPr>
            <p:cNvPr id="26440" name="Google Shape;26440;p32"/>
            <p:cNvSpPr/>
            <p:nvPr/>
          </p:nvSpPr>
          <p:spPr>
            <a:xfrm>
              <a:off x="-6735579" y="3654464"/>
              <a:ext cx="279194" cy="140078"/>
            </a:xfrm>
            <a:custGeom>
              <a:avLst/>
              <a:gdLst/>
              <a:ahLst/>
              <a:cxnLst/>
              <a:rect l="l" t="t" r="r" b="b"/>
              <a:pathLst>
                <a:path w="1732" h="869" extrusionOk="0">
                  <a:moveTo>
                    <a:pt x="1" y="1"/>
                  </a:moveTo>
                  <a:lnTo>
                    <a:pt x="1" y="869"/>
                  </a:lnTo>
                  <a:lnTo>
                    <a:pt x="1731" y="869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1" name="Google Shape;26441;p32"/>
            <p:cNvSpPr/>
            <p:nvPr/>
          </p:nvSpPr>
          <p:spPr>
            <a:xfrm>
              <a:off x="-6735579" y="3870145"/>
              <a:ext cx="279194" cy="140078"/>
            </a:xfrm>
            <a:custGeom>
              <a:avLst/>
              <a:gdLst/>
              <a:ahLst/>
              <a:cxnLst/>
              <a:rect l="l" t="t" r="r" b="b"/>
              <a:pathLst>
                <a:path w="1732" h="869" extrusionOk="0">
                  <a:moveTo>
                    <a:pt x="1" y="0"/>
                  </a:moveTo>
                  <a:lnTo>
                    <a:pt x="1" y="869"/>
                  </a:lnTo>
                  <a:lnTo>
                    <a:pt x="1731" y="869"/>
                  </a:lnTo>
                  <a:lnTo>
                    <a:pt x="173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2" name="Google Shape;26442;p32"/>
            <p:cNvSpPr/>
            <p:nvPr/>
          </p:nvSpPr>
          <p:spPr>
            <a:xfrm>
              <a:off x="-6863569" y="3514707"/>
              <a:ext cx="2938469" cy="1304229"/>
            </a:xfrm>
            <a:custGeom>
              <a:avLst/>
              <a:gdLst/>
              <a:ahLst/>
              <a:cxnLst/>
              <a:rect l="l" t="t" r="r" b="b"/>
              <a:pathLst>
                <a:path w="18229" h="8091" extrusionOk="0">
                  <a:moveTo>
                    <a:pt x="0" y="0"/>
                  </a:moveTo>
                  <a:lnTo>
                    <a:pt x="0" y="8090"/>
                  </a:lnTo>
                  <a:lnTo>
                    <a:pt x="18228" y="8090"/>
                  </a:lnTo>
                  <a:lnTo>
                    <a:pt x="182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3" name="Google Shape;26443;p32"/>
            <p:cNvSpPr/>
            <p:nvPr/>
          </p:nvSpPr>
          <p:spPr>
            <a:xfrm>
              <a:off x="-6863569" y="2972121"/>
              <a:ext cx="888521" cy="542744"/>
            </a:xfrm>
            <a:custGeom>
              <a:avLst/>
              <a:gdLst/>
              <a:ahLst/>
              <a:cxnLst/>
              <a:rect l="l" t="t" r="r" b="b"/>
              <a:pathLst>
                <a:path w="5512" h="3367" extrusionOk="0">
                  <a:moveTo>
                    <a:pt x="5511" y="0"/>
                  </a:moveTo>
                  <a:lnTo>
                    <a:pt x="0" y="3366"/>
                  </a:lnTo>
                  <a:lnTo>
                    <a:pt x="5511" y="336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4" name="Google Shape;26444;p32"/>
            <p:cNvSpPr/>
            <p:nvPr/>
          </p:nvSpPr>
          <p:spPr>
            <a:xfrm>
              <a:off x="-6863569" y="2860090"/>
              <a:ext cx="888521" cy="654774"/>
            </a:xfrm>
            <a:custGeom>
              <a:avLst/>
              <a:gdLst/>
              <a:ahLst/>
              <a:cxnLst/>
              <a:rect l="l" t="t" r="r" b="b"/>
              <a:pathLst>
                <a:path w="5512" h="4062" extrusionOk="0">
                  <a:moveTo>
                    <a:pt x="5511" y="1"/>
                  </a:moveTo>
                  <a:lnTo>
                    <a:pt x="0" y="3367"/>
                  </a:lnTo>
                  <a:lnTo>
                    <a:pt x="0" y="4061"/>
                  </a:lnTo>
                  <a:lnTo>
                    <a:pt x="5511" y="695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5" name="Google Shape;26445;p32"/>
            <p:cNvSpPr/>
            <p:nvPr/>
          </p:nvSpPr>
          <p:spPr>
            <a:xfrm>
              <a:off x="-5991011" y="2972121"/>
              <a:ext cx="888521" cy="542744"/>
            </a:xfrm>
            <a:custGeom>
              <a:avLst/>
              <a:gdLst/>
              <a:ahLst/>
              <a:cxnLst/>
              <a:rect l="l" t="t" r="r" b="b"/>
              <a:pathLst>
                <a:path w="5512" h="3367" extrusionOk="0">
                  <a:moveTo>
                    <a:pt x="5512" y="0"/>
                  </a:moveTo>
                  <a:lnTo>
                    <a:pt x="1" y="3366"/>
                  </a:lnTo>
                  <a:lnTo>
                    <a:pt x="5512" y="3366"/>
                  </a:lnTo>
                  <a:lnTo>
                    <a:pt x="551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6" name="Google Shape;26446;p32"/>
            <p:cNvSpPr/>
            <p:nvPr/>
          </p:nvSpPr>
          <p:spPr>
            <a:xfrm>
              <a:off x="-5991011" y="2860090"/>
              <a:ext cx="888521" cy="654774"/>
            </a:xfrm>
            <a:custGeom>
              <a:avLst/>
              <a:gdLst/>
              <a:ahLst/>
              <a:cxnLst/>
              <a:rect l="l" t="t" r="r" b="b"/>
              <a:pathLst>
                <a:path w="5512" h="4062" extrusionOk="0">
                  <a:moveTo>
                    <a:pt x="5512" y="1"/>
                  </a:moveTo>
                  <a:lnTo>
                    <a:pt x="1" y="3367"/>
                  </a:lnTo>
                  <a:lnTo>
                    <a:pt x="1" y="4061"/>
                  </a:lnTo>
                  <a:lnTo>
                    <a:pt x="5512" y="695"/>
                  </a:lnTo>
                  <a:lnTo>
                    <a:pt x="5512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7" name="Google Shape;26447;p32"/>
            <p:cNvSpPr/>
            <p:nvPr/>
          </p:nvSpPr>
          <p:spPr>
            <a:xfrm>
              <a:off x="-4504454" y="1420930"/>
              <a:ext cx="579344" cy="2093923"/>
            </a:xfrm>
            <a:custGeom>
              <a:avLst/>
              <a:gdLst/>
              <a:ahLst/>
              <a:cxnLst/>
              <a:rect l="l" t="t" r="r" b="b"/>
              <a:pathLst>
                <a:path w="3594" h="12990" extrusionOk="0">
                  <a:moveTo>
                    <a:pt x="722" y="1"/>
                  </a:moveTo>
                  <a:lnTo>
                    <a:pt x="0" y="12989"/>
                  </a:lnTo>
                  <a:lnTo>
                    <a:pt x="3593" y="12989"/>
                  </a:lnTo>
                  <a:lnTo>
                    <a:pt x="2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8" name="Google Shape;26448;p32"/>
            <p:cNvSpPr/>
            <p:nvPr/>
          </p:nvSpPr>
          <p:spPr>
            <a:xfrm>
              <a:off x="-5102655" y="2138575"/>
              <a:ext cx="579344" cy="1376283"/>
            </a:xfrm>
            <a:custGeom>
              <a:avLst/>
              <a:gdLst/>
              <a:ahLst/>
              <a:cxnLst/>
              <a:rect l="l" t="t" r="r" b="b"/>
              <a:pathLst>
                <a:path w="3594" h="8538" extrusionOk="0">
                  <a:moveTo>
                    <a:pt x="724" y="0"/>
                  </a:moveTo>
                  <a:lnTo>
                    <a:pt x="1" y="8537"/>
                  </a:lnTo>
                  <a:lnTo>
                    <a:pt x="3594" y="8537"/>
                  </a:lnTo>
                  <a:lnTo>
                    <a:pt x="28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9" name="Google Shape;26449;p32"/>
            <p:cNvSpPr/>
            <p:nvPr/>
          </p:nvSpPr>
          <p:spPr>
            <a:xfrm>
              <a:off x="-4435462" y="1281643"/>
              <a:ext cx="441359" cy="139272"/>
            </a:xfrm>
            <a:custGeom>
              <a:avLst/>
              <a:gdLst/>
              <a:ahLst/>
              <a:cxnLst/>
              <a:rect l="l" t="t" r="r" b="b"/>
              <a:pathLst>
                <a:path w="2738" h="864" extrusionOk="0">
                  <a:moveTo>
                    <a:pt x="0" y="1"/>
                  </a:moveTo>
                  <a:lnTo>
                    <a:pt x="0" y="864"/>
                  </a:lnTo>
                  <a:lnTo>
                    <a:pt x="2737" y="864"/>
                  </a:lnTo>
                  <a:lnTo>
                    <a:pt x="2737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0" name="Google Shape;26450;p32"/>
            <p:cNvSpPr/>
            <p:nvPr/>
          </p:nvSpPr>
          <p:spPr>
            <a:xfrm>
              <a:off x="-4496072" y="2959870"/>
              <a:ext cx="562257" cy="69959"/>
            </a:xfrm>
            <a:custGeom>
              <a:avLst/>
              <a:gdLst/>
              <a:ahLst/>
              <a:cxnLst/>
              <a:rect l="l" t="t" r="r" b="b"/>
              <a:pathLst>
                <a:path w="3488" h="434" extrusionOk="0">
                  <a:moveTo>
                    <a:pt x="1" y="1"/>
                  </a:moveTo>
                  <a:lnTo>
                    <a:pt x="1" y="434"/>
                  </a:lnTo>
                  <a:lnTo>
                    <a:pt x="3487" y="434"/>
                  </a:lnTo>
                  <a:lnTo>
                    <a:pt x="3487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1" name="Google Shape;26451;p32"/>
            <p:cNvSpPr/>
            <p:nvPr/>
          </p:nvSpPr>
          <p:spPr>
            <a:xfrm>
              <a:off x="-4450614" y="2173071"/>
              <a:ext cx="471341" cy="69959"/>
            </a:xfrm>
            <a:custGeom>
              <a:avLst/>
              <a:gdLst/>
              <a:ahLst/>
              <a:cxnLst/>
              <a:rect l="l" t="t" r="r" b="b"/>
              <a:pathLst>
                <a:path w="2924" h="434" extrusionOk="0">
                  <a:moveTo>
                    <a:pt x="1" y="0"/>
                  </a:moveTo>
                  <a:lnTo>
                    <a:pt x="1" y="434"/>
                  </a:lnTo>
                  <a:lnTo>
                    <a:pt x="2924" y="43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2" name="Google Shape;26452;p32"/>
            <p:cNvSpPr/>
            <p:nvPr/>
          </p:nvSpPr>
          <p:spPr>
            <a:xfrm>
              <a:off x="-5033738" y="1999306"/>
              <a:ext cx="441520" cy="139272"/>
            </a:xfrm>
            <a:custGeom>
              <a:avLst/>
              <a:gdLst/>
              <a:ahLst/>
              <a:cxnLst/>
              <a:rect l="l" t="t" r="r" b="b"/>
              <a:pathLst>
                <a:path w="2739" h="864" extrusionOk="0">
                  <a:moveTo>
                    <a:pt x="1" y="1"/>
                  </a:moveTo>
                  <a:lnTo>
                    <a:pt x="1" y="864"/>
                  </a:lnTo>
                  <a:lnTo>
                    <a:pt x="2738" y="864"/>
                  </a:lnTo>
                  <a:lnTo>
                    <a:pt x="273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3" name="Google Shape;26453;p32"/>
            <p:cNvSpPr/>
            <p:nvPr/>
          </p:nvSpPr>
          <p:spPr>
            <a:xfrm>
              <a:off x="-5094112" y="3117842"/>
              <a:ext cx="562257" cy="69797"/>
            </a:xfrm>
            <a:custGeom>
              <a:avLst/>
              <a:gdLst/>
              <a:ahLst/>
              <a:cxnLst/>
              <a:rect l="l" t="t" r="r" b="b"/>
              <a:pathLst>
                <a:path w="3488" h="433" extrusionOk="0">
                  <a:moveTo>
                    <a:pt x="1" y="1"/>
                  </a:moveTo>
                  <a:lnTo>
                    <a:pt x="1" y="433"/>
                  </a:lnTo>
                  <a:lnTo>
                    <a:pt x="3487" y="433"/>
                  </a:lnTo>
                  <a:lnTo>
                    <a:pt x="3487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4" name="Google Shape;26454;p32"/>
            <p:cNvSpPr/>
            <p:nvPr/>
          </p:nvSpPr>
          <p:spPr>
            <a:xfrm>
              <a:off x="-5048654" y="2566712"/>
              <a:ext cx="471341" cy="69797"/>
            </a:xfrm>
            <a:custGeom>
              <a:avLst/>
              <a:gdLst/>
              <a:ahLst/>
              <a:cxnLst/>
              <a:rect l="l" t="t" r="r" b="b"/>
              <a:pathLst>
                <a:path w="2924" h="433" extrusionOk="0">
                  <a:moveTo>
                    <a:pt x="0" y="1"/>
                  </a:moveTo>
                  <a:lnTo>
                    <a:pt x="0" y="433"/>
                  </a:lnTo>
                  <a:lnTo>
                    <a:pt x="2923" y="433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5" name="Google Shape;26455;p32"/>
            <p:cNvSpPr/>
            <p:nvPr/>
          </p:nvSpPr>
          <p:spPr>
            <a:xfrm>
              <a:off x="-4363568" y="3654464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1" y="1"/>
                  </a:moveTo>
                  <a:lnTo>
                    <a:pt x="1" y="869"/>
                  </a:lnTo>
                  <a:lnTo>
                    <a:pt x="1731" y="869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6" name="Google Shape;26456;p32"/>
            <p:cNvSpPr/>
            <p:nvPr/>
          </p:nvSpPr>
          <p:spPr>
            <a:xfrm>
              <a:off x="-4363568" y="3870145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1" y="0"/>
                  </a:moveTo>
                  <a:lnTo>
                    <a:pt x="1" y="869"/>
                  </a:lnTo>
                  <a:lnTo>
                    <a:pt x="1731" y="869"/>
                  </a:lnTo>
                  <a:lnTo>
                    <a:pt x="173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7" name="Google Shape;26457;p32"/>
            <p:cNvSpPr/>
            <p:nvPr/>
          </p:nvSpPr>
          <p:spPr>
            <a:xfrm>
              <a:off x="-4716750" y="3654464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1"/>
                  </a:moveTo>
                  <a:lnTo>
                    <a:pt x="0" y="869"/>
                  </a:lnTo>
                  <a:lnTo>
                    <a:pt x="1730" y="86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8" name="Google Shape;26458;p32"/>
            <p:cNvSpPr/>
            <p:nvPr/>
          </p:nvSpPr>
          <p:spPr>
            <a:xfrm>
              <a:off x="-4716750" y="3870145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0"/>
                  </a:moveTo>
                  <a:lnTo>
                    <a:pt x="0" y="869"/>
                  </a:lnTo>
                  <a:lnTo>
                    <a:pt x="1730" y="869"/>
                  </a:lnTo>
                  <a:lnTo>
                    <a:pt x="173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9" name="Google Shape;26459;p32"/>
            <p:cNvSpPr/>
            <p:nvPr/>
          </p:nvSpPr>
          <p:spPr>
            <a:xfrm>
              <a:off x="-5372821" y="3654464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1"/>
                  </a:moveTo>
                  <a:lnTo>
                    <a:pt x="0" y="869"/>
                  </a:lnTo>
                  <a:lnTo>
                    <a:pt x="1731" y="869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0" name="Google Shape;26460;p32"/>
            <p:cNvSpPr/>
            <p:nvPr/>
          </p:nvSpPr>
          <p:spPr>
            <a:xfrm>
              <a:off x="-5372821" y="3870145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0"/>
                  </a:moveTo>
                  <a:lnTo>
                    <a:pt x="0" y="869"/>
                  </a:lnTo>
                  <a:lnTo>
                    <a:pt x="1731" y="869"/>
                  </a:lnTo>
                  <a:lnTo>
                    <a:pt x="173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1" name="Google Shape;26461;p32"/>
            <p:cNvSpPr/>
            <p:nvPr/>
          </p:nvSpPr>
          <p:spPr>
            <a:xfrm>
              <a:off x="-5726165" y="3654464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1"/>
                  </a:moveTo>
                  <a:lnTo>
                    <a:pt x="0" y="869"/>
                  </a:lnTo>
                  <a:lnTo>
                    <a:pt x="1730" y="86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2" name="Google Shape;26462;p32"/>
            <p:cNvSpPr/>
            <p:nvPr/>
          </p:nvSpPr>
          <p:spPr>
            <a:xfrm>
              <a:off x="-5726165" y="3870145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0"/>
                  </a:moveTo>
                  <a:lnTo>
                    <a:pt x="0" y="869"/>
                  </a:lnTo>
                  <a:lnTo>
                    <a:pt x="1730" y="869"/>
                  </a:lnTo>
                  <a:lnTo>
                    <a:pt x="173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3" name="Google Shape;26463;p32"/>
            <p:cNvSpPr/>
            <p:nvPr/>
          </p:nvSpPr>
          <p:spPr>
            <a:xfrm>
              <a:off x="-6382074" y="3654464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1"/>
                  </a:moveTo>
                  <a:lnTo>
                    <a:pt x="0" y="869"/>
                  </a:lnTo>
                  <a:lnTo>
                    <a:pt x="1731" y="869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4" name="Google Shape;26464;p32"/>
            <p:cNvSpPr/>
            <p:nvPr/>
          </p:nvSpPr>
          <p:spPr>
            <a:xfrm>
              <a:off x="-6382074" y="3870145"/>
              <a:ext cx="279033" cy="140078"/>
            </a:xfrm>
            <a:custGeom>
              <a:avLst/>
              <a:gdLst/>
              <a:ahLst/>
              <a:cxnLst/>
              <a:rect l="l" t="t" r="r" b="b"/>
              <a:pathLst>
                <a:path w="1731" h="869" extrusionOk="0">
                  <a:moveTo>
                    <a:pt x="0" y="0"/>
                  </a:moveTo>
                  <a:lnTo>
                    <a:pt x="0" y="869"/>
                  </a:lnTo>
                  <a:lnTo>
                    <a:pt x="1731" y="869"/>
                  </a:lnTo>
                  <a:lnTo>
                    <a:pt x="1731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65" name="Google Shape;26465;p32"/>
          <p:cNvGrpSpPr/>
          <p:nvPr/>
        </p:nvGrpSpPr>
        <p:grpSpPr>
          <a:xfrm>
            <a:off x="8683605" y="3025055"/>
            <a:ext cx="460396" cy="1218242"/>
            <a:chOff x="-1396750" y="2733875"/>
            <a:chExt cx="791331" cy="2093918"/>
          </a:xfrm>
        </p:grpSpPr>
        <p:sp>
          <p:nvSpPr>
            <p:cNvPr id="26466" name="Google Shape;26466;p32"/>
            <p:cNvSpPr/>
            <p:nvPr/>
          </p:nvSpPr>
          <p:spPr>
            <a:xfrm>
              <a:off x="-901705" y="3086570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7" name="Google Shape;26467;p32"/>
            <p:cNvSpPr/>
            <p:nvPr/>
          </p:nvSpPr>
          <p:spPr>
            <a:xfrm>
              <a:off x="-760980" y="3086570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8" name="Google Shape;26468;p32"/>
            <p:cNvSpPr/>
            <p:nvPr/>
          </p:nvSpPr>
          <p:spPr>
            <a:xfrm>
              <a:off x="-901705" y="321520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9" name="Google Shape;26469;p32"/>
            <p:cNvSpPr/>
            <p:nvPr/>
          </p:nvSpPr>
          <p:spPr>
            <a:xfrm>
              <a:off x="-760980" y="321520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0" name="Google Shape;26470;p32"/>
            <p:cNvSpPr/>
            <p:nvPr/>
          </p:nvSpPr>
          <p:spPr>
            <a:xfrm>
              <a:off x="-901705" y="3343839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1" name="Google Shape;26471;p32"/>
            <p:cNvSpPr/>
            <p:nvPr/>
          </p:nvSpPr>
          <p:spPr>
            <a:xfrm>
              <a:off x="-760980" y="3343839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2" name="Google Shape;26472;p32"/>
            <p:cNvSpPr/>
            <p:nvPr/>
          </p:nvSpPr>
          <p:spPr>
            <a:xfrm>
              <a:off x="-901705" y="347247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3" name="Google Shape;26473;p32"/>
            <p:cNvSpPr/>
            <p:nvPr/>
          </p:nvSpPr>
          <p:spPr>
            <a:xfrm>
              <a:off x="-760980" y="347247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4" name="Google Shape;26474;p32"/>
            <p:cNvSpPr/>
            <p:nvPr/>
          </p:nvSpPr>
          <p:spPr>
            <a:xfrm>
              <a:off x="-901705" y="360094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5" name="Google Shape;26475;p32"/>
            <p:cNvSpPr/>
            <p:nvPr/>
          </p:nvSpPr>
          <p:spPr>
            <a:xfrm>
              <a:off x="-760980" y="360094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6" name="Google Shape;26476;p32"/>
            <p:cNvSpPr/>
            <p:nvPr/>
          </p:nvSpPr>
          <p:spPr>
            <a:xfrm>
              <a:off x="-901705" y="3729421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7" name="Google Shape;26477;p32"/>
            <p:cNvSpPr/>
            <p:nvPr/>
          </p:nvSpPr>
          <p:spPr>
            <a:xfrm>
              <a:off x="-760980" y="3729421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8" name="Google Shape;26478;p32"/>
            <p:cNvSpPr/>
            <p:nvPr/>
          </p:nvSpPr>
          <p:spPr>
            <a:xfrm>
              <a:off x="-901705" y="3858055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9" name="Google Shape;26479;p32"/>
            <p:cNvSpPr/>
            <p:nvPr/>
          </p:nvSpPr>
          <p:spPr>
            <a:xfrm>
              <a:off x="-760980" y="3858055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0" name="Google Shape;26480;p32"/>
            <p:cNvSpPr/>
            <p:nvPr/>
          </p:nvSpPr>
          <p:spPr>
            <a:xfrm>
              <a:off x="-901705" y="398669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1" name="Google Shape;26481;p32"/>
            <p:cNvSpPr/>
            <p:nvPr/>
          </p:nvSpPr>
          <p:spPr>
            <a:xfrm>
              <a:off x="-760980" y="3986690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2" name="Google Shape;26482;p32"/>
            <p:cNvSpPr/>
            <p:nvPr/>
          </p:nvSpPr>
          <p:spPr>
            <a:xfrm>
              <a:off x="-901705" y="411516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3" name="Google Shape;26483;p32"/>
            <p:cNvSpPr/>
            <p:nvPr/>
          </p:nvSpPr>
          <p:spPr>
            <a:xfrm>
              <a:off x="-760980" y="411516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4" name="Google Shape;26484;p32"/>
            <p:cNvSpPr/>
            <p:nvPr/>
          </p:nvSpPr>
          <p:spPr>
            <a:xfrm>
              <a:off x="-901705" y="4243798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5" name="Google Shape;26485;p32"/>
            <p:cNvSpPr/>
            <p:nvPr/>
          </p:nvSpPr>
          <p:spPr>
            <a:xfrm>
              <a:off x="-760980" y="4243798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9" y="46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6" name="Google Shape;26486;p32"/>
            <p:cNvSpPr/>
            <p:nvPr/>
          </p:nvSpPr>
          <p:spPr>
            <a:xfrm>
              <a:off x="-901705" y="437227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7" name="Google Shape;26487;p32"/>
            <p:cNvSpPr/>
            <p:nvPr/>
          </p:nvSpPr>
          <p:spPr>
            <a:xfrm>
              <a:off x="-760980" y="437227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8" name="Google Shape;26488;p32"/>
            <p:cNvSpPr/>
            <p:nvPr/>
          </p:nvSpPr>
          <p:spPr>
            <a:xfrm>
              <a:off x="-901705" y="450090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9" name="Google Shape;26489;p32"/>
            <p:cNvSpPr/>
            <p:nvPr/>
          </p:nvSpPr>
          <p:spPr>
            <a:xfrm>
              <a:off x="-760980" y="4500906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0" name="Google Shape;26490;p32"/>
            <p:cNvSpPr/>
            <p:nvPr/>
          </p:nvSpPr>
          <p:spPr>
            <a:xfrm>
              <a:off x="-1396750" y="2733875"/>
              <a:ext cx="791331" cy="2093918"/>
            </a:xfrm>
            <a:custGeom>
              <a:avLst/>
              <a:gdLst/>
              <a:ahLst/>
              <a:cxnLst/>
              <a:rect l="l" t="t" r="r" b="b"/>
              <a:pathLst>
                <a:path w="4909" h="12667" extrusionOk="0">
                  <a:moveTo>
                    <a:pt x="2435" y="1"/>
                  </a:moveTo>
                  <a:lnTo>
                    <a:pt x="1" y="1846"/>
                  </a:lnTo>
                  <a:lnTo>
                    <a:pt x="1" y="12667"/>
                  </a:lnTo>
                  <a:lnTo>
                    <a:pt x="4909" y="12667"/>
                  </a:lnTo>
                  <a:lnTo>
                    <a:pt x="4909" y="1846"/>
                  </a:lnTo>
                  <a:lnTo>
                    <a:pt x="24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1" name="Google Shape;26491;p32"/>
            <p:cNvSpPr/>
            <p:nvPr/>
          </p:nvSpPr>
          <p:spPr>
            <a:xfrm>
              <a:off x="-1323718" y="3086570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2" name="Google Shape;26492;p32"/>
            <p:cNvSpPr/>
            <p:nvPr/>
          </p:nvSpPr>
          <p:spPr>
            <a:xfrm>
              <a:off x="-1182832" y="3086570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8" y="470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3" name="Google Shape;26493;p32"/>
            <p:cNvSpPr/>
            <p:nvPr/>
          </p:nvSpPr>
          <p:spPr>
            <a:xfrm>
              <a:off x="-1042268" y="3086570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4" name="Google Shape;26494;p32"/>
            <p:cNvSpPr/>
            <p:nvPr/>
          </p:nvSpPr>
          <p:spPr>
            <a:xfrm>
              <a:off x="-1323718" y="321520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5" name="Google Shape;26495;p32"/>
            <p:cNvSpPr/>
            <p:nvPr/>
          </p:nvSpPr>
          <p:spPr>
            <a:xfrm>
              <a:off x="-1182832" y="3215205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8" y="470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6" name="Google Shape;26496;p32"/>
            <p:cNvSpPr/>
            <p:nvPr/>
          </p:nvSpPr>
          <p:spPr>
            <a:xfrm>
              <a:off x="-1042268" y="3215205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7" name="Google Shape;26497;p32"/>
            <p:cNvSpPr/>
            <p:nvPr/>
          </p:nvSpPr>
          <p:spPr>
            <a:xfrm>
              <a:off x="-1323718" y="3343839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8" name="Google Shape;26498;p32"/>
            <p:cNvSpPr/>
            <p:nvPr/>
          </p:nvSpPr>
          <p:spPr>
            <a:xfrm>
              <a:off x="-1182832" y="3343839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68" y="470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9" name="Google Shape;26499;p32"/>
            <p:cNvSpPr/>
            <p:nvPr/>
          </p:nvSpPr>
          <p:spPr>
            <a:xfrm>
              <a:off x="-1042268" y="3343839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0" name="Google Shape;26500;p32"/>
            <p:cNvSpPr/>
            <p:nvPr/>
          </p:nvSpPr>
          <p:spPr>
            <a:xfrm>
              <a:off x="-1323718" y="347247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1" name="Google Shape;26501;p32"/>
            <p:cNvSpPr/>
            <p:nvPr/>
          </p:nvSpPr>
          <p:spPr>
            <a:xfrm>
              <a:off x="-1182832" y="3472474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8" y="470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2" name="Google Shape;26502;p32"/>
            <p:cNvSpPr/>
            <p:nvPr/>
          </p:nvSpPr>
          <p:spPr>
            <a:xfrm>
              <a:off x="-1042268" y="3472474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3" name="Google Shape;26503;p32"/>
            <p:cNvSpPr/>
            <p:nvPr/>
          </p:nvSpPr>
          <p:spPr>
            <a:xfrm>
              <a:off x="-1323718" y="360094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4" name="Google Shape;26504;p32"/>
            <p:cNvSpPr/>
            <p:nvPr/>
          </p:nvSpPr>
          <p:spPr>
            <a:xfrm>
              <a:off x="-1182832" y="3600947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8" y="468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5" name="Google Shape;26505;p32"/>
            <p:cNvSpPr/>
            <p:nvPr/>
          </p:nvSpPr>
          <p:spPr>
            <a:xfrm>
              <a:off x="-1042268" y="3600947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6" name="Google Shape;26506;p32"/>
            <p:cNvSpPr/>
            <p:nvPr/>
          </p:nvSpPr>
          <p:spPr>
            <a:xfrm>
              <a:off x="-1323718" y="3729421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7" name="Google Shape;26507;p32"/>
            <p:cNvSpPr/>
            <p:nvPr/>
          </p:nvSpPr>
          <p:spPr>
            <a:xfrm>
              <a:off x="-1182832" y="3729421"/>
              <a:ext cx="75602" cy="75923"/>
            </a:xfrm>
            <a:custGeom>
              <a:avLst/>
              <a:gdLst/>
              <a:ahLst/>
              <a:cxnLst/>
              <a:rect l="l" t="t" r="r" b="b"/>
              <a:pathLst>
                <a:path w="469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8" y="470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8" name="Google Shape;26508;p32"/>
            <p:cNvSpPr/>
            <p:nvPr/>
          </p:nvSpPr>
          <p:spPr>
            <a:xfrm>
              <a:off x="-1042268" y="3729421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9" name="Google Shape;26509;p32"/>
            <p:cNvSpPr/>
            <p:nvPr/>
          </p:nvSpPr>
          <p:spPr>
            <a:xfrm>
              <a:off x="-1323718" y="3858055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0" name="Google Shape;26510;p32"/>
            <p:cNvSpPr/>
            <p:nvPr/>
          </p:nvSpPr>
          <p:spPr>
            <a:xfrm>
              <a:off x="-1182832" y="3858055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8" y="469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1" name="Google Shape;26511;p32"/>
            <p:cNvSpPr/>
            <p:nvPr/>
          </p:nvSpPr>
          <p:spPr>
            <a:xfrm>
              <a:off x="-1042268" y="3858055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2" name="Google Shape;26512;p32"/>
            <p:cNvSpPr/>
            <p:nvPr/>
          </p:nvSpPr>
          <p:spPr>
            <a:xfrm>
              <a:off x="-1323718" y="398669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3" name="Google Shape;26513;p32"/>
            <p:cNvSpPr/>
            <p:nvPr/>
          </p:nvSpPr>
          <p:spPr>
            <a:xfrm>
              <a:off x="-1182832" y="3986690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8" y="470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4" name="Google Shape;26514;p32"/>
            <p:cNvSpPr/>
            <p:nvPr/>
          </p:nvSpPr>
          <p:spPr>
            <a:xfrm>
              <a:off x="-1042268" y="398669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5" name="Google Shape;26515;p32"/>
            <p:cNvSpPr/>
            <p:nvPr/>
          </p:nvSpPr>
          <p:spPr>
            <a:xfrm>
              <a:off x="-1323718" y="411516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6" name="Google Shape;26516;p32"/>
            <p:cNvSpPr/>
            <p:nvPr/>
          </p:nvSpPr>
          <p:spPr>
            <a:xfrm>
              <a:off x="-1182832" y="4115163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8" y="469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7" name="Google Shape;26517;p32"/>
            <p:cNvSpPr/>
            <p:nvPr/>
          </p:nvSpPr>
          <p:spPr>
            <a:xfrm>
              <a:off x="-1042268" y="4115163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8" name="Google Shape;26518;p32"/>
            <p:cNvSpPr/>
            <p:nvPr/>
          </p:nvSpPr>
          <p:spPr>
            <a:xfrm>
              <a:off x="-1323718" y="4243798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9" name="Google Shape;26519;p32"/>
            <p:cNvSpPr/>
            <p:nvPr/>
          </p:nvSpPr>
          <p:spPr>
            <a:xfrm>
              <a:off x="-1182832" y="4243798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68" y="468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0" name="Google Shape;26520;p32"/>
            <p:cNvSpPr/>
            <p:nvPr/>
          </p:nvSpPr>
          <p:spPr>
            <a:xfrm>
              <a:off x="-1042268" y="4243798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8"/>
                  </a:lnTo>
                  <a:lnTo>
                    <a:pt x="470" y="468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1" name="Google Shape;26521;p32"/>
            <p:cNvSpPr/>
            <p:nvPr/>
          </p:nvSpPr>
          <p:spPr>
            <a:xfrm>
              <a:off x="-1323718" y="437227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2" name="Google Shape;26522;p32"/>
            <p:cNvSpPr/>
            <p:nvPr/>
          </p:nvSpPr>
          <p:spPr>
            <a:xfrm>
              <a:off x="-1182832" y="4372271"/>
              <a:ext cx="75602" cy="75762"/>
            </a:xfrm>
            <a:custGeom>
              <a:avLst/>
              <a:gdLst/>
              <a:ahLst/>
              <a:cxnLst/>
              <a:rect l="l" t="t" r="r" b="b"/>
              <a:pathLst>
                <a:path w="469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8" y="469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3" name="Google Shape;26523;p32"/>
            <p:cNvSpPr/>
            <p:nvPr/>
          </p:nvSpPr>
          <p:spPr>
            <a:xfrm>
              <a:off x="-1042268" y="437227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4" name="Google Shape;26524;p32"/>
            <p:cNvSpPr/>
            <p:nvPr/>
          </p:nvSpPr>
          <p:spPr>
            <a:xfrm>
              <a:off x="-1323718" y="450090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5" name="Google Shape;26525;p32"/>
            <p:cNvSpPr/>
            <p:nvPr/>
          </p:nvSpPr>
          <p:spPr>
            <a:xfrm>
              <a:off x="-1182832" y="4500906"/>
              <a:ext cx="75602" cy="75600"/>
            </a:xfrm>
            <a:custGeom>
              <a:avLst/>
              <a:gdLst/>
              <a:ahLst/>
              <a:cxnLst/>
              <a:rect l="l" t="t" r="r" b="b"/>
              <a:pathLst>
                <a:path w="469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68" y="469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6" name="Google Shape;26526;p32"/>
            <p:cNvSpPr/>
            <p:nvPr/>
          </p:nvSpPr>
          <p:spPr>
            <a:xfrm>
              <a:off x="-1042268" y="450090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27" name="Google Shape;26527;p32"/>
          <p:cNvGrpSpPr/>
          <p:nvPr/>
        </p:nvGrpSpPr>
        <p:grpSpPr>
          <a:xfrm>
            <a:off x="7920022" y="3623960"/>
            <a:ext cx="676469" cy="619337"/>
            <a:chOff x="-2709200" y="3754725"/>
            <a:chExt cx="1162718" cy="1064519"/>
          </a:xfrm>
        </p:grpSpPr>
        <p:sp>
          <p:nvSpPr>
            <p:cNvPr id="26528" name="Google Shape;26528;p32"/>
            <p:cNvSpPr/>
            <p:nvPr/>
          </p:nvSpPr>
          <p:spPr>
            <a:xfrm>
              <a:off x="-2709200" y="3754725"/>
              <a:ext cx="1162718" cy="1064519"/>
            </a:xfrm>
            <a:custGeom>
              <a:avLst/>
              <a:gdLst/>
              <a:ahLst/>
              <a:cxnLst/>
              <a:rect l="l" t="t" r="r" b="b"/>
              <a:pathLst>
                <a:path w="7213" h="6603" extrusionOk="0">
                  <a:moveTo>
                    <a:pt x="0" y="0"/>
                  </a:moveTo>
                  <a:lnTo>
                    <a:pt x="0" y="6602"/>
                  </a:lnTo>
                  <a:lnTo>
                    <a:pt x="7212" y="6602"/>
                  </a:lnTo>
                  <a:lnTo>
                    <a:pt x="7212" y="2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9" name="Google Shape;26529;p32"/>
            <p:cNvSpPr/>
            <p:nvPr/>
          </p:nvSpPr>
          <p:spPr>
            <a:xfrm>
              <a:off x="-1641921" y="41746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0" name="Google Shape;26530;p32"/>
            <p:cNvSpPr/>
            <p:nvPr/>
          </p:nvSpPr>
          <p:spPr>
            <a:xfrm>
              <a:off x="-1756854" y="41746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1" name="Google Shape;26531;p32"/>
            <p:cNvSpPr/>
            <p:nvPr/>
          </p:nvSpPr>
          <p:spPr>
            <a:xfrm>
              <a:off x="-1871626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3" y="383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2" name="Google Shape;26532;p32"/>
            <p:cNvSpPr/>
            <p:nvPr/>
          </p:nvSpPr>
          <p:spPr>
            <a:xfrm>
              <a:off x="-1986559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3" name="Google Shape;26533;p32"/>
            <p:cNvSpPr/>
            <p:nvPr/>
          </p:nvSpPr>
          <p:spPr>
            <a:xfrm>
              <a:off x="-2101493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4" name="Google Shape;26534;p32"/>
            <p:cNvSpPr/>
            <p:nvPr/>
          </p:nvSpPr>
          <p:spPr>
            <a:xfrm>
              <a:off x="-2216426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5" name="Google Shape;26535;p32"/>
            <p:cNvSpPr/>
            <p:nvPr/>
          </p:nvSpPr>
          <p:spPr>
            <a:xfrm>
              <a:off x="-2331037" y="41746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6" name="Google Shape;26536;p32"/>
            <p:cNvSpPr/>
            <p:nvPr/>
          </p:nvSpPr>
          <p:spPr>
            <a:xfrm>
              <a:off x="-2445809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3" y="383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7" name="Google Shape;26537;p32"/>
            <p:cNvSpPr/>
            <p:nvPr/>
          </p:nvSpPr>
          <p:spPr>
            <a:xfrm>
              <a:off x="-2560742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8" name="Google Shape;26538;p32"/>
            <p:cNvSpPr/>
            <p:nvPr/>
          </p:nvSpPr>
          <p:spPr>
            <a:xfrm>
              <a:off x="-1641921" y="4279583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9" name="Google Shape;26539;p32"/>
            <p:cNvSpPr/>
            <p:nvPr/>
          </p:nvSpPr>
          <p:spPr>
            <a:xfrm>
              <a:off x="-1756854" y="4279583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0" name="Google Shape;26540;p32"/>
            <p:cNvSpPr/>
            <p:nvPr/>
          </p:nvSpPr>
          <p:spPr>
            <a:xfrm>
              <a:off x="-1871626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1" name="Google Shape;26541;p32"/>
            <p:cNvSpPr/>
            <p:nvPr/>
          </p:nvSpPr>
          <p:spPr>
            <a:xfrm>
              <a:off x="-1986559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2" name="Google Shape;26542;p32"/>
            <p:cNvSpPr/>
            <p:nvPr/>
          </p:nvSpPr>
          <p:spPr>
            <a:xfrm>
              <a:off x="-2101493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3" name="Google Shape;26543;p32"/>
            <p:cNvSpPr/>
            <p:nvPr/>
          </p:nvSpPr>
          <p:spPr>
            <a:xfrm>
              <a:off x="-2216426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4" name="Google Shape;26544;p32"/>
            <p:cNvSpPr/>
            <p:nvPr/>
          </p:nvSpPr>
          <p:spPr>
            <a:xfrm>
              <a:off x="-2331037" y="4279583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5" name="Google Shape;26545;p32"/>
            <p:cNvSpPr/>
            <p:nvPr/>
          </p:nvSpPr>
          <p:spPr>
            <a:xfrm>
              <a:off x="-2445809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6" name="Google Shape;26546;p32"/>
            <p:cNvSpPr/>
            <p:nvPr/>
          </p:nvSpPr>
          <p:spPr>
            <a:xfrm>
              <a:off x="-2560742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7" name="Google Shape;26547;p32"/>
            <p:cNvSpPr/>
            <p:nvPr/>
          </p:nvSpPr>
          <p:spPr>
            <a:xfrm>
              <a:off x="-1641921" y="4384522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8" name="Google Shape;26548;p32"/>
            <p:cNvSpPr/>
            <p:nvPr/>
          </p:nvSpPr>
          <p:spPr>
            <a:xfrm>
              <a:off x="-1756854" y="4384522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9" name="Google Shape;26549;p32"/>
            <p:cNvSpPr/>
            <p:nvPr/>
          </p:nvSpPr>
          <p:spPr>
            <a:xfrm>
              <a:off x="-1871626" y="43845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0" name="Google Shape;26550;p32"/>
            <p:cNvSpPr/>
            <p:nvPr/>
          </p:nvSpPr>
          <p:spPr>
            <a:xfrm>
              <a:off x="-1986559" y="43845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1" name="Google Shape;26551;p32"/>
            <p:cNvSpPr/>
            <p:nvPr/>
          </p:nvSpPr>
          <p:spPr>
            <a:xfrm>
              <a:off x="-2101493" y="43845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2" name="Google Shape;26552;p32"/>
            <p:cNvSpPr/>
            <p:nvPr/>
          </p:nvSpPr>
          <p:spPr>
            <a:xfrm>
              <a:off x="-2216426" y="43845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3" name="Google Shape;26553;p32"/>
            <p:cNvSpPr/>
            <p:nvPr/>
          </p:nvSpPr>
          <p:spPr>
            <a:xfrm>
              <a:off x="-2331037" y="4384522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4" name="Google Shape;26554;p32"/>
            <p:cNvSpPr/>
            <p:nvPr/>
          </p:nvSpPr>
          <p:spPr>
            <a:xfrm>
              <a:off x="-2445809" y="43845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5" name="Google Shape;26555;p32"/>
            <p:cNvSpPr/>
            <p:nvPr/>
          </p:nvSpPr>
          <p:spPr>
            <a:xfrm>
              <a:off x="-2560742" y="43845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6" name="Google Shape;26556;p32"/>
            <p:cNvSpPr/>
            <p:nvPr/>
          </p:nvSpPr>
          <p:spPr>
            <a:xfrm>
              <a:off x="-1641921" y="4489461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7" name="Google Shape;26557;p32"/>
            <p:cNvSpPr/>
            <p:nvPr/>
          </p:nvSpPr>
          <p:spPr>
            <a:xfrm>
              <a:off x="-1756854" y="4489461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8" name="Google Shape;26558;p32"/>
            <p:cNvSpPr/>
            <p:nvPr/>
          </p:nvSpPr>
          <p:spPr>
            <a:xfrm>
              <a:off x="-1871626" y="448946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3" y="383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9" name="Google Shape;26559;p32"/>
            <p:cNvSpPr/>
            <p:nvPr/>
          </p:nvSpPr>
          <p:spPr>
            <a:xfrm>
              <a:off x="-1986559" y="448946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0" name="Google Shape;26560;p32"/>
            <p:cNvSpPr/>
            <p:nvPr/>
          </p:nvSpPr>
          <p:spPr>
            <a:xfrm>
              <a:off x="-2101493" y="448946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1" name="Google Shape;26561;p32"/>
            <p:cNvSpPr/>
            <p:nvPr/>
          </p:nvSpPr>
          <p:spPr>
            <a:xfrm>
              <a:off x="-2216426" y="448946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2" name="Google Shape;26562;p32"/>
            <p:cNvSpPr/>
            <p:nvPr/>
          </p:nvSpPr>
          <p:spPr>
            <a:xfrm>
              <a:off x="-2331037" y="4489461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3" name="Google Shape;26563;p32"/>
            <p:cNvSpPr/>
            <p:nvPr/>
          </p:nvSpPr>
          <p:spPr>
            <a:xfrm>
              <a:off x="-2445809" y="448946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3" y="383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4" name="Google Shape;26564;p32"/>
            <p:cNvSpPr/>
            <p:nvPr/>
          </p:nvSpPr>
          <p:spPr>
            <a:xfrm>
              <a:off x="-2560742" y="448946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5" name="Google Shape;26565;p32"/>
            <p:cNvSpPr/>
            <p:nvPr/>
          </p:nvSpPr>
          <p:spPr>
            <a:xfrm>
              <a:off x="-1641921" y="4594561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6" name="Google Shape;26566;p32"/>
            <p:cNvSpPr/>
            <p:nvPr/>
          </p:nvSpPr>
          <p:spPr>
            <a:xfrm>
              <a:off x="-1756854" y="4594561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7" name="Google Shape;26567;p32"/>
            <p:cNvSpPr/>
            <p:nvPr/>
          </p:nvSpPr>
          <p:spPr>
            <a:xfrm>
              <a:off x="-1871626" y="4594561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8" name="Google Shape;26568;p32"/>
            <p:cNvSpPr/>
            <p:nvPr/>
          </p:nvSpPr>
          <p:spPr>
            <a:xfrm>
              <a:off x="-1986559" y="4594561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9" name="Google Shape;26569;p32"/>
            <p:cNvSpPr/>
            <p:nvPr/>
          </p:nvSpPr>
          <p:spPr>
            <a:xfrm>
              <a:off x="-2101493" y="4594561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0" name="Google Shape;26570;p32"/>
            <p:cNvSpPr/>
            <p:nvPr/>
          </p:nvSpPr>
          <p:spPr>
            <a:xfrm>
              <a:off x="-2216426" y="4594561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1" name="Google Shape;26571;p32"/>
            <p:cNvSpPr/>
            <p:nvPr/>
          </p:nvSpPr>
          <p:spPr>
            <a:xfrm>
              <a:off x="-2331037" y="4594561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2" name="Google Shape;26572;p32"/>
            <p:cNvSpPr/>
            <p:nvPr/>
          </p:nvSpPr>
          <p:spPr>
            <a:xfrm>
              <a:off x="-2445809" y="4594561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3" name="Google Shape;26573;p32"/>
            <p:cNvSpPr/>
            <p:nvPr/>
          </p:nvSpPr>
          <p:spPr>
            <a:xfrm>
              <a:off x="-2560742" y="4594561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74" name="Google Shape;26574;p32"/>
          <p:cNvGrpSpPr/>
          <p:nvPr/>
        </p:nvGrpSpPr>
        <p:grpSpPr>
          <a:xfrm>
            <a:off x="7299066" y="3361365"/>
            <a:ext cx="676386" cy="881939"/>
            <a:chOff x="-3776500" y="3303375"/>
            <a:chExt cx="1162574" cy="1515880"/>
          </a:xfrm>
        </p:grpSpPr>
        <p:sp>
          <p:nvSpPr>
            <p:cNvPr id="26575" name="Google Shape;26575;p32"/>
            <p:cNvSpPr/>
            <p:nvPr/>
          </p:nvSpPr>
          <p:spPr>
            <a:xfrm>
              <a:off x="-3776500" y="3303375"/>
              <a:ext cx="1162574" cy="1515880"/>
            </a:xfrm>
            <a:custGeom>
              <a:avLst/>
              <a:gdLst/>
              <a:ahLst/>
              <a:cxnLst/>
              <a:rect l="l" t="t" r="r" b="b"/>
              <a:pathLst>
                <a:path w="7212" h="9893" extrusionOk="0">
                  <a:moveTo>
                    <a:pt x="46" y="1"/>
                  </a:moveTo>
                  <a:cubicBezTo>
                    <a:pt x="21" y="1"/>
                    <a:pt x="0" y="20"/>
                    <a:pt x="0" y="46"/>
                  </a:cubicBezTo>
                  <a:lnTo>
                    <a:pt x="0" y="9892"/>
                  </a:lnTo>
                  <a:lnTo>
                    <a:pt x="7212" y="9892"/>
                  </a:lnTo>
                  <a:lnTo>
                    <a:pt x="7212" y="46"/>
                  </a:lnTo>
                  <a:cubicBezTo>
                    <a:pt x="7212" y="22"/>
                    <a:pt x="7192" y="1"/>
                    <a:pt x="7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6" name="Google Shape;26576;p32"/>
            <p:cNvSpPr/>
            <p:nvPr/>
          </p:nvSpPr>
          <p:spPr>
            <a:xfrm>
              <a:off x="-3742960" y="3439751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7" name="Google Shape;26577;p32"/>
            <p:cNvSpPr/>
            <p:nvPr/>
          </p:nvSpPr>
          <p:spPr>
            <a:xfrm>
              <a:off x="-3628027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8" name="Google Shape;26578;p32"/>
            <p:cNvSpPr/>
            <p:nvPr/>
          </p:nvSpPr>
          <p:spPr>
            <a:xfrm>
              <a:off x="-3513255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9" name="Google Shape;26579;p32"/>
            <p:cNvSpPr/>
            <p:nvPr/>
          </p:nvSpPr>
          <p:spPr>
            <a:xfrm>
              <a:off x="-3398321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0" name="Google Shape;26580;p32"/>
            <p:cNvSpPr/>
            <p:nvPr/>
          </p:nvSpPr>
          <p:spPr>
            <a:xfrm>
              <a:off x="-3283710" y="3439751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1" name="Google Shape;26581;p32"/>
            <p:cNvSpPr/>
            <p:nvPr/>
          </p:nvSpPr>
          <p:spPr>
            <a:xfrm>
              <a:off x="-3168777" y="3439751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2" name="Google Shape;26582;p32"/>
            <p:cNvSpPr/>
            <p:nvPr/>
          </p:nvSpPr>
          <p:spPr>
            <a:xfrm>
              <a:off x="-3053844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3" name="Google Shape;26583;p32"/>
            <p:cNvSpPr/>
            <p:nvPr/>
          </p:nvSpPr>
          <p:spPr>
            <a:xfrm>
              <a:off x="-2938910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4" name="Google Shape;26584;p32"/>
            <p:cNvSpPr/>
            <p:nvPr/>
          </p:nvSpPr>
          <p:spPr>
            <a:xfrm>
              <a:off x="-2824138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5" name="Google Shape;26585;p32"/>
            <p:cNvSpPr/>
            <p:nvPr/>
          </p:nvSpPr>
          <p:spPr>
            <a:xfrm>
              <a:off x="-2709205" y="3439751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6" name="Google Shape;26586;p32"/>
            <p:cNvSpPr/>
            <p:nvPr/>
          </p:nvSpPr>
          <p:spPr>
            <a:xfrm>
              <a:off x="-3742960" y="3544690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7" name="Google Shape;26587;p32"/>
            <p:cNvSpPr/>
            <p:nvPr/>
          </p:nvSpPr>
          <p:spPr>
            <a:xfrm>
              <a:off x="-3628027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8" name="Google Shape;26588;p32"/>
            <p:cNvSpPr/>
            <p:nvPr/>
          </p:nvSpPr>
          <p:spPr>
            <a:xfrm>
              <a:off x="-3513255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9" name="Google Shape;26589;p32"/>
            <p:cNvSpPr/>
            <p:nvPr/>
          </p:nvSpPr>
          <p:spPr>
            <a:xfrm>
              <a:off x="-3398321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0" name="Google Shape;26590;p32"/>
            <p:cNvSpPr/>
            <p:nvPr/>
          </p:nvSpPr>
          <p:spPr>
            <a:xfrm>
              <a:off x="-3283710" y="3544690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1" name="Google Shape;26591;p32"/>
            <p:cNvSpPr/>
            <p:nvPr/>
          </p:nvSpPr>
          <p:spPr>
            <a:xfrm>
              <a:off x="-3168777" y="3544690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2" name="Google Shape;26592;p32"/>
            <p:cNvSpPr/>
            <p:nvPr/>
          </p:nvSpPr>
          <p:spPr>
            <a:xfrm>
              <a:off x="-3053844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3" name="Google Shape;26593;p32"/>
            <p:cNvSpPr/>
            <p:nvPr/>
          </p:nvSpPr>
          <p:spPr>
            <a:xfrm>
              <a:off x="-2938910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4" name="Google Shape;26594;p32"/>
            <p:cNvSpPr/>
            <p:nvPr/>
          </p:nvSpPr>
          <p:spPr>
            <a:xfrm>
              <a:off x="-2824138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5" name="Google Shape;26595;p32"/>
            <p:cNvSpPr/>
            <p:nvPr/>
          </p:nvSpPr>
          <p:spPr>
            <a:xfrm>
              <a:off x="-2709205" y="35446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6" name="Google Shape;26596;p32"/>
            <p:cNvSpPr/>
            <p:nvPr/>
          </p:nvSpPr>
          <p:spPr>
            <a:xfrm>
              <a:off x="-3742960" y="3649790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7" name="Google Shape;26597;p32"/>
            <p:cNvSpPr/>
            <p:nvPr/>
          </p:nvSpPr>
          <p:spPr>
            <a:xfrm>
              <a:off x="-3628027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8" name="Google Shape;26598;p32"/>
            <p:cNvSpPr/>
            <p:nvPr/>
          </p:nvSpPr>
          <p:spPr>
            <a:xfrm>
              <a:off x="-3513255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9" name="Google Shape;26599;p32"/>
            <p:cNvSpPr/>
            <p:nvPr/>
          </p:nvSpPr>
          <p:spPr>
            <a:xfrm>
              <a:off x="-3398321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0" name="Google Shape;26600;p32"/>
            <p:cNvSpPr/>
            <p:nvPr/>
          </p:nvSpPr>
          <p:spPr>
            <a:xfrm>
              <a:off x="-3283710" y="3649790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1" name="Google Shape;26601;p32"/>
            <p:cNvSpPr/>
            <p:nvPr/>
          </p:nvSpPr>
          <p:spPr>
            <a:xfrm>
              <a:off x="-3168777" y="3649790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2" name="Google Shape;26602;p32"/>
            <p:cNvSpPr/>
            <p:nvPr/>
          </p:nvSpPr>
          <p:spPr>
            <a:xfrm>
              <a:off x="-3053844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3" name="Google Shape;26603;p32"/>
            <p:cNvSpPr/>
            <p:nvPr/>
          </p:nvSpPr>
          <p:spPr>
            <a:xfrm>
              <a:off x="-2938910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4" name="Google Shape;26604;p32"/>
            <p:cNvSpPr/>
            <p:nvPr/>
          </p:nvSpPr>
          <p:spPr>
            <a:xfrm>
              <a:off x="-2824138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5" name="Google Shape;26605;p32"/>
            <p:cNvSpPr/>
            <p:nvPr/>
          </p:nvSpPr>
          <p:spPr>
            <a:xfrm>
              <a:off x="-2709205" y="3649790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6" name="Google Shape;26606;p32"/>
            <p:cNvSpPr/>
            <p:nvPr/>
          </p:nvSpPr>
          <p:spPr>
            <a:xfrm>
              <a:off x="-3742960" y="3754728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7" name="Google Shape;26607;p32"/>
            <p:cNvSpPr/>
            <p:nvPr/>
          </p:nvSpPr>
          <p:spPr>
            <a:xfrm>
              <a:off x="-3628027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8" name="Google Shape;26608;p32"/>
            <p:cNvSpPr/>
            <p:nvPr/>
          </p:nvSpPr>
          <p:spPr>
            <a:xfrm>
              <a:off x="-3513255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9" name="Google Shape;26609;p32"/>
            <p:cNvSpPr/>
            <p:nvPr/>
          </p:nvSpPr>
          <p:spPr>
            <a:xfrm>
              <a:off x="-3398321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0" name="Google Shape;26610;p32"/>
            <p:cNvSpPr/>
            <p:nvPr/>
          </p:nvSpPr>
          <p:spPr>
            <a:xfrm>
              <a:off x="-3283710" y="3754728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1" name="Google Shape;26611;p32"/>
            <p:cNvSpPr/>
            <p:nvPr/>
          </p:nvSpPr>
          <p:spPr>
            <a:xfrm>
              <a:off x="-3168777" y="3754728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2" name="Google Shape;26612;p32"/>
            <p:cNvSpPr/>
            <p:nvPr/>
          </p:nvSpPr>
          <p:spPr>
            <a:xfrm>
              <a:off x="-3053844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3" name="Google Shape;26613;p32"/>
            <p:cNvSpPr/>
            <p:nvPr/>
          </p:nvSpPr>
          <p:spPr>
            <a:xfrm>
              <a:off x="-2938910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4" name="Google Shape;26614;p32"/>
            <p:cNvSpPr/>
            <p:nvPr/>
          </p:nvSpPr>
          <p:spPr>
            <a:xfrm>
              <a:off x="-2824138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5" name="Google Shape;26615;p32"/>
            <p:cNvSpPr/>
            <p:nvPr/>
          </p:nvSpPr>
          <p:spPr>
            <a:xfrm>
              <a:off x="-2709205" y="37547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6" name="Google Shape;26616;p32"/>
            <p:cNvSpPr/>
            <p:nvPr/>
          </p:nvSpPr>
          <p:spPr>
            <a:xfrm>
              <a:off x="-3742960" y="3859828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7" name="Google Shape;26617;p32"/>
            <p:cNvSpPr/>
            <p:nvPr/>
          </p:nvSpPr>
          <p:spPr>
            <a:xfrm>
              <a:off x="-3628027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8" name="Google Shape;26618;p32"/>
            <p:cNvSpPr/>
            <p:nvPr/>
          </p:nvSpPr>
          <p:spPr>
            <a:xfrm>
              <a:off x="-3513255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9" name="Google Shape;26619;p32"/>
            <p:cNvSpPr/>
            <p:nvPr/>
          </p:nvSpPr>
          <p:spPr>
            <a:xfrm>
              <a:off x="-3398321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0" name="Google Shape;26620;p32"/>
            <p:cNvSpPr/>
            <p:nvPr/>
          </p:nvSpPr>
          <p:spPr>
            <a:xfrm>
              <a:off x="-3283710" y="3859828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1" name="Google Shape;26621;p32"/>
            <p:cNvSpPr/>
            <p:nvPr/>
          </p:nvSpPr>
          <p:spPr>
            <a:xfrm>
              <a:off x="-3168777" y="3859828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2" name="Google Shape;26622;p32"/>
            <p:cNvSpPr/>
            <p:nvPr/>
          </p:nvSpPr>
          <p:spPr>
            <a:xfrm>
              <a:off x="-3053844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3" name="Google Shape;26623;p32"/>
            <p:cNvSpPr/>
            <p:nvPr/>
          </p:nvSpPr>
          <p:spPr>
            <a:xfrm>
              <a:off x="-2938910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4" name="Google Shape;26624;p32"/>
            <p:cNvSpPr/>
            <p:nvPr/>
          </p:nvSpPr>
          <p:spPr>
            <a:xfrm>
              <a:off x="-2824138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5" name="Google Shape;26625;p32"/>
            <p:cNvSpPr/>
            <p:nvPr/>
          </p:nvSpPr>
          <p:spPr>
            <a:xfrm>
              <a:off x="-2709205" y="3859828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3" y="383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6" name="Google Shape;26626;p32"/>
            <p:cNvSpPr/>
            <p:nvPr/>
          </p:nvSpPr>
          <p:spPr>
            <a:xfrm>
              <a:off x="-3742960" y="3964767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7" name="Google Shape;26627;p32"/>
            <p:cNvSpPr/>
            <p:nvPr/>
          </p:nvSpPr>
          <p:spPr>
            <a:xfrm>
              <a:off x="-3628027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8" name="Google Shape;26628;p32"/>
            <p:cNvSpPr/>
            <p:nvPr/>
          </p:nvSpPr>
          <p:spPr>
            <a:xfrm>
              <a:off x="-3513255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9" name="Google Shape;26629;p32"/>
            <p:cNvSpPr/>
            <p:nvPr/>
          </p:nvSpPr>
          <p:spPr>
            <a:xfrm>
              <a:off x="-3398321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0" name="Google Shape;26630;p32"/>
            <p:cNvSpPr/>
            <p:nvPr/>
          </p:nvSpPr>
          <p:spPr>
            <a:xfrm>
              <a:off x="-3283710" y="3964767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1" name="Google Shape;26631;p32"/>
            <p:cNvSpPr/>
            <p:nvPr/>
          </p:nvSpPr>
          <p:spPr>
            <a:xfrm>
              <a:off x="-3168777" y="3964767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2" name="Google Shape;26632;p32"/>
            <p:cNvSpPr/>
            <p:nvPr/>
          </p:nvSpPr>
          <p:spPr>
            <a:xfrm>
              <a:off x="-3053844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3" name="Google Shape;26633;p32"/>
            <p:cNvSpPr/>
            <p:nvPr/>
          </p:nvSpPr>
          <p:spPr>
            <a:xfrm>
              <a:off x="-2938910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4" name="Google Shape;26634;p32"/>
            <p:cNvSpPr/>
            <p:nvPr/>
          </p:nvSpPr>
          <p:spPr>
            <a:xfrm>
              <a:off x="-2824138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5" name="Google Shape;26635;p32"/>
            <p:cNvSpPr/>
            <p:nvPr/>
          </p:nvSpPr>
          <p:spPr>
            <a:xfrm>
              <a:off x="-2709205" y="3964767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6" name="Google Shape;26636;p32"/>
            <p:cNvSpPr/>
            <p:nvPr/>
          </p:nvSpPr>
          <p:spPr>
            <a:xfrm>
              <a:off x="-3742960" y="40695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7" name="Google Shape;26637;p32"/>
            <p:cNvSpPr/>
            <p:nvPr/>
          </p:nvSpPr>
          <p:spPr>
            <a:xfrm>
              <a:off x="-3628027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8" name="Google Shape;26638;p32"/>
            <p:cNvSpPr/>
            <p:nvPr/>
          </p:nvSpPr>
          <p:spPr>
            <a:xfrm>
              <a:off x="-3513255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9" name="Google Shape;26639;p32"/>
            <p:cNvSpPr/>
            <p:nvPr/>
          </p:nvSpPr>
          <p:spPr>
            <a:xfrm>
              <a:off x="-3398321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0" name="Google Shape;26640;p32"/>
            <p:cNvSpPr/>
            <p:nvPr/>
          </p:nvSpPr>
          <p:spPr>
            <a:xfrm>
              <a:off x="-3283710" y="40695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1" name="Google Shape;26641;p32"/>
            <p:cNvSpPr/>
            <p:nvPr/>
          </p:nvSpPr>
          <p:spPr>
            <a:xfrm>
              <a:off x="-3168777" y="40695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2" name="Google Shape;26642;p32"/>
            <p:cNvSpPr/>
            <p:nvPr/>
          </p:nvSpPr>
          <p:spPr>
            <a:xfrm>
              <a:off x="-3053844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3" name="Google Shape;26643;p32"/>
            <p:cNvSpPr/>
            <p:nvPr/>
          </p:nvSpPr>
          <p:spPr>
            <a:xfrm>
              <a:off x="-2938910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4" name="Google Shape;26644;p32"/>
            <p:cNvSpPr/>
            <p:nvPr/>
          </p:nvSpPr>
          <p:spPr>
            <a:xfrm>
              <a:off x="-2824138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5" name="Google Shape;26645;p32"/>
            <p:cNvSpPr/>
            <p:nvPr/>
          </p:nvSpPr>
          <p:spPr>
            <a:xfrm>
              <a:off x="-2709205" y="40695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6" name="Google Shape;26646;p32"/>
            <p:cNvSpPr/>
            <p:nvPr/>
          </p:nvSpPr>
          <p:spPr>
            <a:xfrm>
              <a:off x="-3742960" y="41746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7" name="Google Shape;26647;p32"/>
            <p:cNvSpPr/>
            <p:nvPr/>
          </p:nvSpPr>
          <p:spPr>
            <a:xfrm>
              <a:off x="-3628027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8" name="Google Shape;26648;p32"/>
            <p:cNvSpPr/>
            <p:nvPr/>
          </p:nvSpPr>
          <p:spPr>
            <a:xfrm>
              <a:off x="-3513255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9" name="Google Shape;26649;p32"/>
            <p:cNvSpPr/>
            <p:nvPr/>
          </p:nvSpPr>
          <p:spPr>
            <a:xfrm>
              <a:off x="-3398321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0" name="Google Shape;26650;p32"/>
            <p:cNvSpPr/>
            <p:nvPr/>
          </p:nvSpPr>
          <p:spPr>
            <a:xfrm>
              <a:off x="-3283710" y="41746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1" name="Google Shape;26651;p32"/>
            <p:cNvSpPr/>
            <p:nvPr/>
          </p:nvSpPr>
          <p:spPr>
            <a:xfrm>
              <a:off x="-3168777" y="4174645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2" name="Google Shape;26652;p32"/>
            <p:cNvSpPr/>
            <p:nvPr/>
          </p:nvSpPr>
          <p:spPr>
            <a:xfrm>
              <a:off x="-3053844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3" name="Google Shape;26653;p32"/>
            <p:cNvSpPr/>
            <p:nvPr/>
          </p:nvSpPr>
          <p:spPr>
            <a:xfrm>
              <a:off x="-2938910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4" name="Google Shape;26654;p32"/>
            <p:cNvSpPr/>
            <p:nvPr/>
          </p:nvSpPr>
          <p:spPr>
            <a:xfrm>
              <a:off x="-2824138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4" y="38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5" name="Google Shape;26655;p32"/>
            <p:cNvSpPr/>
            <p:nvPr/>
          </p:nvSpPr>
          <p:spPr>
            <a:xfrm>
              <a:off x="-2709205" y="4174645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3"/>
                  </a:lnTo>
                  <a:lnTo>
                    <a:pt x="383" y="383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6" name="Google Shape;26656;p32"/>
            <p:cNvSpPr/>
            <p:nvPr/>
          </p:nvSpPr>
          <p:spPr>
            <a:xfrm>
              <a:off x="-3742960" y="4279583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7" name="Google Shape;26657;p32"/>
            <p:cNvSpPr/>
            <p:nvPr/>
          </p:nvSpPr>
          <p:spPr>
            <a:xfrm>
              <a:off x="-3628027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8" name="Google Shape;26658;p32"/>
            <p:cNvSpPr/>
            <p:nvPr/>
          </p:nvSpPr>
          <p:spPr>
            <a:xfrm>
              <a:off x="-3513255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9" name="Google Shape;26659;p32"/>
            <p:cNvSpPr/>
            <p:nvPr/>
          </p:nvSpPr>
          <p:spPr>
            <a:xfrm>
              <a:off x="-3398321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0" name="Google Shape;26660;p32"/>
            <p:cNvSpPr/>
            <p:nvPr/>
          </p:nvSpPr>
          <p:spPr>
            <a:xfrm>
              <a:off x="-3283710" y="4279583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1" name="Google Shape;26661;p32"/>
            <p:cNvSpPr/>
            <p:nvPr/>
          </p:nvSpPr>
          <p:spPr>
            <a:xfrm>
              <a:off x="-3168777" y="4279583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2" name="Google Shape;26662;p32"/>
            <p:cNvSpPr/>
            <p:nvPr/>
          </p:nvSpPr>
          <p:spPr>
            <a:xfrm>
              <a:off x="-3053844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3" name="Google Shape;26663;p32"/>
            <p:cNvSpPr/>
            <p:nvPr/>
          </p:nvSpPr>
          <p:spPr>
            <a:xfrm>
              <a:off x="-2938910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4" name="Google Shape;26664;p32"/>
            <p:cNvSpPr/>
            <p:nvPr/>
          </p:nvSpPr>
          <p:spPr>
            <a:xfrm>
              <a:off x="-2824138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5" name="Google Shape;26665;p32"/>
            <p:cNvSpPr/>
            <p:nvPr/>
          </p:nvSpPr>
          <p:spPr>
            <a:xfrm>
              <a:off x="-2709205" y="4279583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6" name="Google Shape;26666;p32"/>
            <p:cNvSpPr/>
            <p:nvPr/>
          </p:nvSpPr>
          <p:spPr>
            <a:xfrm>
              <a:off x="-3742960" y="4384683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7" name="Google Shape;26667;p32"/>
            <p:cNvSpPr/>
            <p:nvPr/>
          </p:nvSpPr>
          <p:spPr>
            <a:xfrm>
              <a:off x="-3628027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8" name="Google Shape;26668;p32"/>
            <p:cNvSpPr/>
            <p:nvPr/>
          </p:nvSpPr>
          <p:spPr>
            <a:xfrm>
              <a:off x="-3513255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9" name="Google Shape;26669;p32"/>
            <p:cNvSpPr/>
            <p:nvPr/>
          </p:nvSpPr>
          <p:spPr>
            <a:xfrm>
              <a:off x="-3398321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0" name="Google Shape;26670;p32"/>
            <p:cNvSpPr/>
            <p:nvPr/>
          </p:nvSpPr>
          <p:spPr>
            <a:xfrm>
              <a:off x="-3283710" y="4384683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1" name="Google Shape;26671;p32"/>
            <p:cNvSpPr/>
            <p:nvPr/>
          </p:nvSpPr>
          <p:spPr>
            <a:xfrm>
              <a:off x="-3168777" y="4384683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2" name="Google Shape;26672;p32"/>
            <p:cNvSpPr/>
            <p:nvPr/>
          </p:nvSpPr>
          <p:spPr>
            <a:xfrm>
              <a:off x="-3053844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3" name="Google Shape;26673;p32"/>
            <p:cNvSpPr/>
            <p:nvPr/>
          </p:nvSpPr>
          <p:spPr>
            <a:xfrm>
              <a:off x="-2938910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4" name="Google Shape;26674;p32"/>
            <p:cNvSpPr/>
            <p:nvPr/>
          </p:nvSpPr>
          <p:spPr>
            <a:xfrm>
              <a:off x="-2824138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5" name="Google Shape;26675;p32"/>
            <p:cNvSpPr/>
            <p:nvPr/>
          </p:nvSpPr>
          <p:spPr>
            <a:xfrm>
              <a:off x="-2709205" y="4384683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6" name="Google Shape;26676;p32"/>
            <p:cNvSpPr/>
            <p:nvPr/>
          </p:nvSpPr>
          <p:spPr>
            <a:xfrm>
              <a:off x="-3742960" y="4489622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7" name="Google Shape;26677;p32"/>
            <p:cNvSpPr/>
            <p:nvPr/>
          </p:nvSpPr>
          <p:spPr>
            <a:xfrm>
              <a:off x="-3628027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8" name="Google Shape;26678;p32"/>
            <p:cNvSpPr/>
            <p:nvPr/>
          </p:nvSpPr>
          <p:spPr>
            <a:xfrm>
              <a:off x="-3513255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9" name="Google Shape;26679;p32"/>
            <p:cNvSpPr/>
            <p:nvPr/>
          </p:nvSpPr>
          <p:spPr>
            <a:xfrm>
              <a:off x="-3398321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0" name="Google Shape;26680;p32"/>
            <p:cNvSpPr/>
            <p:nvPr/>
          </p:nvSpPr>
          <p:spPr>
            <a:xfrm>
              <a:off x="-3283710" y="4489622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1" name="Google Shape;26681;p32"/>
            <p:cNvSpPr/>
            <p:nvPr/>
          </p:nvSpPr>
          <p:spPr>
            <a:xfrm>
              <a:off x="-3168777" y="4489622"/>
              <a:ext cx="62061" cy="61899"/>
            </a:xfrm>
            <a:custGeom>
              <a:avLst/>
              <a:gdLst/>
              <a:ahLst/>
              <a:cxnLst/>
              <a:rect l="l" t="t" r="r" b="b"/>
              <a:pathLst>
                <a:path w="385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2" name="Google Shape;26682;p32"/>
            <p:cNvSpPr/>
            <p:nvPr/>
          </p:nvSpPr>
          <p:spPr>
            <a:xfrm>
              <a:off x="-3053844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" y="0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3" name="Google Shape;26683;p32"/>
            <p:cNvSpPr/>
            <p:nvPr/>
          </p:nvSpPr>
          <p:spPr>
            <a:xfrm>
              <a:off x="-2938910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4" name="Google Shape;26684;p32"/>
            <p:cNvSpPr/>
            <p:nvPr/>
          </p:nvSpPr>
          <p:spPr>
            <a:xfrm>
              <a:off x="-2824138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5" name="Google Shape;26685;p32"/>
            <p:cNvSpPr/>
            <p:nvPr/>
          </p:nvSpPr>
          <p:spPr>
            <a:xfrm>
              <a:off x="-2709205" y="4489622"/>
              <a:ext cx="61900" cy="61899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0" y="0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6" name="Google Shape;26686;p32"/>
            <p:cNvSpPr/>
            <p:nvPr/>
          </p:nvSpPr>
          <p:spPr>
            <a:xfrm>
              <a:off x="-3742960" y="4594399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7" name="Google Shape;26687;p32"/>
            <p:cNvSpPr/>
            <p:nvPr/>
          </p:nvSpPr>
          <p:spPr>
            <a:xfrm>
              <a:off x="-3628027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8" name="Google Shape;26688;p32"/>
            <p:cNvSpPr/>
            <p:nvPr/>
          </p:nvSpPr>
          <p:spPr>
            <a:xfrm>
              <a:off x="-3513255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9" name="Google Shape;26689;p32"/>
            <p:cNvSpPr/>
            <p:nvPr/>
          </p:nvSpPr>
          <p:spPr>
            <a:xfrm>
              <a:off x="-3398321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0" name="Google Shape;26690;p32"/>
            <p:cNvSpPr/>
            <p:nvPr/>
          </p:nvSpPr>
          <p:spPr>
            <a:xfrm>
              <a:off x="-3283710" y="4594399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1" name="Google Shape;26691;p32"/>
            <p:cNvSpPr/>
            <p:nvPr/>
          </p:nvSpPr>
          <p:spPr>
            <a:xfrm>
              <a:off x="-3168777" y="4594399"/>
              <a:ext cx="62061" cy="62060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2" name="Google Shape;26692;p32"/>
            <p:cNvSpPr/>
            <p:nvPr/>
          </p:nvSpPr>
          <p:spPr>
            <a:xfrm>
              <a:off x="-3053844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1" y="1"/>
                  </a:moveTo>
                  <a:lnTo>
                    <a:pt x="1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3" name="Google Shape;26693;p32"/>
            <p:cNvSpPr/>
            <p:nvPr/>
          </p:nvSpPr>
          <p:spPr>
            <a:xfrm>
              <a:off x="-2938910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4" name="Google Shape;26694;p32"/>
            <p:cNvSpPr/>
            <p:nvPr/>
          </p:nvSpPr>
          <p:spPr>
            <a:xfrm>
              <a:off x="-2824138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4" y="384"/>
                  </a:lnTo>
                  <a:lnTo>
                    <a:pt x="38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5" name="Google Shape;26695;p32"/>
            <p:cNvSpPr/>
            <p:nvPr/>
          </p:nvSpPr>
          <p:spPr>
            <a:xfrm>
              <a:off x="-2709205" y="4594399"/>
              <a:ext cx="61900" cy="62060"/>
            </a:xfrm>
            <a:custGeom>
              <a:avLst/>
              <a:gdLst/>
              <a:ahLst/>
              <a:cxnLst/>
              <a:rect l="l" t="t" r="r" b="b"/>
              <a:pathLst>
                <a:path w="384" h="385" extrusionOk="0">
                  <a:moveTo>
                    <a:pt x="0" y="1"/>
                  </a:moveTo>
                  <a:lnTo>
                    <a:pt x="0" y="384"/>
                  </a:lnTo>
                  <a:lnTo>
                    <a:pt x="383" y="384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96" name="Google Shape;26696;p32"/>
          <p:cNvGrpSpPr/>
          <p:nvPr/>
        </p:nvGrpSpPr>
        <p:grpSpPr>
          <a:xfrm>
            <a:off x="4884867" y="1105453"/>
            <a:ext cx="1423676" cy="3680584"/>
            <a:chOff x="9303920" y="1344843"/>
            <a:chExt cx="4641917" cy="12000599"/>
          </a:xfrm>
        </p:grpSpPr>
        <p:sp>
          <p:nvSpPr>
            <p:cNvPr id="26697" name="Google Shape;26697;p32"/>
            <p:cNvSpPr/>
            <p:nvPr/>
          </p:nvSpPr>
          <p:spPr>
            <a:xfrm>
              <a:off x="9303920" y="12822412"/>
              <a:ext cx="4464469" cy="523030"/>
            </a:xfrm>
            <a:custGeom>
              <a:avLst/>
              <a:gdLst/>
              <a:ahLst/>
              <a:cxnLst/>
              <a:rect l="l" t="t" r="r" b="b"/>
              <a:pathLst>
                <a:path w="12522" h="1467" extrusionOk="0">
                  <a:moveTo>
                    <a:pt x="12521" y="733"/>
                  </a:moveTo>
                  <a:cubicBezTo>
                    <a:pt x="12521" y="1138"/>
                    <a:pt x="9719" y="1467"/>
                    <a:pt x="6260" y="1467"/>
                  </a:cubicBezTo>
                  <a:cubicBezTo>
                    <a:pt x="2803" y="1467"/>
                    <a:pt x="0" y="1139"/>
                    <a:pt x="0" y="733"/>
                  </a:cubicBezTo>
                  <a:cubicBezTo>
                    <a:pt x="0" y="328"/>
                    <a:pt x="2803" y="1"/>
                    <a:pt x="6260" y="1"/>
                  </a:cubicBezTo>
                  <a:cubicBezTo>
                    <a:pt x="9719" y="1"/>
                    <a:pt x="12521" y="328"/>
                    <a:pt x="12521" y="733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8" name="Google Shape;26698;p32"/>
            <p:cNvSpPr/>
            <p:nvPr/>
          </p:nvSpPr>
          <p:spPr>
            <a:xfrm>
              <a:off x="11693063" y="2902676"/>
              <a:ext cx="2025447" cy="2915702"/>
            </a:xfrm>
            <a:custGeom>
              <a:avLst/>
              <a:gdLst/>
              <a:ahLst/>
              <a:cxnLst/>
              <a:rect l="l" t="t" r="r" b="b"/>
              <a:pathLst>
                <a:path w="5681" h="8178" extrusionOk="0">
                  <a:moveTo>
                    <a:pt x="550" y="2609"/>
                  </a:moveTo>
                  <a:cubicBezTo>
                    <a:pt x="0" y="1412"/>
                    <a:pt x="879" y="0"/>
                    <a:pt x="1600" y="643"/>
                  </a:cubicBezTo>
                  <a:cubicBezTo>
                    <a:pt x="2322" y="1285"/>
                    <a:pt x="3799" y="5173"/>
                    <a:pt x="3778" y="5048"/>
                  </a:cubicBezTo>
                  <a:cubicBezTo>
                    <a:pt x="3757" y="4923"/>
                    <a:pt x="3747" y="998"/>
                    <a:pt x="3817" y="972"/>
                  </a:cubicBezTo>
                  <a:lnTo>
                    <a:pt x="4431" y="739"/>
                  </a:lnTo>
                  <a:cubicBezTo>
                    <a:pt x="4431" y="739"/>
                    <a:pt x="5680" y="6235"/>
                    <a:pt x="4898" y="7082"/>
                  </a:cubicBezTo>
                  <a:cubicBezTo>
                    <a:pt x="3886" y="8177"/>
                    <a:pt x="1145" y="4531"/>
                    <a:pt x="550" y="2609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9" name="Google Shape;26699;p32"/>
            <p:cNvSpPr/>
            <p:nvPr/>
          </p:nvSpPr>
          <p:spPr>
            <a:xfrm>
              <a:off x="11919816" y="12475499"/>
              <a:ext cx="918778" cy="503420"/>
            </a:xfrm>
            <a:custGeom>
              <a:avLst/>
              <a:gdLst/>
              <a:ahLst/>
              <a:cxnLst/>
              <a:rect l="l" t="t" r="r" b="b"/>
              <a:pathLst>
                <a:path w="2577" h="1412" extrusionOk="0">
                  <a:moveTo>
                    <a:pt x="1042" y="1"/>
                  </a:moveTo>
                  <a:cubicBezTo>
                    <a:pt x="1047" y="148"/>
                    <a:pt x="940" y="260"/>
                    <a:pt x="1158" y="551"/>
                  </a:cubicBezTo>
                  <a:cubicBezTo>
                    <a:pt x="1375" y="842"/>
                    <a:pt x="2570" y="980"/>
                    <a:pt x="2575" y="1211"/>
                  </a:cubicBezTo>
                  <a:cubicBezTo>
                    <a:pt x="2576" y="1287"/>
                    <a:pt x="2436" y="1384"/>
                    <a:pt x="2284" y="1390"/>
                  </a:cubicBezTo>
                  <a:cubicBezTo>
                    <a:pt x="1769" y="1412"/>
                    <a:pt x="1" y="1380"/>
                    <a:pt x="1" y="1380"/>
                  </a:cubicBezTo>
                  <a:lnTo>
                    <a:pt x="43" y="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0" name="Google Shape;26700;p32"/>
            <p:cNvSpPr/>
            <p:nvPr/>
          </p:nvSpPr>
          <p:spPr>
            <a:xfrm>
              <a:off x="11345802" y="6491148"/>
              <a:ext cx="1561601" cy="6138734"/>
            </a:xfrm>
            <a:custGeom>
              <a:avLst/>
              <a:gdLst/>
              <a:ahLst/>
              <a:cxnLst/>
              <a:rect l="l" t="t" r="r" b="b"/>
              <a:pathLst>
                <a:path w="4380" h="17218" extrusionOk="0">
                  <a:moveTo>
                    <a:pt x="2483" y="1"/>
                  </a:moveTo>
                  <a:cubicBezTo>
                    <a:pt x="2653" y="509"/>
                    <a:pt x="4379" y="2821"/>
                    <a:pt x="4379" y="2821"/>
                  </a:cubicBezTo>
                  <a:cubicBezTo>
                    <a:pt x="4379" y="2821"/>
                    <a:pt x="3752" y="11084"/>
                    <a:pt x="3668" y="11465"/>
                  </a:cubicBezTo>
                  <a:cubicBezTo>
                    <a:pt x="3584" y="11846"/>
                    <a:pt x="2737" y="17218"/>
                    <a:pt x="2737" y="17218"/>
                  </a:cubicBezTo>
                  <a:lnTo>
                    <a:pt x="1595" y="17175"/>
                  </a:lnTo>
                  <a:lnTo>
                    <a:pt x="1615" y="8893"/>
                  </a:lnTo>
                  <a:cubicBezTo>
                    <a:pt x="1363" y="7079"/>
                    <a:pt x="587" y="3684"/>
                    <a:pt x="537" y="3498"/>
                  </a:cubicBezTo>
                  <a:cubicBezTo>
                    <a:pt x="410" y="3033"/>
                    <a:pt x="0" y="1930"/>
                    <a:pt x="0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1" name="Google Shape;26701;p32"/>
            <p:cNvSpPr/>
            <p:nvPr/>
          </p:nvSpPr>
          <p:spPr>
            <a:xfrm>
              <a:off x="10684082" y="11767431"/>
              <a:ext cx="547987" cy="1015397"/>
            </a:xfrm>
            <a:custGeom>
              <a:avLst/>
              <a:gdLst/>
              <a:ahLst/>
              <a:cxnLst/>
              <a:rect l="l" t="t" r="r" b="b"/>
              <a:pathLst>
                <a:path w="1537" h="2848" extrusionOk="0">
                  <a:moveTo>
                    <a:pt x="1536" y="500"/>
                  </a:moveTo>
                  <a:cubicBezTo>
                    <a:pt x="1536" y="500"/>
                    <a:pt x="1215" y="718"/>
                    <a:pt x="1074" y="997"/>
                  </a:cubicBezTo>
                  <a:cubicBezTo>
                    <a:pt x="852" y="1438"/>
                    <a:pt x="896" y="2475"/>
                    <a:pt x="624" y="2645"/>
                  </a:cubicBezTo>
                  <a:cubicBezTo>
                    <a:pt x="300" y="2848"/>
                    <a:pt x="251" y="1780"/>
                    <a:pt x="248" y="1765"/>
                  </a:cubicBezTo>
                  <a:cubicBezTo>
                    <a:pt x="213" y="1622"/>
                    <a:pt x="1" y="366"/>
                    <a:pt x="111" y="305"/>
                  </a:cubicBezTo>
                  <a:cubicBezTo>
                    <a:pt x="220" y="244"/>
                    <a:pt x="1055" y="1"/>
                    <a:pt x="10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2" name="Google Shape;26702;p32"/>
            <p:cNvSpPr/>
            <p:nvPr/>
          </p:nvSpPr>
          <p:spPr>
            <a:xfrm>
              <a:off x="10918679" y="6850530"/>
              <a:ext cx="2091048" cy="5161128"/>
            </a:xfrm>
            <a:custGeom>
              <a:avLst/>
              <a:gdLst/>
              <a:ahLst/>
              <a:cxnLst/>
              <a:rect l="l" t="t" r="r" b="b"/>
              <a:pathLst>
                <a:path w="5865" h="14476" extrusionOk="0">
                  <a:moveTo>
                    <a:pt x="5585" y="8"/>
                  </a:moveTo>
                  <a:cubicBezTo>
                    <a:pt x="5794" y="0"/>
                    <a:pt x="5772" y="3700"/>
                    <a:pt x="5745" y="5967"/>
                  </a:cubicBezTo>
                  <a:cubicBezTo>
                    <a:pt x="5727" y="7380"/>
                    <a:pt x="5864" y="8028"/>
                    <a:pt x="4994" y="9119"/>
                  </a:cubicBezTo>
                  <a:lnTo>
                    <a:pt x="720" y="14475"/>
                  </a:lnTo>
                  <a:lnTo>
                    <a:pt x="1" y="13884"/>
                  </a:lnTo>
                  <a:lnTo>
                    <a:pt x="3624" y="7558"/>
                  </a:lnTo>
                  <a:lnTo>
                    <a:pt x="1357" y="13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3" name="Google Shape;26703;p32"/>
            <p:cNvSpPr/>
            <p:nvPr/>
          </p:nvSpPr>
          <p:spPr>
            <a:xfrm>
              <a:off x="12028914" y="2071605"/>
              <a:ext cx="644963" cy="1627916"/>
            </a:xfrm>
            <a:custGeom>
              <a:avLst/>
              <a:gdLst/>
              <a:ahLst/>
              <a:cxnLst/>
              <a:rect l="l" t="t" r="r" b="b"/>
              <a:pathLst>
                <a:path w="1809" h="4566" extrusionOk="0">
                  <a:moveTo>
                    <a:pt x="728" y="0"/>
                  </a:moveTo>
                  <a:cubicBezTo>
                    <a:pt x="662" y="218"/>
                    <a:pt x="662" y="407"/>
                    <a:pt x="601" y="656"/>
                  </a:cubicBezTo>
                  <a:cubicBezTo>
                    <a:pt x="367" y="1608"/>
                    <a:pt x="109" y="2689"/>
                    <a:pt x="0" y="2645"/>
                  </a:cubicBezTo>
                  <a:cubicBezTo>
                    <a:pt x="164" y="3312"/>
                    <a:pt x="1808" y="4565"/>
                    <a:pt x="1695" y="3585"/>
                  </a:cubicBezTo>
                  <a:cubicBezTo>
                    <a:pt x="1653" y="3215"/>
                    <a:pt x="1618" y="1954"/>
                    <a:pt x="1615" y="1867"/>
                  </a:cubicBezTo>
                  <a:cubicBezTo>
                    <a:pt x="1611" y="1780"/>
                    <a:pt x="728" y="0"/>
                    <a:pt x="728" y="0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4" name="Google Shape;26704;p32"/>
            <p:cNvSpPr/>
            <p:nvPr/>
          </p:nvSpPr>
          <p:spPr>
            <a:xfrm>
              <a:off x="12193631" y="1408460"/>
              <a:ext cx="1239655" cy="1666778"/>
            </a:xfrm>
            <a:custGeom>
              <a:avLst/>
              <a:gdLst/>
              <a:ahLst/>
              <a:cxnLst/>
              <a:rect l="l" t="t" r="r" b="b"/>
              <a:pathLst>
                <a:path w="3477" h="4675" extrusionOk="0">
                  <a:moveTo>
                    <a:pt x="2409" y="4119"/>
                  </a:moveTo>
                  <a:cubicBezTo>
                    <a:pt x="1856" y="4674"/>
                    <a:pt x="1366" y="4502"/>
                    <a:pt x="830" y="3818"/>
                  </a:cubicBezTo>
                  <a:cubicBezTo>
                    <a:pt x="716" y="3672"/>
                    <a:pt x="538" y="2949"/>
                    <a:pt x="489" y="2770"/>
                  </a:cubicBezTo>
                  <a:cubicBezTo>
                    <a:pt x="218" y="1757"/>
                    <a:pt x="0" y="967"/>
                    <a:pt x="1414" y="247"/>
                  </a:cubicBezTo>
                  <a:cubicBezTo>
                    <a:pt x="1899" y="0"/>
                    <a:pt x="3476" y="479"/>
                    <a:pt x="3456" y="1416"/>
                  </a:cubicBezTo>
                  <a:cubicBezTo>
                    <a:pt x="3449" y="1726"/>
                    <a:pt x="3394" y="1912"/>
                    <a:pt x="3133" y="2423"/>
                  </a:cubicBezTo>
                  <a:cubicBezTo>
                    <a:pt x="3082" y="2524"/>
                    <a:pt x="3099" y="3183"/>
                    <a:pt x="3078" y="3296"/>
                  </a:cubicBezTo>
                  <a:cubicBezTo>
                    <a:pt x="3058" y="3391"/>
                    <a:pt x="2812" y="3445"/>
                    <a:pt x="2788" y="3530"/>
                  </a:cubicBezTo>
                  <a:cubicBezTo>
                    <a:pt x="2713" y="3815"/>
                    <a:pt x="2615" y="3911"/>
                    <a:pt x="2409" y="4119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5" name="Google Shape;26705;p32"/>
            <p:cNvSpPr/>
            <p:nvPr/>
          </p:nvSpPr>
          <p:spPr>
            <a:xfrm>
              <a:off x="11067937" y="2806759"/>
              <a:ext cx="2142159" cy="4895870"/>
            </a:xfrm>
            <a:custGeom>
              <a:avLst/>
              <a:gdLst/>
              <a:ahLst/>
              <a:cxnLst/>
              <a:rect l="l" t="t" r="r" b="b"/>
              <a:pathLst>
                <a:path w="5384" h="13732" extrusionOk="0">
                  <a:moveTo>
                    <a:pt x="2314" y="1"/>
                  </a:moveTo>
                  <a:cubicBezTo>
                    <a:pt x="2576" y="204"/>
                    <a:pt x="4138" y="1196"/>
                    <a:pt x="4104" y="2073"/>
                  </a:cubicBezTo>
                  <a:cubicBezTo>
                    <a:pt x="3850" y="8608"/>
                    <a:pt x="5384" y="12809"/>
                    <a:pt x="4726" y="12529"/>
                  </a:cubicBezTo>
                  <a:cubicBezTo>
                    <a:pt x="3785" y="10462"/>
                    <a:pt x="237" y="13731"/>
                    <a:pt x="192" y="12989"/>
                  </a:cubicBezTo>
                  <a:cubicBezTo>
                    <a:pt x="0" y="9891"/>
                    <a:pt x="161" y="3626"/>
                    <a:pt x="2083" y="353"/>
                  </a:cubicBezTo>
                  <a:cubicBezTo>
                    <a:pt x="2112" y="301"/>
                    <a:pt x="2283" y="52"/>
                    <a:pt x="2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6" name="Google Shape;26706;p32"/>
            <p:cNvSpPr/>
            <p:nvPr/>
          </p:nvSpPr>
          <p:spPr>
            <a:xfrm>
              <a:off x="12344800" y="1861253"/>
              <a:ext cx="369365" cy="484524"/>
            </a:xfrm>
            <a:custGeom>
              <a:avLst/>
              <a:gdLst/>
              <a:ahLst/>
              <a:cxnLst/>
              <a:rect l="l" t="t" r="r" b="b"/>
              <a:pathLst>
                <a:path w="1036" h="1359" extrusionOk="0">
                  <a:moveTo>
                    <a:pt x="655" y="84"/>
                  </a:moveTo>
                  <a:cubicBezTo>
                    <a:pt x="883" y="168"/>
                    <a:pt x="1035" y="500"/>
                    <a:pt x="934" y="867"/>
                  </a:cubicBezTo>
                  <a:cubicBezTo>
                    <a:pt x="833" y="1233"/>
                    <a:pt x="654" y="1359"/>
                    <a:pt x="425" y="1275"/>
                  </a:cubicBezTo>
                  <a:cubicBezTo>
                    <a:pt x="197" y="1191"/>
                    <a:pt x="0" y="922"/>
                    <a:pt x="101" y="555"/>
                  </a:cubicBezTo>
                  <a:cubicBezTo>
                    <a:pt x="202" y="187"/>
                    <a:pt x="426" y="0"/>
                    <a:pt x="655" y="84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7" name="Google Shape;26707;p32"/>
            <p:cNvSpPr/>
            <p:nvPr/>
          </p:nvSpPr>
          <p:spPr>
            <a:xfrm>
              <a:off x="10230122" y="7052643"/>
              <a:ext cx="575083" cy="926978"/>
            </a:xfrm>
            <a:custGeom>
              <a:avLst/>
              <a:gdLst/>
              <a:ahLst/>
              <a:cxnLst/>
              <a:rect l="l" t="t" r="r" b="b"/>
              <a:pathLst>
                <a:path w="1613" h="2600" extrusionOk="0">
                  <a:moveTo>
                    <a:pt x="1242" y="0"/>
                  </a:moveTo>
                  <a:lnTo>
                    <a:pt x="1449" y="508"/>
                  </a:lnTo>
                  <a:cubicBezTo>
                    <a:pt x="1449" y="508"/>
                    <a:pt x="1503" y="1446"/>
                    <a:pt x="1529" y="1571"/>
                  </a:cubicBezTo>
                  <a:cubicBezTo>
                    <a:pt x="1552" y="1698"/>
                    <a:pt x="1613" y="1942"/>
                    <a:pt x="1488" y="1942"/>
                  </a:cubicBezTo>
                  <a:cubicBezTo>
                    <a:pt x="1364" y="1942"/>
                    <a:pt x="1218" y="1126"/>
                    <a:pt x="1183" y="1228"/>
                  </a:cubicBezTo>
                  <a:lnTo>
                    <a:pt x="946" y="1901"/>
                  </a:lnTo>
                  <a:cubicBezTo>
                    <a:pt x="946" y="1901"/>
                    <a:pt x="975" y="2156"/>
                    <a:pt x="977" y="2362"/>
                  </a:cubicBezTo>
                  <a:cubicBezTo>
                    <a:pt x="980" y="2475"/>
                    <a:pt x="919" y="2530"/>
                    <a:pt x="882" y="2520"/>
                  </a:cubicBezTo>
                  <a:cubicBezTo>
                    <a:pt x="785" y="2493"/>
                    <a:pt x="737" y="1945"/>
                    <a:pt x="737" y="1945"/>
                  </a:cubicBezTo>
                  <a:lnTo>
                    <a:pt x="757" y="1558"/>
                  </a:lnTo>
                  <a:cubicBezTo>
                    <a:pt x="757" y="1558"/>
                    <a:pt x="643" y="2005"/>
                    <a:pt x="635" y="2046"/>
                  </a:cubicBezTo>
                  <a:cubicBezTo>
                    <a:pt x="627" y="2087"/>
                    <a:pt x="700" y="2414"/>
                    <a:pt x="524" y="2523"/>
                  </a:cubicBezTo>
                  <a:cubicBezTo>
                    <a:pt x="482" y="2554"/>
                    <a:pt x="432" y="2068"/>
                    <a:pt x="437" y="2006"/>
                  </a:cubicBezTo>
                  <a:cubicBezTo>
                    <a:pt x="441" y="1943"/>
                    <a:pt x="552" y="1499"/>
                    <a:pt x="552" y="1499"/>
                  </a:cubicBezTo>
                  <a:lnTo>
                    <a:pt x="399" y="1966"/>
                  </a:lnTo>
                  <a:cubicBezTo>
                    <a:pt x="399" y="1966"/>
                    <a:pt x="408" y="2234"/>
                    <a:pt x="397" y="2337"/>
                  </a:cubicBezTo>
                  <a:cubicBezTo>
                    <a:pt x="386" y="2439"/>
                    <a:pt x="255" y="2600"/>
                    <a:pt x="254" y="2475"/>
                  </a:cubicBezTo>
                  <a:cubicBezTo>
                    <a:pt x="252" y="2351"/>
                    <a:pt x="224" y="1943"/>
                    <a:pt x="224" y="1943"/>
                  </a:cubicBezTo>
                  <a:lnTo>
                    <a:pt x="350" y="1501"/>
                  </a:lnTo>
                  <a:lnTo>
                    <a:pt x="197" y="1919"/>
                  </a:lnTo>
                  <a:cubicBezTo>
                    <a:pt x="197" y="1919"/>
                    <a:pt x="223" y="2292"/>
                    <a:pt x="193" y="2385"/>
                  </a:cubicBezTo>
                  <a:cubicBezTo>
                    <a:pt x="163" y="2479"/>
                    <a:pt x="88" y="2546"/>
                    <a:pt x="44" y="2481"/>
                  </a:cubicBezTo>
                  <a:cubicBezTo>
                    <a:pt x="0" y="2414"/>
                    <a:pt x="29" y="1844"/>
                    <a:pt x="29" y="1844"/>
                  </a:cubicBezTo>
                  <a:cubicBezTo>
                    <a:pt x="29" y="1844"/>
                    <a:pt x="223" y="1289"/>
                    <a:pt x="230" y="1256"/>
                  </a:cubicBezTo>
                  <a:cubicBezTo>
                    <a:pt x="240" y="1225"/>
                    <a:pt x="256" y="1114"/>
                    <a:pt x="329" y="865"/>
                  </a:cubicBezTo>
                  <a:cubicBezTo>
                    <a:pt x="400" y="617"/>
                    <a:pt x="646" y="307"/>
                    <a:pt x="646" y="307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8" name="Google Shape;26708;p32"/>
            <p:cNvSpPr/>
            <p:nvPr/>
          </p:nvSpPr>
          <p:spPr>
            <a:xfrm>
              <a:off x="10441287" y="2938328"/>
              <a:ext cx="1769076" cy="4422398"/>
            </a:xfrm>
            <a:custGeom>
              <a:avLst/>
              <a:gdLst/>
              <a:ahLst/>
              <a:cxnLst/>
              <a:rect l="l" t="t" r="r" b="b"/>
              <a:pathLst>
                <a:path w="5890" h="12404" extrusionOk="0">
                  <a:moveTo>
                    <a:pt x="4054" y="1009"/>
                  </a:moveTo>
                  <a:cubicBezTo>
                    <a:pt x="3032" y="2678"/>
                    <a:pt x="1730" y="5014"/>
                    <a:pt x="1572" y="5839"/>
                  </a:cubicBezTo>
                  <a:cubicBezTo>
                    <a:pt x="1338" y="7070"/>
                    <a:pt x="0" y="12170"/>
                    <a:pt x="0" y="12170"/>
                  </a:cubicBezTo>
                  <a:lnTo>
                    <a:pt x="1012" y="12404"/>
                  </a:lnTo>
                  <a:lnTo>
                    <a:pt x="2869" y="6536"/>
                  </a:lnTo>
                  <a:cubicBezTo>
                    <a:pt x="2869" y="6536"/>
                    <a:pt x="5746" y="1998"/>
                    <a:pt x="5838" y="1394"/>
                  </a:cubicBezTo>
                  <a:cubicBezTo>
                    <a:pt x="5890" y="1057"/>
                    <a:pt x="5525" y="679"/>
                    <a:pt x="5193" y="413"/>
                  </a:cubicBezTo>
                  <a:cubicBezTo>
                    <a:pt x="4684" y="1"/>
                    <a:pt x="4425" y="403"/>
                    <a:pt x="4054" y="1009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9" name="Google Shape;26709;p32"/>
            <p:cNvSpPr/>
            <p:nvPr/>
          </p:nvSpPr>
          <p:spPr>
            <a:xfrm rot="862526">
              <a:off x="12969085" y="2120093"/>
              <a:ext cx="388618" cy="131560"/>
            </a:xfrm>
            <a:custGeom>
              <a:avLst/>
              <a:gdLst/>
              <a:ahLst/>
              <a:cxnLst/>
              <a:rect l="l" t="t" r="r" b="b"/>
              <a:pathLst>
                <a:path w="1090" h="369" extrusionOk="0">
                  <a:moveTo>
                    <a:pt x="958" y="306"/>
                  </a:moveTo>
                  <a:cubicBezTo>
                    <a:pt x="823" y="242"/>
                    <a:pt x="0" y="199"/>
                    <a:pt x="244" y="103"/>
                  </a:cubicBezTo>
                  <a:cubicBezTo>
                    <a:pt x="507" y="1"/>
                    <a:pt x="948" y="73"/>
                    <a:pt x="1056" y="216"/>
                  </a:cubicBezTo>
                  <a:cubicBezTo>
                    <a:pt x="1057" y="217"/>
                    <a:pt x="1089" y="369"/>
                    <a:pt x="958" y="306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0" name="Google Shape;26710;p32"/>
            <p:cNvSpPr/>
            <p:nvPr/>
          </p:nvSpPr>
          <p:spPr>
            <a:xfrm>
              <a:off x="13058930" y="2234539"/>
              <a:ext cx="213561" cy="139047"/>
            </a:xfrm>
            <a:custGeom>
              <a:avLst/>
              <a:gdLst/>
              <a:ahLst/>
              <a:cxnLst/>
              <a:rect l="l" t="t" r="r" b="b"/>
              <a:pathLst>
                <a:path w="599" h="390" extrusionOk="0">
                  <a:moveTo>
                    <a:pt x="81" y="1"/>
                  </a:moveTo>
                  <a:cubicBezTo>
                    <a:pt x="1" y="348"/>
                    <a:pt x="599" y="390"/>
                    <a:pt x="592" y="93"/>
                  </a:cubicBezTo>
                  <a:cubicBezTo>
                    <a:pt x="366" y="229"/>
                    <a:pt x="250" y="192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1" name="Google Shape;26711;p32"/>
            <p:cNvSpPr/>
            <p:nvPr/>
          </p:nvSpPr>
          <p:spPr>
            <a:xfrm flipH="1">
              <a:off x="11208386" y="1344843"/>
              <a:ext cx="2359499" cy="1861941"/>
            </a:xfrm>
            <a:custGeom>
              <a:avLst/>
              <a:gdLst/>
              <a:ahLst/>
              <a:cxnLst/>
              <a:rect l="l" t="t" r="r" b="b"/>
              <a:pathLst>
                <a:path w="6618" h="7234" extrusionOk="0">
                  <a:moveTo>
                    <a:pt x="1943" y="2876"/>
                  </a:moveTo>
                  <a:cubicBezTo>
                    <a:pt x="2525" y="3300"/>
                    <a:pt x="2747" y="2950"/>
                    <a:pt x="3118" y="3316"/>
                  </a:cubicBezTo>
                  <a:cubicBezTo>
                    <a:pt x="3489" y="3680"/>
                    <a:pt x="3241" y="4007"/>
                    <a:pt x="3454" y="4826"/>
                  </a:cubicBezTo>
                  <a:cubicBezTo>
                    <a:pt x="3667" y="5647"/>
                    <a:pt x="3499" y="5393"/>
                    <a:pt x="4461" y="5773"/>
                  </a:cubicBezTo>
                  <a:cubicBezTo>
                    <a:pt x="5423" y="6155"/>
                    <a:pt x="5312" y="6737"/>
                    <a:pt x="5573" y="6985"/>
                  </a:cubicBezTo>
                  <a:cubicBezTo>
                    <a:pt x="5835" y="7233"/>
                    <a:pt x="6427" y="7021"/>
                    <a:pt x="6522" y="6228"/>
                  </a:cubicBezTo>
                  <a:cubicBezTo>
                    <a:pt x="6618" y="5436"/>
                    <a:pt x="5825" y="5308"/>
                    <a:pt x="5551" y="4547"/>
                  </a:cubicBezTo>
                  <a:cubicBezTo>
                    <a:pt x="5276" y="3785"/>
                    <a:pt x="5730" y="3489"/>
                    <a:pt x="5497" y="2686"/>
                  </a:cubicBezTo>
                  <a:cubicBezTo>
                    <a:pt x="5264" y="1882"/>
                    <a:pt x="4946" y="2136"/>
                    <a:pt x="4598" y="1544"/>
                  </a:cubicBezTo>
                  <a:cubicBezTo>
                    <a:pt x="4250" y="951"/>
                    <a:pt x="4756" y="993"/>
                    <a:pt x="4048" y="498"/>
                  </a:cubicBezTo>
                  <a:cubicBezTo>
                    <a:pt x="3339" y="0"/>
                    <a:pt x="2715" y="32"/>
                    <a:pt x="2007" y="213"/>
                  </a:cubicBezTo>
                  <a:cubicBezTo>
                    <a:pt x="1298" y="392"/>
                    <a:pt x="631" y="794"/>
                    <a:pt x="420" y="1153"/>
                  </a:cubicBezTo>
                  <a:cubicBezTo>
                    <a:pt x="209" y="1514"/>
                    <a:pt x="0" y="1845"/>
                    <a:pt x="522" y="2038"/>
                  </a:cubicBezTo>
                  <a:cubicBezTo>
                    <a:pt x="1780" y="2506"/>
                    <a:pt x="1051" y="2226"/>
                    <a:pt x="1943" y="2876"/>
                  </a:cubicBezTo>
                  <a:close/>
                </a:path>
              </a:pathLst>
            </a:cu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2" name="Google Shape;26712;p32"/>
            <p:cNvSpPr/>
            <p:nvPr/>
          </p:nvSpPr>
          <p:spPr>
            <a:xfrm>
              <a:off x="11537976" y="2723477"/>
              <a:ext cx="663600" cy="503400"/>
            </a:xfrm>
            <a:prstGeom prst="ellipse">
              <a:avLst/>
            </a:pr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3" name="Google Shape;26713;p32"/>
            <p:cNvSpPr/>
            <p:nvPr/>
          </p:nvSpPr>
          <p:spPr>
            <a:xfrm>
              <a:off x="11897454" y="2558562"/>
              <a:ext cx="663600" cy="503400"/>
            </a:xfrm>
            <a:prstGeom prst="ellipse">
              <a:avLst/>
            </a:prstGeom>
            <a:solidFill>
              <a:srgbClr val="501C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4" name="Google Shape;26714;p32"/>
            <p:cNvSpPr/>
            <p:nvPr/>
          </p:nvSpPr>
          <p:spPr>
            <a:xfrm rot="-4335320">
              <a:off x="12983926" y="2741712"/>
              <a:ext cx="110245" cy="129595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715" name="Google Shape;26715;p32"/>
            <p:cNvGrpSpPr/>
            <p:nvPr/>
          </p:nvGrpSpPr>
          <p:grpSpPr>
            <a:xfrm>
              <a:off x="13058924" y="2796747"/>
              <a:ext cx="291875" cy="141475"/>
              <a:chOff x="7577349" y="2841559"/>
              <a:chExt cx="291875" cy="141475"/>
            </a:xfrm>
          </p:grpSpPr>
          <p:cxnSp>
            <p:nvCxnSpPr>
              <p:cNvPr id="26716" name="Google Shape;26716;p32"/>
              <p:cNvCxnSpPr/>
              <p:nvPr/>
            </p:nvCxnSpPr>
            <p:spPr>
              <a:xfrm>
                <a:off x="7629224" y="2841559"/>
                <a:ext cx="2400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17" name="Google Shape;26717;p32"/>
              <p:cNvCxnSpPr/>
              <p:nvPr/>
            </p:nvCxnSpPr>
            <p:spPr>
              <a:xfrm>
                <a:off x="7595674" y="2869934"/>
                <a:ext cx="234000" cy="81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18" name="Google Shape;26718;p32"/>
              <p:cNvCxnSpPr/>
              <p:nvPr/>
            </p:nvCxnSpPr>
            <p:spPr>
              <a:xfrm>
                <a:off x="7577349" y="2869934"/>
                <a:ext cx="200100" cy="113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sp>
          <p:nvSpPr>
            <p:cNvPr id="26719" name="Google Shape;26719;p32"/>
            <p:cNvSpPr/>
            <p:nvPr/>
          </p:nvSpPr>
          <p:spPr>
            <a:xfrm rot="-8099963">
              <a:off x="13186520" y="2643885"/>
              <a:ext cx="533407" cy="859930"/>
            </a:xfrm>
            <a:custGeom>
              <a:avLst/>
              <a:gdLst/>
              <a:ahLst/>
              <a:cxnLst/>
              <a:rect l="l" t="t" r="r" b="b"/>
              <a:pathLst>
                <a:path w="1613" h="2600" extrusionOk="0">
                  <a:moveTo>
                    <a:pt x="1242" y="0"/>
                  </a:moveTo>
                  <a:lnTo>
                    <a:pt x="1449" y="508"/>
                  </a:lnTo>
                  <a:cubicBezTo>
                    <a:pt x="1449" y="508"/>
                    <a:pt x="1503" y="1446"/>
                    <a:pt x="1529" y="1571"/>
                  </a:cubicBezTo>
                  <a:cubicBezTo>
                    <a:pt x="1552" y="1698"/>
                    <a:pt x="1613" y="1942"/>
                    <a:pt x="1488" y="1942"/>
                  </a:cubicBezTo>
                  <a:cubicBezTo>
                    <a:pt x="1364" y="1942"/>
                    <a:pt x="1218" y="1126"/>
                    <a:pt x="1183" y="1228"/>
                  </a:cubicBezTo>
                  <a:lnTo>
                    <a:pt x="946" y="1901"/>
                  </a:lnTo>
                  <a:cubicBezTo>
                    <a:pt x="946" y="1901"/>
                    <a:pt x="975" y="2156"/>
                    <a:pt x="977" y="2362"/>
                  </a:cubicBezTo>
                  <a:cubicBezTo>
                    <a:pt x="980" y="2475"/>
                    <a:pt x="919" y="2530"/>
                    <a:pt x="882" y="2520"/>
                  </a:cubicBezTo>
                  <a:cubicBezTo>
                    <a:pt x="785" y="2493"/>
                    <a:pt x="737" y="1945"/>
                    <a:pt x="737" y="1945"/>
                  </a:cubicBezTo>
                  <a:lnTo>
                    <a:pt x="757" y="1558"/>
                  </a:lnTo>
                  <a:cubicBezTo>
                    <a:pt x="757" y="1558"/>
                    <a:pt x="643" y="2005"/>
                    <a:pt x="635" y="2046"/>
                  </a:cubicBezTo>
                  <a:cubicBezTo>
                    <a:pt x="627" y="2087"/>
                    <a:pt x="700" y="2414"/>
                    <a:pt x="524" y="2523"/>
                  </a:cubicBezTo>
                  <a:cubicBezTo>
                    <a:pt x="482" y="2554"/>
                    <a:pt x="432" y="2068"/>
                    <a:pt x="437" y="2006"/>
                  </a:cubicBezTo>
                  <a:cubicBezTo>
                    <a:pt x="441" y="1943"/>
                    <a:pt x="552" y="1499"/>
                    <a:pt x="552" y="1499"/>
                  </a:cubicBezTo>
                  <a:lnTo>
                    <a:pt x="399" y="1966"/>
                  </a:lnTo>
                  <a:cubicBezTo>
                    <a:pt x="399" y="1966"/>
                    <a:pt x="408" y="2234"/>
                    <a:pt x="397" y="2337"/>
                  </a:cubicBezTo>
                  <a:cubicBezTo>
                    <a:pt x="386" y="2439"/>
                    <a:pt x="255" y="2600"/>
                    <a:pt x="254" y="2475"/>
                  </a:cubicBezTo>
                  <a:cubicBezTo>
                    <a:pt x="252" y="2351"/>
                    <a:pt x="224" y="1943"/>
                    <a:pt x="224" y="1943"/>
                  </a:cubicBezTo>
                  <a:lnTo>
                    <a:pt x="350" y="1501"/>
                  </a:lnTo>
                  <a:lnTo>
                    <a:pt x="197" y="1919"/>
                  </a:lnTo>
                  <a:cubicBezTo>
                    <a:pt x="197" y="1919"/>
                    <a:pt x="223" y="2292"/>
                    <a:pt x="193" y="2385"/>
                  </a:cubicBezTo>
                  <a:cubicBezTo>
                    <a:pt x="163" y="2479"/>
                    <a:pt x="88" y="2546"/>
                    <a:pt x="44" y="2481"/>
                  </a:cubicBezTo>
                  <a:cubicBezTo>
                    <a:pt x="0" y="2414"/>
                    <a:pt x="29" y="1844"/>
                    <a:pt x="29" y="1844"/>
                  </a:cubicBezTo>
                  <a:cubicBezTo>
                    <a:pt x="29" y="1844"/>
                    <a:pt x="223" y="1289"/>
                    <a:pt x="230" y="1256"/>
                  </a:cubicBezTo>
                  <a:cubicBezTo>
                    <a:pt x="240" y="1225"/>
                    <a:pt x="256" y="1114"/>
                    <a:pt x="329" y="865"/>
                  </a:cubicBezTo>
                  <a:cubicBezTo>
                    <a:pt x="400" y="617"/>
                    <a:pt x="646" y="307"/>
                    <a:pt x="646" y="307"/>
                  </a:cubicBezTo>
                  <a:close/>
                </a:path>
              </a:pathLst>
            </a:custGeom>
            <a:solidFill>
              <a:srgbClr val="965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20" name="Google Shape;26720;p32"/>
          <p:cNvSpPr/>
          <p:nvPr/>
        </p:nvSpPr>
        <p:spPr>
          <a:xfrm>
            <a:off x="-161526" y="4353250"/>
            <a:ext cx="9330571" cy="886173"/>
          </a:xfrm>
          <a:custGeom>
            <a:avLst/>
            <a:gdLst/>
            <a:ahLst/>
            <a:cxnLst/>
            <a:rect l="l" t="t" r="r" b="b"/>
            <a:pathLst>
              <a:path w="76885" h="8064" extrusionOk="0">
                <a:moveTo>
                  <a:pt x="65700" y="0"/>
                </a:moveTo>
                <a:cubicBezTo>
                  <a:pt x="64918" y="0"/>
                  <a:pt x="64286" y="634"/>
                  <a:pt x="64286" y="1414"/>
                </a:cubicBezTo>
                <a:lnTo>
                  <a:pt x="64286" y="1438"/>
                </a:lnTo>
                <a:cubicBezTo>
                  <a:pt x="64122" y="1422"/>
                  <a:pt x="63959" y="1414"/>
                  <a:pt x="63793" y="1414"/>
                </a:cubicBezTo>
                <a:cubicBezTo>
                  <a:pt x="62498" y="1414"/>
                  <a:pt x="61313" y="1888"/>
                  <a:pt x="60403" y="2672"/>
                </a:cubicBezTo>
                <a:cubicBezTo>
                  <a:pt x="60163" y="2496"/>
                  <a:pt x="59865" y="2392"/>
                  <a:pt x="59541" y="2392"/>
                </a:cubicBezTo>
                <a:cubicBezTo>
                  <a:pt x="59435" y="2392"/>
                  <a:pt x="59327" y="2404"/>
                  <a:pt x="59226" y="2424"/>
                </a:cubicBezTo>
                <a:cubicBezTo>
                  <a:pt x="59102" y="1598"/>
                  <a:pt x="58392" y="968"/>
                  <a:pt x="57532" y="968"/>
                </a:cubicBezTo>
                <a:cubicBezTo>
                  <a:pt x="56786" y="968"/>
                  <a:pt x="56147" y="1444"/>
                  <a:pt x="55916" y="2113"/>
                </a:cubicBezTo>
                <a:cubicBezTo>
                  <a:pt x="55517" y="2021"/>
                  <a:pt x="55100" y="1972"/>
                  <a:pt x="54672" y="1972"/>
                </a:cubicBezTo>
                <a:cubicBezTo>
                  <a:pt x="53148" y="1972"/>
                  <a:pt x="51767" y="2590"/>
                  <a:pt x="50768" y="3589"/>
                </a:cubicBezTo>
                <a:cubicBezTo>
                  <a:pt x="50435" y="3494"/>
                  <a:pt x="50087" y="3433"/>
                  <a:pt x="49727" y="3413"/>
                </a:cubicBezTo>
                <a:cubicBezTo>
                  <a:pt x="49674" y="3404"/>
                  <a:pt x="49619" y="3402"/>
                  <a:pt x="49563" y="3402"/>
                </a:cubicBezTo>
                <a:cubicBezTo>
                  <a:pt x="49551" y="3402"/>
                  <a:pt x="49537" y="3404"/>
                  <a:pt x="49525" y="3404"/>
                </a:cubicBezTo>
                <a:cubicBezTo>
                  <a:pt x="49492" y="3402"/>
                  <a:pt x="49459" y="3402"/>
                  <a:pt x="49424" y="3402"/>
                </a:cubicBezTo>
                <a:cubicBezTo>
                  <a:pt x="49377" y="3402"/>
                  <a:pt x="49330" y="3404"/>
                  <a:pt x="49281" y="3404"/>
                </a:cubicBezTo>
                <a:cubicBezTo>
                  <a:pt x="49310" y="3243"/>
                  <a:pt x="49326" y="3077"/>
                  <a:pt x="49326" y="2907"/>
                </a:cubicBezTo>
                <a:cubicBezTo>
                  <a:pt x="49326" y="1301"/>
                  <a:pt x="48023" y="2"/>
                  <a:pt x="46419" y="2"/>
                </a:cubicBezTo>
                <a:cubicBezTo>
                  <a:pt x="45639" y="2"/>
                  <a:pt x="44933" y="309"/>
                  <a:pt x="44412" y="808"/>
                </a:cubicBezTo>
                <a:cubicBezTo>
                  <a:pt x="44185" y="329"/>
                  <a:pt x="43696" y="2"/>
                  <a:pt x="43133" y="2"/>
                </a:cubicBezTo>
                <a:cubicBezTo>
                  <a:pt x="42372" y="2"/>
                  <a:pt x="41752" y="604"/>
                  <a:pt x="41721" y="1359"/>
                </a:cubicBezTo>
                <a:cubicBezTo>
                  <a:pt x="41517" y="1266"/>
                  <a:pt x="41292" y="1209"/>
                  <a:pt x="41056" y="1209"/>
                </a:cubicBezTo>
                <a:cubicBezTo>
                  <a:pt x="40688" y="1209"/>
                  <a:pt x="40355" y="1336"/>
                  <a:pt x="40083" y="1545"/>
                </a:cubicBezTo>
                <a:cubicBezTo>
                  <a:pt x="39324" y="1717"/>
                  <a:pt x="38628" y="2054"/>
                  <a:pt x="38035" y="2514"/>
                </a:cubicBezTo>
                <a:cubicBezTo>
                  <a:pt x="37920" y="2533"/>
                  <a:pt x="37808" y="2555"/>
                  <a:pt x="37697" y="2586"/>
                </a:cubicBezTo>
                <a:cubicBezTo>
                  <a:pt x="37484" y="2463"/>
                  <a:pt x="37239" y="2394"/>
                  <a:pt x="36975" y="2394"/>
                </a:cubicBezTo>
                <a:cubicBezTo>
                  <a:pt x="36868" y="2394"/>
                  <a:pt x="36760" y="2406"/>
                  <a:pt x="36662" y="2426"/>
                </a:cubicBezTo>
                <a:cubicBezTo>
                  <a:pt x="36535" y="1602"/>
                  <a:pt x="35825" y="970"/>
                  <a:pt x="34966" y="970"/>
                </a:cubicBezTo>
                <a:cubicBezTo>
                  <a:pt x="34219" y="970"/>
                  <a:pt x="33583" y="1449"/>
                  <a:pt x="33349" y="2116"/>
                </a:cubicBezTo>
                <a:cubicBezTo>
                  <a:pt x="32950" y="2023"/>
                  <a:pt x="32533" y="1974"/>
                  <a:pt x="32106" y="1974"/>
                </a:cubicBezTo>
                <a:cubicBezTo>
                  <a:pt x="31672" y="1974"/>
                  <a:pt x="31246" y="2025"/>
                  <a:pt x="30843" y="2120"/>
                </a:cubicBezTo>
                <a:cubicBezTo>
                  <a:pt x="30761" y="2107"/>
                  <a:pt x="30680" y="2099"/>
                  <a:pt x="30592" y="2099"/>
                </a:cubicBezTo>
                <a:cubicBezTo>
                  <a:pt x="30025" y="2099"/>
                  <a:pt x="29522" y="2373"/>
                  <a:pt x="29206" y="2795"/>
                </a:cubicBezTo>
                <a:cubicBezTo>
                  <a:pt x="28883" y="2993"/>
                  <a:pt x="28587" y="3222"/>
                  <a:pt x="28314" y="3480"/>
                </a:cubicBezTo>
                <a:cubicBezTo>
                  <a:pt x="28032" y="3429"/>
                  <a:pt x="27744" y="3402"/>
                  <a:pt x="27445" y="3402"/>
                </a:cubicBezTo>
                <a:cubicBezTo>
                  <a:pt x="27347" y="3402"/>
                  <a:pt x="27253" y="3406"/>
                  <a:pt x="27154" y="3413"/>
                </a:cubicBezTo>
                <a:cubicBezTo>
                  <a:pt x="27103" y="3406"/>
                  <a:pt x="27050" y="3402"/>
                  <a:pt x="26999" y="3402"/>
                </a:cubicBezTo>
                <a:cubicBezTo>
                  <a:pt x="26825" y="3402"/>
                  <a:pt x="26659" y="3435"/>
                  <a:pt x="26506" y="3490"/>
                </a:cubicBezTo>
                <a:cubicBezTo>
                  <a:pt x="26152" y="3560"/>
                  <a:pt x="25814" y="3668"/>
                  <a:pt x="25495" y="3807"/>
                </a:cubicBezTo>
                <a:cubicBezTo>
                  <a:pt x="24601" y="3079"/>
                  <a:pt x="23459" y="2641"/>
                  <a:pt x="22218" y="2641"/>
                </a:cubicBezTo>
                <a:cubicBezTo>
                  <a:pt x="21444" y="2641"/>
                  <a:pt x="20714" y="2811"/>
                  <a:pt x="20053" y="3112"/>
                </a:cubicBezTo>
                <a:cubicBezTo>
                  <a:pt x="20073" y="3014"/>
                  <a:pt x="20084" y="2907"/>
                  <a:pt x="20084" y="2803"/>
                </a:cubicBezTo>
                <a:cubicBezTo>
                  <a:pt x="20084" y="1923"/>
                  <a:pt x="19370" y="1209"/>
                  <a:pt x="18490" y="1209"/>
                </a:cubicBezTo>
                <a:cubicBezTo>
                  <a:pt x="17676" y="1209"/>
                  <a:pt x="17003" y="1823"/>
                  <a:pt x="16908" y="2613"/>
                </a:cubicBezTo>
                <a:cubicBezTo>
                  <a:pt x="16612" y="2525"/>
                  <a:pt x="16295" y="2474"/>
                  <a:pt x="15967" y="2474"/>
                </a:cubicBezTo>
                <a:cubicBezTo>
                  <a:pt x="14914" y="2474"/>
                  <a:pt x="13977" y="2981"/>
                  <a:pt x="13391" y="3765"/>
                </a:cubicBezTo>
                <a:cubicBezTo>
                  <a:pt x="12864" y="3427"/>
                  <a:pt x="12244" y="3233"/>
                  <a:pt x="11573" y="3233"/>
                </a:cubicBezTo>
                <a:cubicBezTo>
                  <a:pt x="10904" y="3233"/>
                  <a:pt x="10280" y="3427"/>
                  <a:pt x="9754" y="3765"/>
                </a:cubicBezTo>
                <a:cubicBezTo>
                  <a:pt x="9719" y="2838"/>
                  <a:pt x="8960" y="2101"/>
                  <a:pt x="8023" y="2101"/>
                </a:cubicBezTo>
                <a:cubicBezTo>
                  <a:pt x="7141" y="2101"/>
                  <a:pt x="6413" y="2762"/>
                  <a:pt x="6304" y="3615"/>
                </a:cubicBezTo>
                <a:cubicBezTo>
                  <a:pt x="5852" y="3478"/>
                  <a:pt x="5371" y="3404"/>
                  <a:pt x="4874" y="3404"/>
                </a:cubicBezTo>
                <a:cubicBezTo>
                  <a:pt x="2253" y="3404"/>
                  <a:pt x="115" y="5471"/>
                  <a:pt x="1" y="8063"/>
                </a:cubicBezTo>
                <a:lnTo>
                  <a:pt x="76885" y="8063"/>
                </a:lnTo>
                <a:cubicBezTo>
                  <a:pt x="76748" y="5465"/>
                  <a:pt x="74614" y="3398"/>
                  <a:pt x="71991" y="3398"/>
                </a:cubicBezTo>
                <a:cubicBezTo>
                  <a:pt x="71944" y="3398"/>
                  <a:pt x="71897" y="3402"/>
                  <a:pt x="71848" y="3402"/>
                </a:cubicBezTo>
                <a:cubicBezTo>
                  <a:pt x="71876" y="3241"/>
                  <a:pt x="71893" y="3075"/>
                  <a:pt x="71893" y="2905"/>
                </a:cubicBezTo>
                <a:cubicBezTo>
                  <a:pt x="71893" y="1299"/>
                  <a:pt x="70589" y="0"/>
                  <a:pt x="68987" y="0"/>
                </a:cubicBezTo>
                <a:cubicBezTo>
                  <a:pt x="68206" y="0"/>
                  <a:pt x="67500" y="307"/>
                  <a:pt x="66978" y="806"/>
                </a:cubicBezTo>
                <a:cubicBezTo>
                  <a:pt x="66751" y="327"/>
                  <a:pt x="66262" y="0"/>
                  <a:pt x="65700" y="0"/>
                </a:cubicBezTo>
                <a:close/>
              </a:path>
            </a:pathLst>
          </a:custGeom>
          <a:solidFill>
            <a:srgbClr val="FFFFFF">
              <a:alpha val="35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721" name="Google Shape;26721;p32"/>
          <p:cNvGrpSpPr/>
          <p:nvPr/>
        </p:nvGrpSpPr>
        <p:grpSpPr>
          <a:xfrm flipH="1">
            <a:off x="7920025" y="1089535"/>
            <a:ext cx="1534500" cy="3696502"/>
            <a:chOff x="7299075" y="1289972"/>
            <a:chExt cx="1534500" cy="3696502"/>
          </a:xfrm>
        </p:grpSpPr>
        <p:grpSp>
          <p:nvGrpSpPr>
            <p:cNvPr id="26722" name="Google Shape;26722;p32"/>
            <p:cNvGrpSpPr/>
            <p:nvPr/>
          </p:nvGrpSpPr>
          <p:grpSpPr>
            <a:xfrm>
              <a:off x="7299075" y="1289972"/>
              <a:ext cx="1534491" cy="3680576"/>
              <a:chOff x="-3555075" y="616322"/>
              <a:chExt cx="1534491" cy="3680576"/>
            </a:xfrm>
          </p:grpSpPr>
          <p:sp>
            <p:nvSpPr>
              <p:cNvPr id="26723" name="Google Shape;26723;p32"/>
              <p:cNvSpPr/>
              <p:nvPr/>
            </p:nvSpPr>
            <p:spPr>
              <a:xfrm>
                <a:off x="-2455535" y="616322"/>
                <a:ext cx="434951" cy="250450"/>
              </a:xfrm>
              <a:custGeom>
                <a:avLst/>
                <a:gdLst/>
                <a:ahLst/>
                <a:cxnLst/>
                <a:rect l="l" t="t" r="r" b="b"/>
                <a:pathLst>
                  <a:path w="2216" h="1276" extrusionOk="0">
                    <a:moveTo>
                      <a:pt x="1264" y="971"/>
                    </a:moveTo>
                    <a:cubicBezTo>
                      <a:pt x="1377" y="1003"/>
                      <a:pt x="1512" y="1222"/>
                      <a:pt x="1778" y="1249"/>
                    </a:cubicBezTo>
                    <a:cubicBezTo>
                      <a:pt x="2044" y="1275"/>
                      <a:pt x="2216" y="942"/>
                      <a:pt x="2175" y="827"/>
                    </a:cubicBezTo>
                    <a:cubicBezTo>
                      <a:pt x="2134" y="711"/>
                      <a:pt x="2075" y="741"/>
                      <a:pt x="2075" y="741"/>
                    </a:cubicBezTo>
                    <a:lnTo>
                      <a:pt x="2079" y="858"/>
                    </a:lnTo>
                    <a:cubicBezTo>
                      <a:pt x="2079" y="858"/>
                      <a:pt x="2017" y="725"/>
                      <a:pt x="1952" y="672"/>
                    </a:cubicBezTo>
                    <a:cubicBezTo>
                      <a:pt x="1884" y="619"/>
                      <a:pt x="1880" y="629"/>
                      <a:pt x="1880" y="629"/>
                    </a:cubicBezTo>
                    <a:lnTo>
                      <a:pt x="1893" y="754"/>
                    </a:lnTo>
                    <a:lnTo>
                      <a:pt x="1573" y="383"/>
                    </a:lnTo>
                    <a:cubicBezTo>
                      <a:pt x="1573" y="383"/>
                      <a:pt x="1596" y="477"/>
                      <a:pt x="1582" y="459"/>
                    </a:cubicBezTo>
                    <a:cubicBezTo>
                      <a:pt x="1565" y="441"/>
                      <a:pt x="1475" y="314"/>
                      <a:pt x="1205" y="158"/>
                    </a:cubicBezTo>
                    <a:cubicBezTo>
                      <a:pt x="933" y="1"/>
                      <a:pt x="503" y="89"/>
                      <a:pt x="503" y="89"/>
                    </a:cubicBezTo>
                    <a:cubicBezTo>
                      <a:pt x="503" y="89"/>
                      <a:pt x="252" y="36"/>
                      <a:pt x="133" y="183"/>
                    </a:cubicBezTo>
                    <a:cubicBezTo>
                      <a:pt x="16" y="332"/>
                      <a:pt x="0" y="533"/>
                      <a:pt x="211" y="649"/>
                    </a:cubicBezTo>
                    <a:cubicBezTo>
                      <a:pt x="417" y="762"/>
                      <a:pt x="1264" y="971"/>
                      <a:pt x="1264" y="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4" name="Google Shape;26724;p32"/>
              <p:cNvSpPr/>
              <p:nvPr/>
            </p:nvSpPr>
            <p:spPr>
              <a:xfrm>
                <a:off x="-2374472" y="4112790"/>
                <a:ext cx="322680" cy="184108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938" extrusionOk="0">
                    <a:moveTo>
                      <a:pt x="588" y="1"/>
                    </a:moveTo>
                    <a:cubicBezTo>
                      <a:pt x="606" y="87"/>
                      <a:pt x="555" y="166"/>
                      <a:pt x="716" y="320"/>
                    </a:cubicBezTo>
                    <a:cubicBezTo>
                      <a:pt x="876" y="473"/>
                      <a:pt x="1608" y="432"/>
                      <a:pt x="1637" y="569"/>
                    </a:cubicBezTo>
                    <a:cubicBezTo>
                      <a:pt x="1643" y="616"/>
                      <a:pt x="1570" y="688"/>
                      <a:pt x="1480" y="709"/>
                    </a:cubicBezTo>
                    <a:cubicBezTo>
                      <a:pt x="1173" y="774"/>
                      <a:pt x="107" y="938"/>
                      <a:pt x="107" y="938"/>
                    </a:cubicBezTo>
                    <a:lnTo>
                      <a:pt x="0" y="16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5" name="Google Shape;26725;p32"/>
              <p:cNvSpPr/>
              <p:nvPr/>
            </p:nvSpPr>
            <p:spPr>
              <a:xfrm>
                <a:off x="-2872033" y="2135894"/>
                <a:ext cx="632210" cy="2044623"/>
              </a:xfrm>
              <a:custGeom>
                <a:avLst/>
                <a:gdLst/>
                <a:ahLst/>
                <a:cxnLst/>
                <a:rect l="l" t="t" r="r" b="b"/>
                <a:pathLst>
                  <a:path w="3221" h="10417" extrusionOk="0">
                    <a:moveTo>
                      <a:pt x="1293" y="1"/>
                    </a:moveTo>
                    <a:cubicBezTo>
                      <a:pt x="1447" y="287"/>
                      <a:pt x="2724" y="1502"/>
                      <a:pt x="2724" y="1502"/>
                    </a:cubicBezTo>
                    <a:cubicBezTo>
                      <a:pt x="2724" y="1502"/>
                      <a:pt x="3196" y="6531"/>
                      <a:pt x="3186" y="6771"/>
                    </a:cubicBezTo>
                    <a:cubicBezTo>
                      <a:pt x="3176" y="7008"/>
                      <a:pt x="3221" y="10324"/>
                      <a:pt x="3221" y="10324"/>
                    </a:cubicBezTo>
                    <a:lnTo>
                      <a:pt x="2529" y="10416"/>
                    </a:lnTo>
                    <a:lnTo>
                      <a:pt x="1688" y="5439"/>
                    </a:lnTo>
                    <a:cubicBezTo>
                      <a:pt x="1351" y="4375"/>
                      <a:pt x="534" y="2413"/>
                      <a:pt x="483" y="2304"/>
                    </a:cubicBezTo>
                    <a:cubicBezTo>
                      <a:pt x="358" y="2038"/>
                      <a:pt x="0" y="1418"/>
                      <a:pt x="0" y="141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6" name="Google Shape;26726;p32"/>
              <p:cNvSpPr/>
              <p:nvPr/>
            </p:nvSpPr>
            <p:spPr>
              <a:xfrm>
                <a:off x="-3555075" y="3784812"/>
                <a:ext cx="216298" cy="305408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556" extrusionOk="0">
                    <a:moveTo>
                      <a:pt x="1101" y="368"/>
                    </a:moveTo>
                    <a:cubicBezTo>
                      <a:pt x="1101" y="368"/>
                      <a:pt x="876" y="446"/>
                      <a:pt x="751" y="589"/>
                    </a:cubicBezTo>
                    <a:cubicBezTo>
                      <a:pt x="553" y="812"/>
                      <a:pt x="409" y="1430"/>
                      <a:pt x="221" y="1488"/>
                    </a:cubicBezTo>
                    <a:cubicBezTo>
                      <a:pt x="0" y="1555"/>
                      <a:pt x="139" y="919"/>
                      <a:pt x="144" y="909"/>
                    </a:cubicBezTo>
                    <a:cubicBezTo>
                      <a:pt x="146" y="818"/>
                      <a:pt x="221" y="47"/>
                      <a:pt x="297" y="29"/>
                    </a:cubicBezTo>
                    <a:cubicBezTo>
                      <a:pt x="371" y="10"/>
                      <a:pt x="901" y="0"/>
                      <a:pt x="9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7" name="Google Shape;26727;p32"/>
              <p:cNvSpPr/>
              <p:nvPr/>
            </p:nvSpPr>
            <p:spPr>
              <a:xfrm>
                <a:off x="-3427495" y="2355135"/>
                <a:ext cx="1104650" cy="1518206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7735" extrusionOk="0">
                    <a:moveTo>
                      <a:pt x="5504" y="1"/>
                    </a:moveTo>
                    <a:cubicBezTo>
                      <a:pt x="5627" y="29"/>
                      <a:pt x="5024" y="2204"/>
                      <a:pt x="4645" y="3534"/>
                    </a:cubicBezTo>
                    <a:cubicBezTo>
                      <a:pt x="4410" y="4363"/>
                      <a:pt x="4387" y="4766"/>
                      <a:pt x="3700" y="5267"/>
                    </a:cubicBezTo>
                    <a:lnTo>
                      <a:pt x="328" y="7734"/>
                    </a:lnTo>
                    <a:lnTo>
                      <a:pt x="1" y="7272"/>
                    </a:lnTo>
                    <a:lnTo>
                      <a:pt x="3146" y="4129"/>
                    </a:lnTo>
                    <a:lnTo>
                      <a:pt x="2802" y="11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8" name="Google Shape;26728;p32"/>
              <p:cNvSpPr/>
              <p:nvPr/>
            </p:nvSpPr>
            <p:spPr>
              <a:xfrm>
                <a:off x="-2541896" y="2471134"/>
                <a:ext cx="141124" cy="166836"/>
              </a:xfrm>
              <a:custGeom>
                <a:avLst/>
                <a:gdLst/>
                <a:ahLst/>
                <a:cxnLst/>
                <a:rect l="l" t="t" r="r" b="b"/>
                <a:pathLst>
                  <a:path w="719" h="850" extrusionOk="0">
                    <a:moveTo>
                      <a:pt x="0" y="523"/>
                    </a:moveTo>
                    <a:cubicBezTo>
                      <a:pt x="0" y="523"/>
                      <a:pt x="117" y="780"/>
                      <a:pt x="168" y="817"/>
                    </a:cubicBezTo>
                    <a:cubicBezTo>
                      <a:pt x="219" y="850"/>
                      <a:pt x="718" y="406"/>
                      <a:pt x="718" y="406"/>
                    </a:cubicBezTo>
                    <a:lnTo>
                      <a:pt x="532" y="244"/>
                    </a:lnTo>
                    <a:cubicBezTo>
                      <a:pt x="532" y="244"/>
                      <a:pt x="461" y="60"/>
                      <a:pt x="358" y="1"/>
                    </a:cubicBezTo>
                    <a:close/>
                  </a:path>
                </a:pathLst>
              </a:custGeom>
              <a:solidFill>
                <a:srgbClr val="501C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9" name="Google Shape;26729;p32"/>
              <p:cNvSpPr/>
              <p:nvPr/>
            </p:nvSpPr>
            <p:spPr>
              <a:xfrm>
                <a:off x="-2669280" y="870892"/>
                <a:ext cx="245151" cy="544081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772" extrusionOk="0">
                    <a:moveTo>
                      <a:pt x="1249" y="1"/>
                    </a:moveTo>
                    <a:cubicBezTo>
                      <a:pt x="1150" y="101"/>
                      <a:pt x="1097" y="203"/>
                      <a:pt x="993" y="318"/>
                    </a:cubicBezTo>
                    <a:cubicBezTo>
                      <a:pt x="596" y="766"/>
                      <a:pt x="148" y="1273"/>
                      <a:pt x="103" y="1220"/>
                    </a:cubicBezTo>
                    <a:cubicBezTo>
                      <a:pt x="1" y="1627"/>
                      <a:pt x="533" y="2771"/>
                      <a:pt x="749" y="2210"/>
                    </a:cubicBezTo>
                    <a:cubicBezTo>
                      <a:pt x="831" y="1998"/>
                      <a:pt x="1171" y="1308"/>
                      <a:pt x="1195" y="1261"/>
                    </a:cubicBezTo>
                    <a:cubicBezTo>
                      <a:pt x="1218" y="1214"/>
                      <a:pt x="1249" y="1"/>
                      <a:pt x="1249" y="1"/>
                    </a:cubicBezTo>
                    <a:close/>
                  </a:path>
                </a:pathLst>
              </a:custGeom>
              <a:solidFill>
                <a:srgbClr val="501C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0" name="Google Shape;26730;p32"/>
              <p:cNvSpPr/>
              <p:nvPr/>
            </p:nvSpPr>
            <p:spPr>
              <a:xfrm>
                <a:off x="-2534241" y="678149"/>
                <a:ext cx="419249" cy="558017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843" extrusionOk="0">
                    <a:moveTo>
                      <a:pt x="1311" y="2530"/>
                    </a:moveTo>
                    <a:cubicBezTo>
                      <a:pt x="949" y="2843"/>
                      <a:pt x="661" y="2712"/>
                      <a:pt x="366" y="2272"/>
                    </a:cubicBezTo>
                    <a:cubicBezTo>
                      <a:pt x="305" y="2178"/>
                      <a:pt x="231" y="1730"/>
                      <a:pt x="211" y="1617"/>
                    </a:cubicBezTo>
                    <a:cubicBezTo>
                      <a:pt x="94" y="987"/>
                      <a:pt x="0" y="496"/>
                      <a:pt x="892" y="128"/>
                    </a:cubicBezTo>
                    <a:cubicBezTo>
                      <a:pt x="1199" y="1"/>
                      <a:pt x="2136" y="369"/>
                      <a:pt x="2077" y="938"/>
                    </a:cubicBezTo>
                    <a:cubicBezTo>
                      <a:pt x="2058" y="1126"/>
                      <a:pt x="2015" y="1237"/>
                      <a:pt x="1831" y="1533"/>
                    </a:cubicBezTo>
                    <a:cubicBezTo>
                      <a:pt x="1796" y="1593"/>
                      <a:pt x="1776" y="1994"/>
                      <a:pt x="1755" y="2059"/>
                    </a:cubicBezTo>
                    <a:cubicBezTo>
                      <a:pt x="1739" y="2116"/>
                      <a:pt x="1586" y="2137"/>
                      <a:pt x="1567" y="2188"/>
                    </a:cubicBezTo>
                    <a:cubicBezTo>
                      <a:pt x="1512" y="2360"/>
                      <a:pt x="1447" y="2413"/>
                      <a:pt x="1311" y="2530"/>
                    </a:cubicBezTo>
                    <a:close/>
                  </a:path>
                </a:pathLst>
              </a:custGeom>
              <a:solidFill>
                <a:srgbClr val="501C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1" name="Google Shape;26731;p32"/>
              <p:cNvSpPr/>
              <p:nvPr/>
            </p:nvSpPr>
            <p:spPr>
              <a:xfrm>
                <a:off x="-2572123" y="632417"/>
                <a:ext cx="499723" cy="409435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2086" extrusionOk="0">
                    <a:moveTo>
                      <a:pt x="668" y="1768"/>
                    </a:moveTo>
                    <a:cubicBezTo>
                      <a:pt x="467" y="1709"/>
                      <a:pt x="197" y="2085"/>
                      <a:pt x="101" y="2057"/>
                    </a:cubicBezTo>
                    <a:cubicBezTo>
                      <a:pt x="3" y="2030"/>
                      <a:pt x="1" y="1195"/>
                      <a:pt x="109" y="907"/>
                    </a:cubicBezTo>
                    <a:cubicBezTo>
                      <a:pt x="216" y="618"/>
                      <a:pt x="496" y="246"/>
                      <a:pt x="604" y="162"/>
                    </a:cubicBezTo>
                    <a:cubicBezTo>
                      <a:pt x="715" y="78"/>
                      <a:pt x="784" y="107"/>
                      <a:pt x="784" y="107"/>
                    </a:cubicBezTo>
                    <a:cubicBezTo>
                      <a:pt x="784" y="107"/>
                      <a:pt x="999" y="1"/>
                      <a:pt x="1304" y="19"/>
                    </a:cubicBezTo>
                    <a:cubicBezTo>
                      <a:pt x="1607" y="37"/>
                      <a:pt x="2126" y="557"/>
                      <a:pt x="2268" y="766"/>
                    </a:cubicBezTo>
                    <a:cubicBezTo>
                      <a:pt x="2409" y="976"/>
                      <a:pt x="2546" y="1105"/>
                      <a:pt x="2360" y="1204"/>
                    </a:cubicBezTo>
                    <a:cubicBezTo>
                      <a:pt x="2174" y="1304"/>
                      <a:pt x="1985" y="1165"/>
                      <a:pt x="1777" y="1318"/>
                    </a:cubicBezTo>
                    <a:cubicBezTo>
                      <a:pt x="1566" y="1472"/>
                      <a:pt x="1191" y="1359"/>
                      <a:pt x="1099" y="1490"/>
                    </a:cubicBezTo>
                    <a:cubicBezTo>
                      <a:pt x="973" y="1664"/>
                      <a:pt x="743" y="1791"/>
                      <a:pt x="668" y="17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2" name="Google Shape;26732;p32"/>
              <p:cNvSpPr/>
              <p:nvPr/>
            </p:nvSpPr>
            <p:spPr>
              <a:xfrm>
                <a:off x="-2486154" y="860882"/>
                <a:ext cx="127973" cy="164481"/>
              </a:xfrm>
              <a:custGeom>
                <a:avLst/>
                <a:gdLst/>
                <a:ahLst/>
                <a:cxnLst/>
                <a:rect l="l" t="t" r="r" b="b"/>
                <a:pathLst>
                  <a:path w="652" h="838" extrusionOk="0">
                    <a:moveTo>
                      <a:pt x="440" y="62"/>
                    </a:moveTo>
                    <a:cubicBezTo>
                      <a:pt x="575" y="123"/>
                      <a:pt x="651" y="334"/>
                      <a:pt x="571" y="551"/>
                    </a:cubicBezTo>
                    <a:cubicBezTo>
                      <a:pt x="492" y="768"/>
                      <a:pt x="377" y="838"/>
                      <a:pt x="242" y="774"/>
                    </a:cubicBezTo>
                    <a:cubicBezTo>
                      <a:pt x="105" y="713"/>
                      <a:pt x="1" y="539"/>
                      <a:pt x="80" y="320"/>
                    </a:cubicBezTo>
                    <a:cubicBezTo>
                      <a:pt x="160" y="103"/>
                      <a:pt x="305" y="1"/>
                      <a:pt x="440" y="62"/>
                    </a:cubicBezTo>
                    <a:close/>
                  </a:path>
                </a:pathLst>
              </a:custGeom>
              <a:solidFill>
                <a:srgbClr val="501C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3" name="Google Shape;26733;p32"/>
              <p:cNvSpPr/>
              <p:nvPr/>
            </p:nvSpPr>
            <p:spPr>
              <a:xfrm>
                <a:off x="-2286148" y="905045"/>
                <a:ext cx="127973" cy="58491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98" extrusionOk="0">
                    <a:moveTo>
                      <a:pt x="563" y="130"/>
                    </a:moveTo>
                    <a:cubicBezTo>
                      <a:pt x="471" y="124"/>
                      <a:pt x="0" y="297"/>
                      <a:pt x="113" y="185"/>
                    </a:cubicBezTo>
                    <a:cubicBezTo>
                      <a:pt x="236" y="64"/>
                      <a:pt x="502" y="1"/>
                      <a:pt x="596" y="54"/>
                    </a:cubicBezTo>
                    <a:cubicBezTo>
                      <a:pt x="596" y="54"/>
                      <a:pt x="651" y="134"/>
                      <a:pt x="563" y="13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4" name="Google Shape;26734;p32"/>
              <p:cNvSpPr/>
              <p:nvPr/>
            </p:nvSpPr>
            <p:spPr>
              <a:xfrm>
                <a:off x="-2227600" y="988064"/>
                <a:ext cx="403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260" extrusionOk="0">
                    <a:moveTo>
                      <a:pt x="68" y="0"/>
                    </a:moveTo>
                    <a:cubicBezTo>
                      <a:pt x="0" y="207"/>
                      <a:pt x="365" y="260"/>
                      <a:pt x="375" y="82"/>
                    </a:cubicBezTo>
                    <a:cubicBezTo>
                      <a:pt x="229" y="152"/>
                      <a:pt x="160" y="123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5" name="Google Shape;26735;p32"/>
              <p:cNvSpPr/>
              <p:nvPr/>
            </p:nvSpPr>
            <p:spPr>
              <a:xfrm>
                <a:off x="-2899316" y="1059710"/>
                <a:ext cx="644772" cy="1643824"/>
              </a:xfrm>
              <a:custGeom>
                <a:avLst/>
                <a:gdLst/>
                <a:ahLst/>
                <a:cxnLst/>
                <a:rect l="l" t="t" r="r" b="b"/>
                <a:pathLst>
                  <a:path w="3285" h="8375" extrusionOk="0">
                    <a:moveTo>
                      <a:pt x="1412" y="0"/>
                    </a:moveTo>
                    <a:cubicBezTo>
                      <a:pt x="1574" y="123"/>
                      <a:pt x="2525" y="729"/>
                      <a:pt x="2505" y="1265"/>
                    </a:cubicBezTo>
                    <a:cubicBezTo>
                      <a:pt x="2349" y="5248"/>
                      <a:pt x="3284" y="7812"/>
                      <a:pt x="2883" y="7640"/>
                    </a:cubicBezTo>
                    <a:cubicBezTo>
                      <a:pt x="2308" y="6380"/>
                      <a:pt x="148" y="8374"/>
                      <a:pt x="119" y="7920"/>
                    </a:cubicBezTo>
                    <a:cubicBezTo>
                      <a:pt x="0" y="6032"/>
                      <a:pt x="101" y="2210"/>
                      <a:pt x="1273" y="215"/>
                    </a:cubicBezTo>
                    <a:cubicBezTo>
                      <a:pt x="1287" y="183"/>
                      <a:pt x="1392" y="31"/>
                      <a:pt x="14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6" name="Google Shape;26736;p32"/>
              <p:cNvSpPr/>
              <p:nvPr/>
            </p:nvSpPr>
            <p:spPr>
              <a:xfrm>
                <a:off x="-2321085" y="1121145"/>
                <a:ext cx="61631" cy="52406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7" extrusionOk="0">
                    <a:moveTo>
                      <a:pt x="289" y="76"/>
                    </a:moveTo>
                    <a:cubicBezTo>
                      <a:pt x="313" y="133"/>
                      <a:pt x="273" y="203"/>
                      <a:pt x="201" y="234"/>
                    </a:cubicBezTo>
                    <a:cubicBezTo>
                      <a:pt x="127" y="266"/>
                      <a:pt x="50" y="246"/>
                      <a:pt x="25" y="191"/>
                    </a:cubicBezTo>
                    <a:cubicBezTo>
                      <a:pt x="0" y="133"/>
                      <a:pt x="41" y="64"/>
                      <a:pt x="113" y="33"/>
                    </a:cubicBezTo>
                    <a:cubicBezTo>
                      <a:pt x="187" y="0"/>
                      <a:pt x="264" y="21"/>
                      <a:pt x="289" y="7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7" name="Google Shape;26737;p32"/>
              <p:cNvSpPr/>
              <p:nvPr/>
            </p:nvSpPr>
            <p:spPr>
              <a:xfrm>
                <a:off x="-2258427" y="1166490"/>
                <a:ext cx="50004" cy="4295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22" extrusionOk="0">
                    <a:moveTo>
                      <a:pt x="115" y="40"/>
                    </a:moveTo>
                    <a:cubicBezTo>
                      <a:pt x="141" y="52"/>
                      <a:pt x="137" y="93"/>
                      <a:pt x="123" y="107"/>
                    </a:cubicBezTo>
                    <a:cubicBezTo>
                      <a:pt x="106" y="121"/>
                      <a:pt x="59" y="119"/>
                      <a:pt x="55" y="91"/>
                    </a:cubicBezTo>
                    <a:cubicBezTo>
                      <a:pt x="51" y="37"/>
                      <a:pt x="0" y="29"/>
                      <a:pt x="35" y="9"/>
                    </a:cubicBezTo>
                    <a:cubicBezTo>
                      <a:pt x="53" y="1"/>
                      <a:pt x="68" y="17"/>
                      <a:pt x="115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8" name="Google Shape;26738;p32"/>
              <p:cNvSpPr/>
              <p:nvPr/>
            </p:nvSpPr>
            <p:spPr>
              <a:xfrm>
                <a:off x="-2270047" y="1213322"/>
                <a:ext cx="49300" cy="42959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2" extrusionOk="0">
                    <a:moveTo>
                      <a:pt x="115" y="40"/>
                    </a:moveTo>
                    <a:cubicBezTo>
                      <a:pt x="139" y="52"/>
                      <a:pt x="137" y="93"/>
                      <a:pt x="123" y="107"/>
                    </a:cubicBezTo>
                    <a:cubicBezTo>
                      <a:pt x="107" y="121"/>
                      <a:pt x="58" y="119"/>
                      <a:pt x="56" y="91"/>
                    </a:cubicBezTo>
                    <a:cubicBezTo>
                      <a:pt x="51" y="37"/>
                      <a:pt x="0" y="29"/>
                      <a:pt x="35" y="9"/>
                    </a:cubicBezTo>
                    <a:cubicBezTo>
                      <a:pt x="53" y="1"/>
                      <a:pt x="72" y="17"/>
                      <a:pt x="115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9" name="Google Shape;26739;p32"/>
              <p:cNvSpPr/>
              <p:nvPr/>
            </p:nvSpPr>
            <p:spPr>
              <a:xfrm>
                <a:off x="-2857509" y="1183757"/>
                <a:ext cx="432988" cy="1409272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7180" extrusionOk="0">
                    <a:moveTo>
                      <a:pt x="1410" y="238"/>
                    </a:moveTo>
                    <a:cubicBezTo>
                      <a:pt x="1598" y="393"/>
                      <a:pt x="1811" y="612"/>
                      <a:pt x="1780" y="807"/>
                    </a:cubicBezTo>
                    <a:cubicBezTo>
                      <a:pt x="1727" y="1155"/>
                      <a:pt x="847" y="4105"/>
                      <a:pt x="847" y="4105"/>
                    </a:cubicBezTo>
                    <a:lnTo>
                      <a:pt x="2206" y="6900"/>
                    </a:lnTo>
                    <a:lnTo>
                      <a:pt x="1670" y="7180"/>
                    </a:lnTo>
                    <a:cubicBezTo>
                      <a:pt x="1670" y="7180"/>
                      <a:pt x="415" y="5077"/>
                      <a:pt x="160" y="4340"/>
                    </a:cubicBezTo>
                    <a:cubicBezTo>
                      <a:pt x="0" y="3882"/>
                      <a:pt x="160" y="1547"/>
                      <a:pt x="749" y="584"/>
                    </a:cubicBezTo>
                    <a:cubicBezTo>
                      <a:pt x="964" y="234"/>
                      <a:pt x="1113" y="1"/>
                      <a:pt x="1410" y="238"/>
                    </a:cubicBezTo>
                    <a:close/>
                  </a:path>
                </a:pathLst>
              </a:custGeom>
              <a:solidFill>
                <a:srgbClr val="501C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0" name="Google Shape;26740;p32"/>
              <p:cNvSpPr/>
              <p:nvPr/>
            </p:nvSpPr>
            <p:spPr>
              <a:xfrm>
                <a:off x="-2831796" y="1117612"/>
                <a:ext cx="393144" cy="450261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294" extrusionOk="0">
                    <a:moveTo>
                      <a:pt x="1811" y="966"/>
                    </a:moveTo>
                    <a:cubicBezTo>
                      <a:pt x="2003" y="92"/>
                      <a:pt x="1129" y="0"/>
                      <a:pt x="520" y="745"/>
                    </a:cubicBezTo>
                    <a:cubicBezTo>
                      <a:pt x="182" y="1154"/>
                      <a:pt x="0" y="2230"/>
                      <a:pt x="0" y="2230"/>
                    </a:cubicBezTo>
                    <a:lnTo>
                      <a:pt x="1322" y="2294"/>
                    </a:lnTo>
                    <a:cubicBezTo>
                      <a:pt x="1322" y="2292"/>
                      <a:pt x="1706" y="1442"/>
                      <a:pt x="1811" y="96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741" name="Google Shape;26741;p32"/>
            <p:cNvSpPr/>
            <p:nvPr/>
          </p:nvSpPr>
          <p:spPr>
            <a:xfrm flipH="1">
              <a:off x="7409718" y="4819260"/>
              <a:ext cx="1423857" cy="167214"/>
            </a:xfrm>
            <a:custGeom>
              <a:avLst/>
              <a:gdLst/>
              <a:ahLst/>
              <a:cxnLst/>
              <a:rect l="l" t="t" r="r" b="b"/>
              <a:pathLst>
                <a:path w="7638" h="897" extrusionOk="0">
                  <a:moveTo>
                    <a:pt x="7638" y="448"/>
                  </a:moveTo>
                  <a:cubicBezTo>
                    <a:pt x="7638" y="696"/>
                    <a:pt x="5929" y="897"/>
                    <a:pt x="3820" y="897"/>
                  </a:cubicBezTo>
                  <a:cubicBezTo>
                    <a:pt x="1708" y="897"/>
                    <a:pt x="0" y="696"/>
                    <a:pt x="0" y="448"/>
                  </a:cubicBezTo>
                  <a:cubicBezTo>
                    <a:pt x="0" y="201"/>
                    <a:pt x="1708" y="0"/>
                    <a:pt x="3820" y="0"/>
                  </a:cubicBezTo>
                  <a:cubicBezTo>
                    <a:pt x="5929" y="0"/>
                    <a:pt x="7638" y="203"/>
                    <a:pt x="7638" y="448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17" name="Google Shape;26917;p3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Objectives</a:t>
            </a:r>
            <a:endParaRPr dirty="0"/>
          </a:p>
        </p:txBody>
      </p:sp>
      <p:graphicFrame>
        <p:nvGraphicFramePr>
          <p:cNvPr id="15" name="Diagram 14"/>
          <p:cNvGraphicFramePr/>
          <p:nvPr>
            <p:extLst>
              <p:ext uri="{D42A27DB-BD31-4B8C-83A1-F6EECF244321}">
                <p14:modId xmlns:p14="http://schemas.microsoft.com/office/powerpoint/2010/main" val="3435314768"/>
              </p:ext>
            </p:extLst>
          </p:nvPr>
        </p:nvGraphicFramePr>
        <p:xfrm>
          <a:off x="1490134" y="1065138"/>
          <a:ext cx="5580988" cy="370314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46" name="Google Shape;26746;p33"/>
          <p:cNvSpPr txBox="1">
            <a:spLocks noGrp="1"/>
          </p:cNvSpPr>
          <p:nvPr>
            <p:ph type="subTitle" idx="4"/>
          </p:nvPr>
        </p:nvSpPr>
        <p:spPr>
          <a:xfrm>
            <a:off x="4923250" y="1725473"/>
            <a:ext cx="2505600" cy="43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Data Preprocessing</a:t>
            </a:r>
            <a:endParaRPr dirty="0"/>
          </a:p>
        </p:txBody>
      </p:sp>
      <p:sp>
        <p:nvSpPr>
          <p:cNvPr id="26747" name="Google Shape;26747;p3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dirty="0"/>
              <a:t>Data Fetching and Preprocessing</a:t>
            </a:r>
            <a:br>
              <a:rPr lang="en-US" dirty="0"/>
            </a:br>
            <a:r>
              <a:rPr lang="en-US" b="0" dirty="0"/>
              <a:t/>
            </a:r>
            <a:br>
              <a:rPr lang="en-US" b="0" dirty="0"/>
            </a:br>
            <a:endParaRPr dirty="0"/>
          </a:p>
        </p:txBody>
      </p:sp>
      <p:sp>
        <p:nvSpPr>
          <p:cNvPr id="26750" name="Google Shape;26750;p33"/>
          <p:cNvSpPr txBox="1">
            <a:spLocks noGrp="1"/>
          </p:cNvSpPr>
          <p:nvPr>
            <p:ph type="subTitle" idx="3"/>
          </p:nvPr>
        </p:nvSpPr>
        <p:spPr>
          <a:xfrm>
            <a:off x="1715375" y="1725473"/>
            <a:ext cx="2505600" cy="43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Data </a:t>
            </a:r>
            <a:r>
              <a:rPr lang="en-US" dirty="0" smtClean="0"/>
              <a:t>Fetching</a:t>
            </a:r>
            <a:endParaRPr dirty="0"/>
          </a:p>
        </p:txBody>
      </p:sp>
      <p:grpSp>
        <p:nvGrpSpPr>
          <p:cNvPr id="26751" name="Google Shape;26751;p33"/>
          <p:cNvGrpSpPr/>
          <p:nvPr/>
        </p:nvGrpSpPr>
        <p:grpSpPr>
          <a:xfrm>
            <a:off x="7812379" y="3408401"/>
            <a:ext cx="424542" cy="879081"/>
            <a:chOff x="-2989300" y="3369549"/>
            <a:chExt cx="791319" cy="1638547"/>
          </a:xfrm>
        </p:grpSpPr>
        <p:sp>
          <p:nvSpPr>
            <p:cNvPr id="26752" name="Google Shape;26752;p33"/>
            <p:cNvSpPr/>
            <p:nvPr/>
          </p:nvSpPr>
          <p:spPr>
            <a:xfrm>
              <a:off x="-2989300" y="3369549"/>
              <a:ext cx="791319" cy="1638547"/>
            </a:xfrm>
            <a:custGeom>
              <a:avLst/>
              <a:gdLst/>
              <a:ahLst/>
              <a:cxnLst/>
              <a:rect l="l" t="t" r="r" b="b"/>
              <a:pathLst>
                <a:path w="4909" h="10165" extrusionOk="0">
                  <a:moveTo>
                    <a:pt x="2434" y="1"/>
                  </a:moveTo>
                  <a:lnTo>
                    <a:pt x="1" y="1846"/>
                  </a:lnTo>
                  <a:lnTo>
                    <a:pt x="1" y="10165"/>
                  </a:lnTo>
                  <a:lnTo>
                    <a:pt x="4909" y="10165"/>
                  </a:lnTo>
                  <a:lnTo>
                    <a:pt x="4909" y="1846"/>
                  </a:lnTo>
                  <a:lnTo>
                    <a:pt x="24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33"/>
            <p:cNvSpPr/>
            <p:nvPr/>
          </p:nvSpPr>
          <p:spPr>
            <a:xfrm>
              <a:off x="-2916278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33"/>
            <p:cNvSpPr/>
            <p:nvPr/>
          </p:nvSpPr>
          <p:spPr>
            <a:xfrm>
              <a:off x="-2775553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33"/>
            <p:cNvSpPr/>
            <p:nvPr/>
          </p:nvSpPr>
          <p:spPr>
            <a:xfrm>
              <a:off x="-2634989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33"/>
            <p:cNvSpPr/>
            <p:nvPr/>
          </p:nvSpPr>
          <p:spPr>
            <a:xfrm>
              <a:off x="-2494426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26757;p33"/>
            <p:cNvSpPr/>
            <p:nvPr/>
          </p:nvSpPr>
          <p:spPr>
            <a:xfrm>
              <a:off x="-2353540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26758;p33"/>
            <p:cNvSpPr/>
            <p:nvPr/>
          </p:nvSpPr>
          <p:spPr>
            <a:xfrm>
              <a:off x="-2916278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26759;p33"/>
            <p:cNvSpPr/>
            <p:nvPr/>
          </p:nvSpPr>
          <p:spPr>
            <a:xfrm>
              <a:off x="-2775553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26760;p33"/>
            <p:cNvSpPr/>
            <p:nvPr/>
          </p:nvSpPr>
          <p:spPr>
            <a:xfrm>
              <a:off x="-2634989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26761;p33"/>
            <p:cNvSpPr/>
            <p:nvPr/>
          </p:nvSpPr>
          <p:spPr>
            <a:xfrm>
              <a:off x="-2494426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26762;p33"/>
            <p:cNvSpPr/>
            <p:nvPr/>
          </p:nvSpPr>
          <p:spPr>
            <a:xfrm>
              <a:off x="-2353540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26763;p33"/>
            <p:cNvSpPr/>
            <p:nvPr/>
          </p:nvSpPr>
          <p:spPr>
            <a:xfrm>
              <a:off x="-2916278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26764;p33"/>
            <p:cNvSpPr/>
            <p:nvPr/>
          </p:nvSpPr>
          <p:spPr>
            <a:xfrm>
              <a:off x="-2775553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26765;p33"/>
            <p:cNvSpPr/>
            <p:nvPr/>
          </p:nvSpPr>
          <p:spPr>
            <a:xfrm>
              <a:off x="-2634989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26766;p33"/>
            <p:cNvSpPr/>
            <p:nvPr/>
          </p:nvSpPr>
          <p:spPr>
            <a:xfrm>
              <a:off x="-2494426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26767;p33"/>
            <p:cNvSpPr/>
            <p:nvPr/>
          </p:nvSpPr>
          <p:spPr>
            <a:xfrm>
              <a:off x="-2353540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26768;p33"/>
            <p:cNvSpPr/>
            <p:nvPr/>
          </p:nvSpPr>
          <p:spPr>
            <a:xfrm>
              <a:off x="-2916278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26769;p33"/>
            <p:cNvSpPr/>
            <p:nvPr/>
          </p:nvSpPr>
          <p:spPr>
            <a:xfrm>
              <a:off x="-2775553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26770;p33"/>
            <p:cNvSpPr/>
            <p:nvPr/>
          </p:nvSpPr>
          <p:spPr>
            <a:xfrm>
              <a:off x="-2634989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26771;p33"/>
            <p:cNvSpPr/>
            <p:nvPr/>
          </p:nvSpPr>
          <p:spPr>
            <a:xfrm>
              <a:off x="-2494426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26772;p33"/>
            <p:cNvSpPr/>
            <p:nvPr/>
          </p:nvSpPr>
          <p:spPr>
            <a:xfrm>
              <a:off x="-2353540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26773;p33"/>
            <p:cNvSpPr/>
            <p:nvPr/>
          </p:nvSpPr>
          <p:spPr>
            <a:xfrm>
              <a:off x="-2916278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26774;p33"/>
            <p:cNvSpPr/>
            <p:nvPr/>
          </p:nvSpPr>
          <p:spPr>
            <a:xfrm>
              <a:off x="-2775553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26775;p33"/>
            <p:cNvSpPr/>
            <p:nvPr/>
          </p:nvSpPr>
          <p:spPr>
            <a:xfrm>
              <a:off x="-2634989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26776;p33"/>
            <p:cNvSpPr/>
            <p:nvPr/>
          </p:nvSpPr>
          <p:spPr>
            <a:xfrm>
              <a:off x="-2494426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26777;p33"/>
            <p:cNvSpPr/>
            <p:nvPr/>
          </p:nvSpPr>
          <p:spPr>
            <a:xfrm>
              <a:off x="-2353540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26778;p33"/>
            <p:cNvSpPr/>
            <p:nvPr/>
          </p:nvSpPr>
          <p:spPr>
            <a:xfrm>
              <a:off x="-2916278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26779;p33"/>
            <p:cNvSpPr/>
            <p:nvPr/>
          </p:nvSpPr>
          <p:spPr>
            <a:xfrm>
              <a:off x="-2775553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26780;p33"/>
            <p:cNvSpPr/>
            <p:nvPr/>
          </p:nvSpPr>
          <p:spPr>
            <a:xfrm>
              <a:off x="-2634989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26781;p33"/>
            <p:cNvSpPr/>
            <p:nvPr/>
          </p:nvSpPr>
          <p:spPr>
            <a:xfrm>
              <a:off x="-2494426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26782;p33"/>
            <p:cNvSpPr/>
            <p:nvPr/>
          </p:nvSpPr>
          <p:spPr>
            <a:xfrm>
              <a:off x="-2353540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26783;p33"/>
            <p:cNvSpPr/>
            <p:nvPr/>
          </p:nvSpPr>
          <p:spPr>
            <a:xfrm>
              <a:off x="-2916278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26784;p33"/>
            <p:cNvSpPr/>
            <p:nvPr/>
          </p:nvSpPr>
          <p:spPr>
            <a:xfrm>
              <a:off x="-2775553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26785;p33"/>
            <p:cNvSpPr/>
            <p:nvPr/>
          </p:nvSpPr>
          <p:spPr>
            <a:xfrm>
              <a:off x="-2634989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26786;p33"/>
            <p:cNvSpPr/>
            <p:nvPr/>
          </p:nvSpPr>
          <p:spPr>
            <a:xfrm>
              <a:off x="-2494426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26787;p33"/>
            <p:cNvSpPr/>
            <p:nvPr/>
          </p:nvSpPr>
          <p:spPr>
            <a:xfrm>
              <a:off x="-2353540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26788;p33"/>
            <p:cNvSpPr/>
            <p:nvPr/>
          </p:nvSpPr>
          <p:spPr>
            <a:xfrm>
              <a:off x="-2916278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26789;p33"/>
            <p:cNvSpPr/>
            <p:nvPr/>
          </p:nvSpPr>
          <p:spPr>
            <a:xfrm>
              <a:off x="-2775553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26790;p33"/>
            <p:cNvSpPr/>
            <p:nvPr/>
          </p:nvSpPr>
          <p:spPr>
            <a:xfrm>
              <a:off x="-2634989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26791;p33"/>
            <p:cNvSpPr/>
            <p:nvPr/>
          </p:nvSpPr>
          <p:spPr>
            <a:xfrm>
              <a:off x="-2494426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26792;p33"/>
            <p:cNvSpPr/>
            <p:nvPr/>
          </p:nvSpPr>
          <p:spPr>
            <a:xfrm>
              <a:off x="-2353540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26793;p33"/>
            <p:cNvSpPr/>
            <p:nvPr/>
          </p:nvSpPr>
          <p:spPr>
            <a:xfrm>
              <a:off x="-2916278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26794;p33"/>
            <p:cNvSpPr/>
            <p:nvPr/>
          </p:nvSpPr>
          <p:spPr>
            <a:xfrm>
              <a:off x="-2775553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26795;p33"/>
            <p:cNvSpPr/>
            <p:nvPr/>
          </p:nvSpPr>
          <p:spPr>
            <a:xfrm>
              <a:off x="-2634989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26796;p33"/>
            <p:cNvSpPr/>
            <p:nvPr/>
          </p:nvSpPr>
          <p:spPr>
            <a:xfrm>
              <a:off x="-2494426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26797;p33"/>
            <p:cNvSpPr/>
            <p:nvPr/>
          </p:nvSpPr>
          <p:spPr>
            <a:xfrm>
              <a:off x="-2353540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98" name="Google Shape;26798;p33"/>
          <p:cNvGrpSpPr/>
          <p:nvPr/>
        </p:nvGrpSpPr>
        <p:grpSpPr>
          <a:xfrm>
            <a:off x="5076908" y="1131253"/>
            <a:ext cx="433833" cy="433868"/>
            <a:chOff x="3206783" y="1407078"/>
            <a:chExt cx="433833" cy="433868"/>
          </a:xfrm>
        </p:grpSpPr>
        <p:sp>
          <p:nvSpPr>
            <p:cNvPr id="26799" name="Google Shape;26799;p33"/>
            <p:cNvSpPr/>
            <p:nvPr/>
          </p:nvSpPr>
          <p:spPr>
            <a:xfrm>
              <a:off x="3493471" y="1407112"/>
              <a:ext cx="147144" cy="131806"/>
            </a:xfrm>
            <a:custGeom>
              <a:avLst/>
              <a:gdLst/>
              <a:ahLst/>
              <a:cxnLst/>
              <a:rect l="l" t="t" r="r" b="b"/>
              <a:pathLst>
                <a:path w="4221" h="3781" extrusionOk="0">
                  <a:moveTo>
                    <a:pt x="2248" y="486"/>
                  </a:moveTo>
                  <a:cubicBezTo>
                    <a:pt x="2839" y="486"/>
                    <a:pt x="3320" y="965"/>
                    <a:pt x="3320" y="1556"/>
                  </a:cubicBezTo>
                  <a:cubicBezTo>
                    <a:pt x="3320" y="1588"/>
                    <a:pt x="3318" y="1620"/>
                    <a:pt x="3315" y="1655"/>
                  </a:cubicBezTo>
                  <a:cubicBezTo>
                    <a:pt x="3306" y="1740"/>
                    <a:pt x="3344" y="1822"/>
                    <a:pt x="3412" y="1874"/>
                  </a:cubicBezTo>
                  <a:cubicBezTo>
                    <a:pt x="3614" y="2021"/>
                    <a:pt x="3735" y="2258"/>
                    <a:pt x="3735" y="2507"/>
                  </a:cubicBezTo>
                  <a:cubicBezTo>
                    <a:pt x="3735" y="2940"/>
                    <a:pt x="3383" y="3293"/>
                    <a:pt x="2949" y="3293"/>
                  </a:cubicBezTo>
                  <a:cubicBezTo>
                    <a:pt x="2614" y="3293"/>
                    <a:pt x="2316" y="3080"/>
                    <a:pt x="2206" y="2764"/>
                  </a:cubicBezTo>
                  <a:cubicBezTo>
                    <a:pt x="2179" y="2687"/>
                    <a:pt x="2115" y="2628"/>
                    <a:pt x="2035" y="2607"/>
                  </a:cubicBezTo>
                  <a:cubicBezTo>
                    <a:pt x="2016" y="2602"/>
                    <a:pt x="1996" y="2600"/>
                    <a:pt x="1977" y="2600"/>
                  </a:cubicBezTo>
                  <a:cubicBezTo>
                    <a:pt x="1916" y="2600"/>
                    <a:pt x="1857" y="2624"/>
                    <a:pt x="1811" y="2666"/>
                  </a:cubicBezTo>
                  <a:cubicBezTo>
                    <a:pt x="1665" y="2803"/>
                    <a:pt x="1473" y="2879"/>
                    <a:pt x="1273" y="2879"/>
                  </a:cubicBezTo>
                  <a:cubicBezTo>
                    <a:pt x="839" y="2879"/>
                    <a:pt x="487" y="2526"/>
                    <a:pt x="487" y="2094"/>
                  </a:cubicBezTo>
                  <a:cubicBezTo>
                    <a:pt x="487" y="1734"/>
                    <a:pt x="730" y="1421"/>
                    <a:pt x="1078" y="1332"/>
                  </a:cubicBezTo>
                  <a:cubicBezTo>
                    <a:pt x="1155" y="1313"/>
                    <a:pt x="1217" y="1257"/>
                    <a:pt x="1246" y="1182"/>
                  </a:cubicBezTo>
                  <a:cubicBezTo>
                    <a:pt x="1401" y="765"/>
                    <a:pt x="1804" y="486"/>
                    <a:pt x="2248" y="486"/>
                  </a:cubicBezTo>
                  <a:close/>
                  <a:moveTo>
                    <a:pt x="2248" y="1"/>
                  </a:moveTo>
                  <a:cubicBezTo>
                    <a:pt x="1644" y="1"/>
                    <a:pt x="1091" y="357"/>
                    <a:pt x="837" y="899"/>
                  </a:cubicBezTo>
                  <a:cubicBezTo>
                    <a:pt x="338" y="1080"/>
                    <a:pt x="0" y="1555"/>
                    <a:pt x="0" y="2095"/>
                  </a:cubicBezTo>
                  <a:cubicBezTo>
                    <a:pt x="1" y="2796"/>
                    <a:pt x="571" y="3366"/>
                    <a:pt x="1273" y="3366"/>
                  </a:cubicBezTo>
                  <a:cubicBezTo>
                    <a:pt x="1490" y="3366"/>
                    <a:pt x="1701" y="3311"/>
                    <a:pt x="1887" y="3207"/>
                  </a:cubicBezTo>
                  <a:cubicBezTo>
                    <a:pt x="2118" y="3558"/>
                    <a:pt x="2514" y="3780"/>
                    <a:pt x="2949" y="3780"/>
                  </a:cubicBezTo>
                  <a:cubicBezTo>
                    <a:pt x="3650" y="3780"/>
                    <a:pt x="4221" y="3209"/>
                    <a:pt x="4221" y="2508"/>
                  </a:cubicBezTo>
                  <a:cubicBezTo>
                    <a:pt x="4221" y="2150"/>
                    <a:pt x="4067" y="1808"/>
                    <a:pt x="3805" y="1568"/>
                  </a:cubicBezTo>
                  <a:lnTo>
                    <a:pt x="3805" y="1557"/>
                  </a:lnTo>
                  <a:cubicBezTo>
                    <a:pt x="3805" y="698"/>
                    <a:pt x="3107" y="1"/>
                    <a:pt x="22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26800;p33"/>
            <p:cNvSpPr/>
            <p:nvPr/>
          </p:nvSpPr>
          <p:spPr>
            <a:xfrm>
              <a:off x="3206783" y="1512006"/>
              <a:ext cx="433833" cy="328939"/>
            </a:xfrm>
            <a:custGeom>
              <a:avLst/>
              <a:gdLst/>
              <a:ahLst/>
              <a:cxnLst/>
              <a:rect l="l" t="t" r="r" b="b"/>
              <a:pathLst>
                <a:path w="12445" h="9436" extrusionOk="0">
                  <a:moveTo>
                    <a:pt x="4878" y="1647"/>
                  </a:moveTo>
                  <a:lnTo>
                    <a:pt x="4878" y="8948"/>
                  </a:lnTo>
                  <a:lnTo>
                    <a:pt x="4134" y="8948"/>
                  </a:lnTo>
                  <a:lnTo>
                    <a:pt x="4134" y="1961"/>
                  </a:lnTo>
                  <a:lnTo>
                    <a:pt x="4878" y="1647"/>
                  </a:lnTo>
                  <a:close/>
                  <a:moveTo>
                    <a:pt x="6109" y="1130"/>
                  </a:moveTo>
                  <a:lnTo>
                    <a:pt x="6109" y="8949"/>
                  </a:lnTo>
                  <a:lnTo>
                    <a:pt x="5365" y="8949"/>
                  </a:lnTo>
                  <a:lnTo>
                    <a:pt x="5365" y="1443"/>
                  </a:lnTo>
                  <a:lnTo>
                    <a:pt x="6109" y="1130"/>
                  </a:lnTo>
                  <a:close/>
                  <a:moveTo>
                    <a:pt x="7339" y="610"/>
                  </a:moveTo>
                  <a:lnTo>
                    <a:pt x="7339" y="8949"/>
                  </a:lnTo>
                  <a:lnTo>
                    <a:pt x="6595" y="8949"/>
                  </a:lnTo>
                  <a:lnTo>
                    <a:pt x="6595" y="924"/>
                  </a:lnTo>
                  <a:lnTo>
                    <a:pt x="7339" y="610"/>
                  </a:lnTo>
                  <a:close/>
                  <a:moveTo>
                    <a:pt x="11958" y="3411"/>
                  </a:moveTo>
                  <a:lnTo>
                    <a:pt x="11958" y="8949"/>
                  </a:lnTo>
                  <a:lnTo>
                    <a:pt x="7825" y="8949"/>
                  </a:lnTo>
                  <a:lnTo>
                    <a:pt x="7825" y="3411"/>
                  </a:lnTo>
                  <a:close/>
                  <a:moveTo>
                    <a:pt x="3648" y="3414"/>
                  </a:moveTo>
                  <a:lnTo>
                    <a:pt x="3648" y="8953"/>
                  </a:lnTo>
                  <a:lnTo>
                    <a:pt x="488" y="8953"/>
                  </a:lnTo>
                  <a:lnTo>
                    <a:pt x="488" y="8366"/>
                  </a:lnTo>
                  <a:lnTo>
                    <a:pt x="2336" y="8366"/>
                  </a:lnTo>
                  <a:cubicBezTo>
                    <a:pt x="2389" y="8366"/>
                    <a:pt x="2432" y="8322"/>
                    <a:pt x="2432" y="8269"/>
                  </a:cubicBezTo>
                  <a:lnTo>
                    <a:pt x="2432" y="7735"/>
                  </a:lnTo>
                  <a:cubicBezTo>
                    <a:pt x="2432" y="7681"/>
                    <a:pt x="2389" y="7638"/>
                    <a:pt x="2336" y="7638"/>
                  </a:cubicBezTo>
                  <a:lnTo>
                    <a:pt x="488" y="7638"/>
                  </a:lnTo>
                  <a:lnTo>
                    <a:pt x="488" y="7152"/>
                  </a:lnTo>
                  <a:lnTo>
                    <a:pt x="2336" y="7152"/>
                  </a:lnTo>
                  <a:cubicBezTo>
                    <a:pt x="2389" y="7152"/>
                    <a:pt x="2432" y="7109"/>
                    <a:pt x="2432" y="7055"/>
                  </a:cubicBezTo>
                  <a:lnTo>
                    <a:pt x="2432" y="6520"/>
                  </a:lnTo>
                  <a:cubicBezTo>
                    <a:pt x="2432" y="6467"/>
                    <a:pt x="2389" y="6424"/>
                    <a:pt x="2336" y="6424"/>
                  </a:cubicBezTo>
                  <a:lnTo>
                    <a:pt x="488" y="6424"/>
                  </a:lnTo>
                  <a:lnTo>
                    <a:pt x="488" y="5938"/>
                  </a:lnTo>
                  <a:lnTo>
                    <a:pt x="2336" y="5938"/>
                  </a:lnTo>
                  <a:cubicBezTo>
                    <a:pt x="2389" y="5938"/>
                    <a:pt x="2432" y="5895"/>
                    <a:pt x="2432" y="5842"/>
                  </a:cubicBezTo>
                  <a:lnTo>
                    <a:pt x="2432" y="5307"/>
                  </a:lnTo>
                  <a:cubicBezTo>
                    <a:pt x="2432" y="5253"/>
                    <a:pt x="2389" y="5210"/>
                    <a:pt x="2336" y="5210"/>
                  </a:cubicBezTo>
                  <a:lnTo>
                    <a:pt x="488" y="5210"/>
                  </a:lnTo>
                  <a:lnTo>
                    <a:pt x="488" y="4724"/>
                  </a:lnTo>
                  <a:lnTo>
                    <a:pt x="2336" y="4724"/>
                  </a:lnTo>
                  <a:cubicBezTo>
                    <a:pt x="2389" y="4724"/>
                    <a:pt x="2432" y="4681"/>
                    <a:pt x="2432" y="4627"/>
                  </a:cubicBezTo>
                  <a:lnTo>
                    <a:pt x="2432" y="4093"/>
                  </a:lnTo>
                  <a:cubicBezTo>
                    <a:pt x="2432" y="4040"/>
                    <a:pt x="2389" y="3996"/>
                    <a:pt x="2336" y="3996"/>
                  </a:cubicBezTo>
                  <a:lnTo>
                    <a:pt x="488" y="3996"/>
                  </a:lnTo>
                  <a:lnTo>
                    <a:pt x="488" y="3414"/>
                  </a:lnTo>
                  <a:close/>
                  <a:moveTo>
                    <a:pt x="7581" y="1"/>
                  </a:moveTo>
                  <a:cubicBezTo>
                    <a:pt x="7549" y="1"/>
                    <a:pt x="7517" y="7"/>
                    <a:pt x="7487" y="20"/>
                  </a:cubicBezTo>
                  <a:lnTo>
                    <a:pt x="3797" y="1576"/>
                  </a:lnTo>
                  <a:cubicBezTo>
                    <a:pt x="3706" y="1615"/>
                    <a:pt x="3647" y="1702"/>
                    <a:pt x="3647" y="1800"/>
                  </a:cubicBezTo>
                  <a:lnTo>
                    <a:pt x="3647" y="2924"/>
                  </a:lnTo>
                  <a:lnTo>
                    <a:pt x="244" y="2924"/>
                  </a:lnTo>
                  <a:cubicBezTo>
                    <a:pt x="111" y="2924"/>
                    <a:pt x="1" y="3032"/>
                    <a:pt x="1" y="3167"/>
                  </a:cubicBezTo>
                  <a:lnTo>
                    <a:pt x="1" y="9192"/>
                  </a:lnTo>
                  <a:cubicBezTo>
                    <a:pt x="1" y="9326"/>
                    <a:pt x="110" y="9436"/>
                    <a:pt x="244" y="9436"/>
                  </a:cubicBezTo>
                  <a:lnTo>
                    <a:pt x="12201" y="9436"/>
                  </a:lnTo>
                  <a:cubicBezTo>
                    <a:pt x="12335" y="9436"/>
                    <a:pt x="12445" y="9327"/>
                    <a:pt x="12445" y="9192"/>
                  </a:cubicBezTo>
                  <a:lnTo>
                    <a:pt x="12445" y="3167"/>
                  </a:lnTo>
                  <a:cubicBezTo>
                    <a:pt x="12445" y="3032"/>
                    <a:pt x="12336" y="2924"/>
                    <a:pt x="12201" y="2924"/>
                  </a:cubicBezTo>
                  <a:lnTo>
                    <a:pt x="7825" y="2924"/>
                  </a:lnTo>
                  <a:lnTo>
                    <a:pt x="7825" y="244"/>
                  </a:lnTo>
                  <a:cubicBezTo>
                    <a:pt x="7825" y="164"/>
                    <a:pt x="7784" y="87"/>
                    <a:pt x="7716" y="41"/>
                  </a:cubicBezTo>
                  <a:cubicBezTo>
                    <a:pt x="7675" y="15"/>
                    <a:pt x="7629" y="1"/>
                    <a:pt x="7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26801;p33"/>
            <p:cNvSpPr/>
            <p:nvPr/>
          </p:nvSpPr>
          <p:spPr>
            <a:xfrm>
              <a:off x="3206783" y="1407078"/>
              <a:ext cx="185630" cy="127657"/>
            </a:xfrm>
            <a:custGeom>
              <a:avLst/>
              <a:gdLst/>
              <a:ahLst/>
              <a:cxnLst/>
              <a:rect l="l" t="t" r="r" b="b"/>
              <a:pathLst>
                <a:path w="5325" h="3662" extrusionOk="0">
                  <a:moveTo>
                    <a:pt x="2663" y="488"/>
                  </a:moveTo>
                  <a:cubicBezTo>
                    <a:pt x="3166" y="488"/>
                    <a:pt x="3612" y="809"/>
                    <a:pt x="3771" y="1288"/>
                  </a:cubicBezTo>
                  <a:cubicBezTo>
                    <a:pt x="3803" y="1385"/>
                    <a:pt x="3893" y="1452"/>
                    <a:pt x="3996" y="1453"/>
                  </a:cubicBezTo>
                  <a:cubicBezTo>
                    <a:pt x="4460" y="1463"/>
                    <a:pt x="4839" y="1849"/>
                    <a:pt x="4839" y="2315"/>
                  </a:cubicBezTo>
                  <a:cubicBezTo>
                    <a:pt x="4839" y="2788"/>
                    <a:pt x="4453" y="3175"/>
                    <a:pt x="3978" y="3175"/>
                  </a:cubicBezTo>
                  <a:cubicBezTo>
                    <a:pt x="3711" y="3175"/>
                    <a:pt x="3464" y="3053"/>
                    <a:pt x="3299" y="2842"/>
                  </a:cubicBezTo>
                  <a:cubicBezTo>
                    <a:pt x="3252" y="2782"/>
                    <a:pt x="3181" y="2747"/>
                    <a:pt x="3108" y="2747"/>
                  </a:cubicBezTo>
                  <a:cubicBezTo>
                    <a:pt x="3082" y="2747"/>
                    <a:pt x="3056" y="2751"/>
                    <a:pt x="3032" y="2760"/>
                  </a:cubicBezTo>
                  <a:cubicBezTo>
                    <a:pt x="2913" y="2799"/>
                    <a:pt x="2788" y="2819"/>
                    <a:pt x="2664" y="2819"/>
                  </a:cubicBezTo>
                  <a:cubicBezTo>
                    <a:pt x="2540" y="2819"/>
                    <a:pt x="2415" y="2799"/>
                    <a:pt x="2296" y="2760"/>
                  </a:cubicBezTo>
                  <a:cubicBezTo>
                    <a:pt x="2270" y="2751"/>
                    <a:pt x="2244" y="2747"/>
                    <a:pt x="2218" y="2747"/>
                  </a:cubicBezTo>
                  <a:cubicBezTo>
                    <a:pt x="2145" y="2747"/>
                    <a:pt x="2074" y="2781"/>
                    <a:pt x="2028" y="2841"/>
                  </a:cubicBezTo>
                  <a:cubicBezTo>
                    <a:pt x="1862" y="3051"/>
                    <a:pt x="1615" y="3173"/>
                    <a:pt x="1348" y="3173"/>
                  </a:cubicBezTo>
                  <a:cubicBezTo>
                    <a:pt x="872" y="3173"/>
                    <a:pt x="488" y="2787"/>
                    <a:pt x="488" y="2313"/>
                  </a:cubicBezTo>
                  <a:cubicBezTo>
                    <a:pt x="488" y="1849"/>
                    <a:pt x="865" y="1463"/>
                    <a:pt x="1330" y="1453"/>
                  </a:cubicBezTo>
                  <a:cubicBezTo>
                    <a:pt x="1433" y="1451"/>
                    <a:pt x="1524" y="1384"/>
                    <a:pt x="1555" y="1288"/>
                  </a:cubicBezTo>
                  <a:cubicBezTo>
                    <a:pt x="1713" y="808"/>
                    <a:pt x="2159" y="488"/>
                    <a:pt x="2663" y="488"/>
                  </a:cubicBezTo>
                  <a:close/>
                  <a:moveTo>
                    <a:pt x="2663" y="0"/>
                  </a:moveTo>
                  <a:cubicBezTo>
                    <a:pt x="2004" y="0"/>
                    <a:pt x="1416" y="388"/>
                    <a:pt x="1153" y="981"/>
                  </a:cubicBezTo>
                  <a:cubicBezTo>
                    <a:pt x="862" y="1023"/>
                    <a:pt x="595" y="1158"/>
                    <a:pt x="385" y="1372"/>
                  </a:cubicBezTo>
                  <a:cubicBezTo>
                    <a:pt x="137" y="1624"/>
                    <a:pt x="1" y="1959"/>
                    <a:pt x="1" y="2315"/>
                  </a:cubicBezTo>
                  <a:cubicBezTo>
                    <a:pt x="1" y="3056"/>
                    <a:pt x="605" y="3662"/>
                    <a:pt x="1348" y="3662"/>
                  </a:cubicBezTo>
                  <a:cubicBezTo>
                    <a:pt x="1709" y="3662"/>
                    <a:pt x="2049" y="3520"/>
                    <a:pt x="2300" y="3268"/>
                  </a:cubicBezTo>
                  <a:cubicBezTo>
                    <a:pt x="2419" y="3295"/>
                    <a:pt x="2541" y="3308"/>
                    <a:pt x="2663" y="3308"/>
                  </a:cubicBezTo>
                  <a:cubicBezTo>
                    <a:pt x="2785" y="3308"/>
                    <a:pt x="2907" y="3295"/>
                    <a:pt x="3025" y="3268"/>
                  </a:cubicBezTo>
                  <a:cubicBezTo>
                    <a:pt x="3276" y="3520"/>
                    <a:pt x="3616" y="3662"/>
                    <a:pt x="3977" y="3662"/>
                  </a:cubicBezTo>
                  <a:cubicBezTo>
                    <a:pt x="4720" y="3662"/>
                    <a:pt x="5324" y="3058"/>
                    <a:pt x="5324" y="2315"/>
                  </a:cubicBezTo>
                  <a:cubicBezTo>
                    <a:pt x="5324" y="1959"/>
                    <a:pt x="5187" y="1624"/>
                    <a:pt x="4940" y="1372"/>
                  </a:cubicBezTo>
                  <a:cubicBezTo>
                    <a:pt x="4732" y="1159"/>
                    <a:pt x="4463" y="1023"/>
                    <a:pt x="4172" y="981"/>
                  </a:cubicBezTo>
                  <a:cubicBezTo>
                    <a:pt x="3909" y="388"/>
                    <a:pt x="3321" y="0"/>
                    <a:pt x="26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26802;p33"/>
            <p:cNvSpPr/>
            <p:nvPr/>
          </p:nvSpPr>
          <p:spPr>
            <a:xfrm>
              <a:off x="3506648" y="1544775"/>
              <a:ext cx="50965" cy="51000"/>
            </a:xfrm>
            <a:custGeom>
              <a:avLst/>
              <a:gdLst/>
              <a:ahLst/>
              <a:cxnLst/>
              <a:rect l="l" t="t" r="r" b="b"/>
              <a:pathLst>
                <a:path w="1462" h="1463" extrusionOk="0">
                  <a:moveTo>
                    <a:pt x="732" y="487"/>
                  </a:moveTo>
                  <a:cubicBezTo>
                    <a:pt x="868" y="487"/>
                    <a:pt x="976" y="597"/>
                    <a:pt x="976" y="732"/>
                  </a:cubicBezTo>
                  <a:cubicBezTo>
                    <a:pt x="976" y="866"/>
                    <a:pt x="866" y="976"/>
                    <a:pt x="732" y="976"/>
                  </a:cubicBezTo>
                  <a:cubicBezTo>
                    <a:pt x="596" y="976"/>
                    <a:pt x="486" y="866"/>
                    <a:pt x="486" y="732"/>
                  </a:cubicBezTo>
                  <a:cubicBezTo>
                    <a:pt x="486" y="597"/>
                    <a:pt x="596" y="487"/>
                    <a:pt x="732" y="487"/>
                  </a:cubicBezTo>
                  <a:close/>
                  <a:moveTo>
                    <a:pt x="732" y="1"/>
                  </a:moveTo>
                  <a:cubicBezTo>
                    <a:pt x="328" y="1"/>
                    <a:pt x="0" y="329"/>
                    <a:pt x="0" y="732"/>
                  </a:cubicBezTo>
                  <a:cubicBezTo>
                    <a:pt x="0" y="1136"/>
                    <a:pt x="328" y="1462"/>
                    <a:pt x="732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9"/>
                    <a:pt x="1135" y="1"/>
                    <a:pt x="7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26803;p33"/>
            <p:cNvSpPr/>
            <p:nvPr/>
          </p:nvSpPr>
          <p:spPr>
            <a:xfrm>
              <a:off x="3581249" y="1651167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1" y="685"/>
                    <a:pt x="45" y="729"/>
                    <a:pt x="98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26804;p33"/>
            <p:cNvSpPr/>
            <p:nvPr/>
          </p:nvSpPr>
          <p:spPr>
            <a:xfrm>
              <a:off x="3581249" y="1693522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1" y="685"/>
                    <a:pt x="45" y="729"/>
                    <a:pt x="98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26805;p33"/>
            <p:cNvSpPr/>
            <p:nvPr/>
          </p:nvSpPr>
          <p:spPr>
            <a:xfrm>
              <a:off x="3581249" y="1735912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0"/>
                  </a:moveTo>
                  <a:cubicBezTo>
                    <a:pt x="45" y="0"/>
                    <a:pt x="2" y="43"/>
                    <a:pt x="2" y="96"/>
                  </a:cubicBezTo>
                  <a:lnTo>
                    <a:pt x="2" y="631"/>
                  </a:lnTo>
                  <a:cubicBezTo>
                    <a:pt x="1" y="684"/>
                    <a:pt x="45" y="728"/>
                    <a:pt x="98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6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26806;p33"/>
            <p:cNvSpPr/>
            <p:nvPr/>
          </p:nvSpPr>
          <p:spPr>
            <a:xfrm>
              <a:off x="3581249" y="1778267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0"/>
                  </a:moveTo>
                  <a:cubicBezTo>
                    <a:pt x="45" y="0"/>
                    <a:pt x="2" y="43"/>
                    <a:pt x="2" y="97"/>
                  </a:cubicBezTo>
                  <a:lnTo>
                    <a:pt x="2" y="631"/>
                  </a:lnTo>
                  <a:cubicBezTo>
                    <a:pt x="1" y="684"/>
                    <a:pt x="45" y="728"/>
                    <a:pt x="98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7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26807;p33"/>
            <p:cNvSpPr/>
            <p:nvPr/>
          </p:nvSpPr>
          <p:spPr>
            <a:xfrm>
              <a:off x="3538894" y="1651167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1"/>
                  </a:moveTo>
                  <a:cubicBezTo>
                    <a:pt x="43" y="1"/>
                    <a:pt x="0" y="44"/>
                    <a:pt x="0" y="97"/>
                  </a:cubicBezTo>
                  <a:lnTo>
                    <a:pt x="0" y="631"/>
                  </a:lnTo>
                  <a:cubicBezTo>
                    <a:pt x="0" y="685"/>
                    <a:pt x="43" y="729"/>
                    <a:pt x="97" y="729"/>
                  </a:cubicBezTo>
                  <a:lnTo>
                    <a:pt x="632" y="729"/>
                  </a:lnTo>
                  <a:cubicBezTo>
                    <a:pt x="687" y="729"/>
                    <a:pt x="730" y="685"/>
                    <a:pt x="730" y="631"/>
                  </a:cubicBezTo>
                  <a:lnTo>
                    <a:pt x="730" y="97"/>
                  </a:lnTo>
                  <a:cubicBezTo>
                    <a:pt x="730" y="44"/>
                    <a:pt x="686" y="1"/>
                    <a:pt x="6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8" name="Google Shape;26808;p33"/>
            <p:cNvSpPr/>
            <p:nvPr/>
          </p:nvSpPr>
          <p:spPr>
            <a:xfrm>
              <a:off x="3538894" y="1693522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1"/>
                  </a:moveTo>
                  <a:cubicBezTo>
                    <a:pt x="43" y="1"/>
                    <a:pt x="0" y="44"/>
                    <a:pt x="0" y="97"/>
                  </a:cubicBezTo>
                  <a:lnTo>
                    <a:pt x="0" y="631"/>
                  </a:lnTo>
                  <a:cubicBezTo>
                    <a:pt x="0" y="685"/>
                    <a:pt x="43" y="729"/>
                    <a:pt x="97" y="729"/>
                  </a:cubicBezTo>
                  <a:lnTo>
                    <a:pt x="632" y="729"/>
                  </a:lnTo>
                  <a:cubicBezTo>
                    <a:pt x="687" y="729"/>
                    <a:pt x="730" y="685"/>
                    <a:pt x="730" y="631"/>
                  </a:cubicBezTo>
                  <a:lnTo>
                    <a:pt x="730" y="97"/>
                  </a:lnTo>
                  <a:cubicBezTo>
                    <a:pt x="730" y="44"/>
                    <a:pt x="686" y="1"/>
                    <a:pt x="6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9" name="Google Shape;26809;p33"/>
            <p:cNvSpPr/>
            <p:nvPr/>
          </p:nvSpPr>
          <p:spPr>
            <a:xfrm>
              <a:off x="3538894" y="1735912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0"/>
                  </a:moveTo>
                  <a:cubicBezTo>
                    <a:pt x="43" y="0"/>
                    <a:pt x="0" y="43"/>
                    <a:pt x="0" y="96"/>
                  </a:cubicBezTo>
                  <a:lnTo>
                    <a:pt x="0" y="631"/>
                  </a:lnTo>
                  <a:cubicBezTo>
                    <a:pt x="0" y="684"/>
                    <a:pt x="43" y="728"/>
                    <a:pt x="97" y="728"/>
                  </a:cubicBezTo>
                  <a:lnTo>
                    <a:pt x="632" y="728"/>
                  </a:lnTo>
                  <a:cubicBezTo>
                    <a:pt x="687" y="728"/>
                    <a:pt x="730" y="684"/>
                    <a:pt x="730" y="631"/>
                  </a:cubicBezTo>
                  <a:lnTo>
                    <a:pt x="730" y="96"/>
                  </a:lnTo>
                  <a:cubicBezTo>
                    <a:pt x="730" y="43"/>
                    <a:pt x="686" y="0"/>
                    <a:pt x="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0" name="Google Shape;26810;p33"/>
            <p:cNvSpPr/>
            <p:nvPr/>
          </p:nvSpPr>
          <p:spPr>
            <a:xfrm>
              <a:off x="3538894" y="1778267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0"/>
                  </a:moveTo>
                  <a:cubicBezTo>
                    <a:pt x="43" y="0"/>
                    <a:pt x="0" y="43"/>
                    <a:pt x="0" y="97"/>
                  </a:cubicBezTo>
                  <a:lnTo>
                    <a:pt x="0" y="631"/>
                  </a:lnTo>
                  <a:cubicBezTo>
                    <a:pt x="0" y="684"/>
                    <a:pt x="43" y="728"/>
                    <a:pt x="97" y="728"/>
                  </a:cubicBezTo>
                  <a:lnTo>
                    <a:pt x="632" y="728"/>
                  </a:lnTo>
                  <a:cubicBezTo>
                    <a:pt x="687" y="728"/>
                    <a:pt x="730" y="684"/>
                    <a:pt x="730" y="631"/>
                  </a:cubicBezTo>
                  <a:lnTo>
                    <a:pt x="730" y="97"/>
                  </a:lnTo>
                  <a:cubicBezTo>
                    <a:pt x="730" y="43"/>
                    <a:pt x="686" y="0"/>
                    <a:pt x="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1" name="Google Shape;26811;p33"/>
            <p:cNvSpPr/>
            <p:nvPr/>
          </p:nvSpPr>
          <p:spPr>
            <a:xfrm>
              <a:off x="3496469" y="1651167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0" y="685"/>
                    <a:pt x="45" y="729"/>
                    <a:pt x="99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2" name="Google Shape;26812;p33"/>
            <p:cNvSpPr/>
            <p:nvPr/>
          </p:nvSpPr>
          <p:spPr>
            <a:xfrm>
              <a:off x="3496469" y="1693522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0" y="685"/>
                    <a:pt x="45" y="729"/>
                    <a:pt x="99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3" name="Google Shape;26813;p33"/>
            <p:cNvSpPr/>
            <p:nvPr/>
          </p:nvSpPr>
          <p:spPr>
            <a:xfrm>
              <a:off x="3496469" y="1735912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0"/>
                  </a:moveTo>
                  <a:cubicBezTo>
                    <a:pt x="45" y="0"/>
                    <a:pt x="2" y="43"/>
                    <a:pt x="2" y="96"/>
                  </a:cubicBezTo>
                  <a:lnTo>
                    <a:pt x="2" y="631"/>
                  </a:lnTo>
                  <a:cubicBezTo>
                    <a:pt x="0" y="684"/>
                    <a:pt x="45" y="728"/>
                    <a:pt x="99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6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4" name="Google Shape;26814;p33"/>
            <p:cNvSpPr/>
            <p:nvPr/>
          </p:nvSpPr>
          <p:spPr>
            <a:xfrm>
              <a:off x="3496469" y="1778267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0"/>
                  </a:moveTo>
                  <a:cubicBezTo>
                    <a:pt x="45" y="0"/>
                    <a:pt x="2" y="43"/>
                    <a:pt x="2" y="97"/>
                  </a:cubicBezTo>
                  <a:lnTo>
                    <a:pt x="2" y="631"/>
                  </a:lnTo>
                  <a:cubicBezTo>
                    <a:pt x="0" y="684"/>
                    <a:pt x="45" y="728"/>
                    <a:pt x="99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7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15" name="Google Shape;26815;p33"/>
          <p:cNvGrpSpPr/>
          <p:nvPr/>
        </p:nvGrpSpPr>
        <p:grpSpPr>
          <a:xfrm>
            <a:off x="1867763" y="1131253"/>
            <a:ext cx="349960" cy="433833"/>
            <a:chOff x="1102563" y="4056089"/>
            <a:chExt cx="349960" cy="433833"/>
          </a:xfrm>
        </p:grpSpPr>
        <p:sp>
          <p:nvSpPr>
            <p:cNvPr id="26816" name="Google Shape;26816;p33"/>
            <p:cNvSpPr/>
            <p:nvPr/>
          </p:nvSpPr>
          <p:spPr>
            <a:xfrm>
              <a:off x="1102563" y="4056089"/>
              <a:ext cx="349960" cy="433833"/>
            </a:xfrm>
            <a:custGeom>
              <a:avLst/>
              <a:gdLst/>
              <a:ahLst/>
              <a:cxnLst/>
              <a:rect l="l" t="t" r="r" b="b"/>
              <a:pathLst>
                <a:path w="10039" h="12445" extrusionOk="0">
                  <a:moveTo>
                    <a:pt x="8186" y="695"/>
                  </a:moveTo>
                  <a:lnTo>
                    <a:pt x="8186" y="4223"/>
                  </a:lnTo>
                  <a:lnTo>
                    <a:pt x="8068" y="4223"/>
                  </a:lnTo>
                  <a:cubicBezTo>
                    <a:pt x="7811" y="4223"/>
                    <a:pt x="7601" y="4013"/>
                    <a:pt x="7601" y="3757"/>
                  </a:cubicBezTo>
                  <a:lnTo>
                    <a:pt x="7601" y="3029"/>
                  </a:lnTo>
                  <a:cubicBezTo>
                    <a:pt x="7601" y="2948"/>
                    <a:pt x="7561" y="2871"/>
                    <a:pt x="7492" y="2827"/>
                  </a:cubicBezTo>
                  <a:cubicBezTo>
                    <a:pt x="7453" y="2800"/>
                    <a:pt x="7407" y="2786"/>
                    <a:pt x="7359" y="2786"/>
                  </a:cubicBezTo>
                  <a:cubicBezTo>
                    <a:pt x="7327" y="2786"/>
                    <a:pt x="7293" y="2792"/>
                    <a:pt x="7264" y="2806"/>
                  </a:cubicBezTo>
                  <a:cubicBezTo>
                    <a:pt x="6552" y="3111"/>
                    <a:pt x="5793" y="3267"/>
                    <a:pt x="5010" y="3267"/>
                  </a:cubicBezTo>
                  <a:cubicBezTo>
                    <a:pt x="4227" y="3267"/>
                    <a:pt x="3470" y="3111"/>
                    <a:pt x="2756" y="2806"/>
                  </a:cubicBezTo>
                  <a:cubicBezTo>
                    <a:pt x="2726" y="2792"/>
                    <a:pt x="2693" y="2785"/>
                    <a:pt x="2661" y="2785"/>
                  </a:cubicBezTo>
                  <a:cubicBezTo>
                    <a:pt x="2614" y="2785"/>
                    <a:pt x="2567" y="2799"/>
                    <a:pt x="2527" y="2827"/>
                  </a:cubicBezTo>
                  <a:cubicBezTo>
                    <a:pt x="2459" y="2871"/>
                    <a:pt x="2419" y="2948"/>
                    <a:pt x="2419" y="3029"/>
                  </a:cubicBezTo>
                  <a:lnTo>
                    <a:pt x="2419" y="3758"/>
                  </a:lnTo>
                  <a:cubicBezTo>
                    <a:pt x="2419" y="4014"/>
                    <a:pt x="2209" y="4224"/>
                    <a:pt x="1953" y="4224"/>
                  </a:cubicBezTo>
                  <a:lnTo>
                    <a:pt x="1834" y="4224"/>
                  </a:lnTo>
                  <a:lnTo>
                    <a:pt x="1834" y="2901"/>
                  </a:lnTo>
                  <a:cubicBezTo>
                    <a:pt x="1834" y="2062"/>
                    <a:pt x="2516" y="1380"/>
                    <a:pt x="3357" y="1380"/>
                  </a:cubicBezTo>
                  <a:lnTo>
                    <a:pt x="3954" y="1380"/>
                  </a:lnTo>
                  <a:cubicBezTo>
                    <a:pt x="3998" y="1380"/>
                    <a:pt x="4043" y="1367"/>
                    <a:pt x="4080" y="1344"/>
                  </a:cubicBezTo>
                  <a:cubicBezTo>
                    <a:pt x="4451" y="1119"/>
                    <a:pt x="4876" y="998"/>
                    <a:pt x="5308" y="998"/>
                  </a:cubicBezTo>
                  <a:lnTo>
                    <a:pt x="7224" y="998"/>
                  </a:lnTo>
                  <a:cubicBezTo>
                    <a:pt x="7573" y="998"/>
                    <a:pt x="7908" y="891"/>
                    <a:pt x="8186" y="695"/>
                  </a:cubicBezTo>
                  <a:close/>
                  <a:moveTo>
                    <a:pt x="7117" y="3387"/>
                  </a:moveTo>
                  <a:lnTo>
                    <a:pt x="7117" y="3758"/>
                  </a:lnTo>
                  <a:cubicBezTo>
                    <a:pt x="7117" y="4073"/>
                    <a:pt x="7271" y="4353"/>
                    <a:pt x="7508" y="4526"/>
                  </a:cubicBezTo>
                  <a:lnTo>
                    <a:pt x="6694" y="5388"/>
                  </a:lnTo>
                  <a:cubicBezTo>
                    <a:pt x="6170" y="5135"/>
                    <a:pt x="5595" y="5002"/>
                    <a:pt x="5018" y="5002"/>
                  </a:cubicBezTo>
                  <a:cubicBezTo>
                    <a:pt x="4441" y="5002"/>
                    <a:pt x="3866" y="5136"/>
                    <a:pt x="3342" y="5388"/>
                  </a:cubicBezTo>
                  <a:lnTo>
                    <a:pt x="2524" y="4519"/>
                  </a:lnTo>
                  <a:cubicBezTo>
                    <a:pt x="2755" y="4346"/>
                    <a:pt x="2906" y="4069"/>
                    <a:pt x="2906" y="3758"/>
                  </a:cubicBezTo>
                  <a:lnTo>
                    <a:pt x="2906" y="3387"/>
                  </a:lnTo>
                  <a:cubicBezTo>
                    <a:pt x="3579" y="3630"/>
                    <a:pt x="4286" y="3754"/>
                    <a:pt x="5012" y="3754"/>
                  </a:cubicBezTo>
                  <a:cubicBezTo>
                    <a:pt x="5737" y="3754"/>
                    <a:pt x="6444" y="3630"/>
                    <a:pt x="7117" y="3387"/>
                  </a:cubicBezTo>
                  <a:close/>
                  <a:moveTo>
                    <a:pt x="1979" y="4711"/>
                  </a:moveTo>
                  <a:lnTo>
                    <a:pt x="1979" y="5870"/>
                  </a:lnTo>
                  <a:cubicBezTo>
                    <a:pt x="1979" y="6034"/>
                    <a:pt x="1992" y="6196"/>
                    <a:pt x="2018" y="6354"/>
                  </a:cubicBezTo>
                  <a:cubicBezTo>
                    <a:pt x="1568" y="6349"/>
                    <a:pt x="1203" y="5982"/>
                    <a:pt x="1203" y="5531"/>
                  </a:cubicBezTo>
                  <a:cubicBezTo>
                    <a:pt x="1203" y="5095"/>
                    <a:pt x="1546" y="4735"/>
                    <a:pt x="1979" y="4711"/>
                  </a:cubicBezTo>
                  <a:close/>
                  <a:moveTo>
                    <a:pt x="8056" y="4711"/>
                  </a:moveTo>
                  <a:cubicBezTo>
                    <a:pt x="8487" y="4735"/>
                    <a:pt x="8830" y="5095"/>
                    <a:pt x="8830" y="5531"/>
                  </a:cubicBezTo>
                  <a:cubicBezTo>
                    <a:pt x="8830" y="5982"/>
                    <a:pt x="8466" y="6349"/>
                    <a:pt x="8016" y="6354"/>
                  </a:cubicBezTo>
                  <a:cubicBezTo>
                    <a:pt x="8041" y="6196"/>
                    <a:pt x="8056" y="6034"/>
                    <a:pt x="8056" y="5870"/>
                  </a:cubicBezTo>
                  <a:lnTo>
                    <a:pt x="8056" y="4711"/>
                  </a:lnTo>
                  <a:close/>
                  <a:moveTo>
                    <a:pt x="7570" y="5170"/>
                  </a:moveTo>
                  <a:lnTo>
                    <a:pt x="7570" y="5870"/>
                  </a:lnTo>
                  <a:cubicBezTo>
                    <a:pt x="7570" y="6483"/>
                    <a:pt x="7353" y="7047"/>
                    <a:pt x="6990" y="7487"/>
                  </a:cubicBezTo>
                  <a:lnTo>
                    <a:pt x="6990" y="5785"/>
                  </a:lnTo>
                  <a:lnTo>
                    <a:pt x="7570" y="5170"/>
                  </a:lnTo>
                  <a:close/>
                  <a:moveTo>
                    <a:pt x="2466" y="5165"/>
                  </a:moveTo>
                  <a:lnTo>
                    <a:pt x="3049" y="5783"/>
                  </a:lnTo>
                  <a:lnTo>
                    <a:pt x="3049" y="7490"/>
                  </a:lnTo>
                  <a:cubicBezTo>
                    <a:pt x="2684" y="7049"/>
                    <a:pt x="2466" y="6484"/>
                    <a:pt x="2466" y="5869"/>
                  </a:cubicBezTo>
                  <a:lnTo>
                    <a:pt x="2466" y="5165"/>
                  </a:lnTo>
                  <a:close/>
                  <a:moveTo>
                    <a:pt x="5019" y="5488"/>
                  </a:moveTo>
                  <a:cubicBezTo>
                    <a:pt x="5530" y="5488"/>
                    <a:pt x="6040" y="5609"/>
                    <a:pt x="6504" y="5835"/>
                  </a:cubicBezTo>
                  <a:lnTo>
                    <a:pt x="6504" y="7943"/>
                  </a:lnTo>
                  <a:cubicBezTo>
                    <a:pt x="6084" y="8244"/>
                    <a:pt x="5571" y="8422"/>
                    <a:pt x="5018" y="8422"/>
                  </a:cubicBezTo>
                  <a:cubicBezTo>
                    <a:pt x="4464" y="8422"/>
                    <a:pt x="3952" y="8245"/>
                    <a:pt x="3535" y="7945"/>
                  </a:cubicBezTo>
                  <a:lnTo>
                    <a:pt x="3535" y="5835"/>
                  </a:lnTo>
                  <a:cubicBezTo>
                    <a:pt x="3998" y="5609"/>
                    <a:pt x="4509" y="5488"/>
                    <a:pt x="5019" y="5488"/>
                  </a:cubicBezTo>
                  <a:close/>
                  <a:moveTo>
                    <a:pt x="5872" y="8784"/>
                  </a:moveTo>
                  <a:lnTo>
                    <a:pt x="5872" y="8851"/>
                  </a:lnTo>
                  <a:cubicBezTo>
                    <a:pt x="5872" y="9043"/>
                    <a:pt x="5929" y="9222"/>
                    <a:pt x="6030" y="9373"/>
                  </a:cubicBezTo>
                  <a:lnTo>
                    <a:pt x="5018" y="10319"/>
                  </a:lnTo>
                  <a:lnTo>
                    <a:pt x="5836" y="11138"/>
                  </a:lnTo>
                  <a:cubicBezTo>
                    <a:pt x="5861" y="11163"/>
                    <a:pt x="5894" y="11175"/>
                    <a:pt x="5926" y="11175"/>
                  </a:cubicBezTo>
                  <a:cubicBezTo>
                    <a:pt x="5960" y="11175"/>
                    <a:pt x="5993" y="11162"/>
                    <a:pt x="6020" y="11136"/>
                  </a:cubicBezTo>
                  <a:lnTo>
                    <a:pt x="7270" y="9856"/>
                  </a:lnTo>
                  <a:lnTo>
                    <a:pt x="8111" y="9963"/>
                  </a:lnTo>
                  <a:cubicBezTo>
                    <a:pt x="8933" y="10068"/>
                    <a:pt x="9554" y="10773"/>
                    <a:pt x="9554" y="11601"/>
                  </a:cubicBezTo>
                  <a:lnTo>
                    <a:pt x="9551" y="11958"/>
                  </a:lnTo>
                  <a:lnTo>
                    <a:pt x="486" y="11958"/>
                  </a:lnTo>
                  <a:lnTo>
                    <a:pt x="486" y="11601"/>
                  </a:lnTo>
                  <a:cubicBezTo>
                    <a:pt x="486" y="10773"/>
                    <a:pt x="1106" y="10068"/>
                    <a:pt x="1929" y="9963"/>
                  </a:cubicBezTo>
                  <a:lnTo>
                    <a:pt x="2767" y="9856"/>
                  </a:lnTo>
                  <a:lnTo>
                    <a:pt x="4017" y="11136"/>
                  </a:lnTo>
                  <a:cubicBezTo>
                    <a:pt x="4042" y="11162"/>
                    <a:pt x="4075" y="11175"/>
                    <a:pt x="4109" y="11175"/>
                  </a:cubicBezTo>
                  <a:cubicBezTo>
                    <a:pt x="4142" y="11175"/>
                    <a:pt x="4175" y="11163"/>
                    <a:pt x="4200" y="11138"/>
                  </a:cubicBezTo>
                  <a:lnTo>
                    <a:pt x="5018" y="10319"/>
                  </a:lnTo>
                  <a:lnTo>
                    <a:pt x="4008" y="9374"/>
                  </a:lnTo>
                  <a:cubicBezTo>
                    <a:pt x="4109" y="9223"/>
                    <a:pt x="4168" y="9044"/>
                    <a:pt x="4168" y="8851"/>
                  </a:cubicBezTo>
                  <a:lnTo>
                    <a:pt x="4168" y="8786"/>
                  </a:lnTo>
                  <a:cubicBezTo>
                    <a:pt x="4438" y="8865"/>
                    <a:pt x="4724" y="8907"/>
                    <a:pt x="5018" y="8907"/>
                  </a:cubicBezTo>
                  <a:cubicBezTo>
                    <a:pt x="5313" y="8907"/>
                    <a:pt x="5601" y="8863"/>
                    <a:pt x="5872" y="8784"/>
                  </a:cubicBezTo>
                  <a:close/>
                  <a:moveTo>
                    <a:pt x="8320" y="0"/>
                  </a:moveTo>
                  <a:cubicBezTo>
                    <a:pt x="8249" y="0"/>
                    <a:pt x="8181" y="32"/>
                    <a:pt x="8135" y="87"/>
                  </a:cubicBezTo>
                  <a:cubicBezTo>
                    <a:pt x="7909" y="356"/>
                    <a:pt x="7578" y="511"/>
                    <a:pt x="7227" y="511"/>
                  </a:cubicBezTo>
                  <a:lnTo>
                    <a:pt x="5310" y="511"/>
                  </a:lnTo>
                  <a:cubicBezTo>
                    <a:pt x="4810" y="511"/>
                    <a:pt x="4320" y="642"/>
                    <a:pt x="3889" y="893"/>
                  </a:cubicBezTo>
                  <a:lnTo>
                    <a:pt x="3359" y="893"/>
                  </a:lnTo>
                  <a:cubicBezTo>
                    <a:pt x="2251" y="893"/>
                    <a:pt x="1350" y="1794"/>
                    <a:pt x="1350" y="2901"/>
                  </a:cubicBezTo>
                  <a:lnTo>
                    <a:pt x="1350" y="4413"/>
                  </a:lnTo>
                  <a:cubicBezTo>
                    <a:pt x="971" y="4641"/>
                    <a:pt x="718" y="5058"/>
                    <a:pt x="718" y="5531"/>
                  </a:cubicBezTo>
                  <a:cubicBezTo>
                    <a:pt x="718" y="6253"/>
                    <a:pt x="1304" y="6840"/>
                    <a:pt x="2026" y="6840"/>
                  </a:cubicBezTo>
                  <a:cubicBezTo>
                    <a:pt x="2063" y="6840"/>
                    <a:pt x="2099" y="6839"/>
                    <a:pt x="2136" y="6835"/>
                  </a:cubicBezTo>
                  <a:cubicBezTo>
                    <a:pt x="2395" y="7608"/>
                    <a:pt x="2958" y="8243"/>
                    <a:pt x="3681" y="8598"/>
                  </a:cubicBezTo>
                  <a:lnTo>
                    <a:pt x="3681" y="8851"/>
                  </a:lnTo>
                  <a:cubicBezTo>
                    <a:pt x="3681" y="9078"/>
                    <a:pt x="3512" y="9270"/>
                    <a:pt x="3286" y="9300"/>
                  </a:cubicBezTo>
                  <a:lnTo>
                    <a:pt x="1867" y="9480"/>
                  </a:lnTo>
                  <a:cubicBezTo>
                    <a:pt x="803" y="9616"/>
                    <a:pt x="0" y="10527"/>
                    <a:pt x="0" y="11601"/>
                  </a:cubicBezTo>
                  <a:lnTo>
                    <a:pt x="0" y="12201"/>
                  </a:lnTo>
                  <a:cubicBezTo>
                    <a:pt x="0" y="12335"/>
                    <a:pt x="109" y="12445"/>
                    <a:pt x="243" y="12445"/>
                  </a:cubicBezTo>
                  <a:lnTo>
                    <a:pt x="9795" y="12445"/>
                  </a:lnTo>
                  <a:cubicBezTo>
                    <a:pt x="9930" y="12445"/>
                    <a:pt x="10038" y="12336"/>
                    <a:pt x="10038" y="12201"/>
                  </a:cubicBezTo>
                  <a:lnTo>
                    <a:pt x="10038" y="11601"/>
                  </a:lnTo>
                  <a:cubicBezTo>
                    <a:pt x="10038" y="10528"/>
                    <a:pt x="9235" y="9616"/>
                    <a:pt x="8171" y="9480"/>
                  </a:cubicBezTo>
                  <a:lnTo>
                    <a:pt x="6752" y="9300"/>
                  </a:lnTo>
                  <a:cubicBezTo>
                    <a:pt x="6527" y="9270"/>
                    <a:pt x="6358" y="9078"/>
                    <a:pt x="6358" y="8851"/>
                  </a:cubicBezTo>
                  <a:lnTo>
                    <a:pt x="6358" y="8596"/>
                  </a:lnTo>
                  <a:cubicBezTo>
                    <a:pt x="7079" y="8239"/>
                    <a:pt x="7639" y="7606"/>
                    <a:pt x="7899" y="6835"/>
                  </a:cubicBezTo>
                  <a:cubicBezTo>
                    <a:pt x="7936" y="6838"/>
                    <a:pt x="7972" y="6840"/>
                    <a:pt x="8009" y="6840"/>
                  </a:cubicBezTo>
                  <a:cubicBezTo>
                    <a:pt x="8731" y="6840"/>
                    <a:pt x="9317" y="6253"/>
                    <a:pt x="9317" y="5531"/>
                  </a:cubicBezTo>
                  <a:cubicBezTo>
                    <a:pt x="9317" y="5053"/>
                    <a:pt x="9058" y="4634"/>
                    <a:pt x="8674" y="4405"/>
                  </a:cubicBezTo>
                  <a:lnTo>
                    <a:pt x="8674" y="244"/>
                  </a:lnTo>
                  <a:cubicBezTo>
                    <a:pt x="8674" y="110"/>
                    <a:pt x="8565" y="0"/>
                    <a:pt x="8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7" name="Google Shape;26817;p33"/>
            <p:cNvSpPr/>
            <p:nvPr/>
          </p:nvSpPr>
          <p:spPr>
            <a:xfrm>
              <a:off x="1248627" y="4273058"/>
              <a:ext cx="57693" cy="17047"/>
            </a:xfrm>
            <a:custGeom>
              <a:avLst/>
              <a:gdLst/>
              <a:ahLst/>
              <a:cxnLst/>
              <a:rect l="l" t="t" r="r" b="b"/>
              <a:pathLst>
                <a:path w="1655" h="489" extrusionOk="0">
                  <a:moveTo>
                    <a:pt x="243" y="1"/>
                  </a:moveTo>
                  <a:cubicBezTo>
                    <a:pt x="109" y="1"/>
                    <a:pt x="0" y="109"/>
                    <a:pt x="0" y="244"/>
                  </a:cubicBezTo>
                  <a:cubicBezTo>
                    <a:pt x="0" y="379"/>
                    <a:pt x="110" y="488"/>
                    <a:pt x="243" y="488"/>
                  </a:cubicBezTo>
                  <a:lnTo>
                    <a:pt x="1411" y="488"/>
                  </a:lnTo>
                  <a:cubicBezTo>
                    <a:pt x="1546" y="488"/>
                    <a:pt x="1655" y="379"/>
                    <a:pt x="1655" y="244"/>
                  </a:cubicBezTo>
                  <a:cubicBezTo>
                    <a:pt x="1655" y="109"/>
                    <a:pt x="1546" y="1"/>
                    <a:pt x="14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8" name="Google Shape;26818;p33"/>
            <p:cNvSpPr/>
            <p:nvPr/>
          </p:nvSpPr>
          <p:spPr>
            <a:xfrm>
              <a:off x="1248592" y="4306976"/>
              <a:ext cx="57658" cy="17012"/>
            </a:xfrm>
            <a:custGeom>
              <a:avLst/>
              <a:gdLst/>
              <a:ahLst/>
              <a:cxnLst/>
              <a:rect l="l" t="t" r="r" b="b"/>
              <a:pathLst>
                <a:path w="1654" h="488" extrusionOk="0">
                  <a:moveTo>
                    <a:pt x="243" y="0"/>
                  </a:moveTo>
                  <a:cubicBezTo>
                    <a:pt x="108" y="0"/>
                    <a:pt x="0" y="109"/>
                    <a:pt x="0" y="244"/>
                  </a:cubicBezTo>
                  <a:cubicBezTo>
                    <a:pt x="0" y="377"/>
                    <a:pt x="108" y="487"/>
                    <a:pt x="243" y="487"/>
                  </a:cubicBezTo>
                  <a:lnTo>
                    <a:pt x="1410" y="487"/>
                  </a:lnTo>
                  <a:cubicBezTo>
                    <a:pt x="1546" y="487"/>
                    <a:pt x="1653" y="379"/>
                    <a:pt x="1653" y="244"/>
                  </a:cubicBezTo>
                  <a:cubicBezTo>
                    <a:pt x="1653" y="110"/>
                    <a:pt x="1546" y="0"/>
                    <a:pt x="14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19" name="Google Shape;26819;p33"/>
          <p:cNvGrpSpPr/>
          <p:nvPr/>
        </p:nvGrpSpPr>
        <p:grpSpPr>
          <a:xfrm>
            <a:off x="7919824" y="1616312"/>
            <a:ext cx="1424058" cy="3169725"/>
            <a:chOff x="7919824" y="1616312"/>
            <a:chExt cx="1424058" cy="3169725"/>
          </a:xfrm>
        </p:grpSpPr>
        <p:grpSp>
          <p:nvGrpSpPr>
            <p:cNvPr id="26820" name="Google Shape;26820;p33"/>
            <p:cNvGrpSpPr/>
            <p:nvPr/>
          </p:nvGrpSpPr>
          <p:grpSpPr>
            <a:xfrm>
              <a:off x="7919824" y="1616312"/>
              <a:ext cx="1257648" cy="3140408"/>
              <a:chOff x="-5368300" y="-1912225"/>
              <a:chExt cx="3979900" cy="9938000"/>
            </a:xfrm>
          </p:grpSpPr>
          <p:sp>
            <p:nvSpPr>
              <p:cNvPr id="26821" name="Google Shape;26821;p33"/>
              <p:cNvSpPr/>
              <p:nvPr/>
            </p:nvSpPr>
            <p:spPr>
              <a:xfrm>
                <a:off x="-4348272" y="-536847"/>
                <a:ext cx="438689" cy="968899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895" extrusionOk="0">
                    <a:moveTo>
                      <a:pt x="589" y="1158"/>
                    </a:moveTo>
                    <a:cubicBezTo>
                      <a:pt x="575" y="1109"/>
                      <a:pt x="499" y="993"/>
                      <a:pt x="438" y="925"/>
                    </a:cubicBezTo>
                    <a:cubicBezTo>
                      <a:pt x="432" y="903"/>
                      <a:pt x="422" y="878"/>
                      <a:pt x="413" y="849"/>
                    </a:cubicBezTo>
                    <a:cubicBezTo>
                      <a:pt x="336" y="643"/>
                      <a:pt x="291" y="258"/>
                      <a:pt x="193" y="135"/>
                    </a:cubicBezTo>
                    <a:cubicBezTo>
                      <a:pt x="182" y="117"/>
                      <a:pt x="176" y="101"/>
                      <a:pt x="166" y="84"/>
                    </a:cubicBezTo>
                    <a:cubicBezTo>
                      <a:pt x="119" y="13"/>
                      <a:pt x="109" y="0"/>
                      <a:pt x="107" y="31"/>
                    </a:cubicBezTo>
                    <a:cubicBezTo>
                      <a:pt x="86" y="9"/>
                      <a:pt x="86" y="25"/>
                      <a:pt x="98" y="111"/>
                    </a:cubicBezTo>
                    <a:cubicBezTo>
                      <a:pt x="100" y="127"/>
                      <a:pt x="107" y="148"/>
                      <a:pt x="111" y="168"/>
                    </a:cubicBezTo>
                    <a:cubicBezTo>
                      <a:pt x="121" y="328"/>
                      <a:pt x="0" y="772"/>
                      <a:pt x="86" y="980"/>
                    </a:cubicBezTo>
                    <a:cubicBezTo>
                      <a:pt x="96" y="1005"/>
                      <a:pt x="107" y="1032"/>
                      <a:pt x="117" y="1054"/>
                    </a:cubicBezTo>
                    <a:cubicBezTo>
                      <a:pt x="117" y="1146"/>
                      <a:pt x="139" y="1281"/>
                      <a:pt x="160" y="1330"/>
                    </a:cubicBezTo>
                    <a:cubicBezTo>
                      <a:pt x="223" y="1476"/>
                      <a:pt x="244" y="1752"/>
                      <a:pt x="274" y="1823"/>
                    </a:cubicBezTo>
                    <a:cubicBezTo>
                      <a:pt x="305" y="1895"/>
                      <a:pt x="461" y="1811"/>
                      <a:pt x="501" y="1731"/>
                    </a:cubicBezTo>
                    <a:cubicBezTo>
                      <a:pt x="512" y="1711"/>
                      <a:pt x="524" y="1682"/>
                      <a:pt x="528" y="1649"/>
                    </a:cubicBezTo>
                    <a:cubicBezTo>
                      <a:pt x="557" y="1670"/>
                      <a:pt x="581" y="1682"/>
                      <a:pt x="602" y="1692"/>
                    </a:cubicBezTo>
                    <a:cubicBezTo>
                      <a:pt x="688" y="1723"/>
                      <a:pt x="857" y="1682"/>
                      <a:pt x="833" y="1608"/>
                    </a:cubicBezTo>
                    <a:cubicBezTo>
                      <a:pt x="806" y="1535"/>
                      <a:pt x="639" y="1312"/>
                      <a:pt x="589" y="115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2" name="Google Shape;26822;p33"/>
              <p:cNvSpPr/>
              <p:nvPr/>
            </p:nvSpPr>
            <p:spPr>
              <a:xfrm>
                <a:off x="-4496035" y="-389595"/>
                <a:ext cx="276609" cy="45147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883" extrusionOk="0">
                    <a:moveTo>
                      <a:pt x="42" y="801"/>
                    </a:moveTo>
                    <a:cubicBezTo>
                      <a:pt x="58" y="662"/>
                      <a:pt x="11" y="371"/>
                      <a:pt x="7" y="283"/>
                    </a:cubicBezTo>
                    <a:cubicBezTo>
                      <a:pt x="1" y="195"/>
                      <a:pt x="52" y="140"/>
                      <a:pt x="52" y="140"/>
                    </a:cubicBezTo>
                    <a:lnTo>
                      <a:pt x="117" y="40"/>
                    </a:lnTo>
                    <a:cubicBezTo>
                      <a:pt x="142" y="1"/>
                      <a:pt x="189" y="38"/>
                      <a:pt x="250" y="23"/>
                    </a:cubicBezTo>
                    <a:cubicBezTo>
                      <a:pt x="314" y="9"/>
                      <a:pt x="461" y="62"/>
                      <a:pt x="500" y="79"/>
                    </a:cubicBezTo>
                    <a:cubicBezTo>
                      <a:pt x="539" y="95"/>
                      <a:pt x="539" y="351"/>
                      <a:pt x="529" y="400"/>
                    </a:cubicBezTo>
                    <a:cubicBezTo>
                      <a:pt x="520" y="447"/>
                      <a:pt x="475" y="431"/>
                      <a:pt x="475" y="431"/>
                    </a:cubicBezTo>
                    <a:lnTo>
                      <a:pt x="455" y="416"/>
                    </a:lnTo>
                    <a:lnTo>
                      <a:pt x="400" y="326"/>
                    </a:lnTo>
                    <a:cubicBezTo>
                      <a:pt x="400" y="326"/>
                      <a:pt x="541" y="602"/>
                      <a:pt x="482" y="744"/>
                    </a:cubicBezTo>
                    <a:cubicBezTo>
                      <a:pt x="422" y="883"/>
                      <a:pt x="301" y="881"/>
                      <a:pt x="301" y="881"/>
                    </a:cubicBezTo>
                    <a:close/>
                  </a:path>
                </a:pathLst>
              </a:custGeom>
              <a:solidFill>
                <a:srgbClr val="FDA2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3" name="Google Shape;26823;p33"/>
              <p:cNvSpPr/>
              <p:nvPr/>
            </p:nvSpPr>
            <p:spPr>
              <a:xfrm>
                <a:off x="-4846270" y="-253591"/>
                <a:ext cx="1677039" cy="2498686"/>
              </a:xfrm>
              <a:custGeom>
                <a:avLst/>
                <a:gdLst/>
                <a:ahLst/>
                <a:cxnLst/>
                <a:rect l="l" t="t" r="r" b="b"/>
                <a:pathLst>
                  <a:path w="3280" h="4887" extrusionOk="0">
                    <a:moveTo>
                      <a:pt x="2963" y="1511"/>
                    </a:moveTo>
                    <a:cubicBezTo>
                      <a:pt x="3280" y="819"/>
                      <a:pt x="2773" y="1"/>
                      <a:pt x="2357" y="375"/>
                    </a:cubicBezTo>
                    <a:cubicBezTo>
                      <a:pt x="1940" y="746"/>
                      <a:pt x="966" y="3280"/>
                      <a:pt x="978" y="3205"/>
                    </a:cubicBezTo>
                    <a:cubicBezTo>
                      <a:pt x="991" y="3133"/>
                      <a:pt x="1115" y="580"/>
                      <a:pt x="1079" y="563"/>
                    </a:cubicBezTo>
                    <a:lnTo>
                      <a:pt x="723" y="430"/>
                    </a:lnTo>
                    <a:cubicBezTo>
                      <a:pt x="723" y="430"/>
                      <a:pt x="0" y="3765"/>
                      <a:pt x="450" y="4254"/>
                    </a:cubicBezTo>
                    <a:cubicBezTo>
                      <a:pt x="1034" y="4887"/>
                      <a:pt x="2617" y="2620"/>
                      <a:pt x="2963" y="1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4" name="Google Shape;26824;p33"/>
              <p:cNvSpPr/>
              <p:nvPr/>
            </p:nvSpPr>
            <p:spPr>
              <a:xfrm>
                <a:off x="-4511374" y="-1881036"/>
                <a:ext cx="1160123" cy="5716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118" extrusionOk="0">
                    <a:moveTo>
                      <a:pt x="2030" y="749"/>
                    </a:moveTo>
                    <a:cubicBezTo>
                      <a:pt x="2255" y="667"/>
                      <a:pt x="2269" y="465"/>
                      <a:pt x="2177" y="301"/>
                    </a:cubicBezTo>
                    <a:cubicBezTo>
                      <a:pt x="2085" y="137"/>
                      <a:pt x="1827" y="152"/>
                      <a:pt x="1827" y="152"/>
                    </a:cubicBezTo>
                    <a:cubicBezTo>
                      <a:pt x="1827" y="152"/>
                      <a:pt x="1418" y="0"/>
                      <a:pt x="1123" y="111"/>
                    </a:cubicBezTo>
                    <a:cubicBezTo>
                      <a:pt x="829" y="219"/>
                      <a:pt x="722" y="332"/>
                      <a:pt x="704" y="348"/>
                    </a:cubicBezTo>
                    <a:cubicBezTo>
                      <a:pt x="683" y="363"/>
                      <a:pt x="722" y="275"/>
                      <a:pt x="722" y="275"/>
                    </a:cubicBezTo>
                    <a:lnTo>
                      <a:pt x="348" y="592"/>
                    </a:lnTo>
                    <a:lnTo>
                      <a:pt x="383" y="469"/>
                    </a:lnTo>
                    <a:cubicBezTo>
                      <a:pt x="383" y="469"/>
                      <a:pt x="379" y="459"/>
                      <a:pt x="305" y="502"/>
                    </a:cubicBezTo>
                    <a:cubicBezTo>
                      <a:pt x="231" y="543"/>
                      <a:pt x="149" y="665"/>
                      <a:pt x="149" y="665"/>
                    </a:cubicBezTo>
                    <a:lnTo>
                      <a:pt x="172" y="551"/>
                    </a:lnTo>
                    <a:cubicBezTo>
                      <a:pt x="172" y="551"/>
                      <a:pt x="119" y="512"/>
                      <a:pt x="59" y="622"/>
                    </a:cubicBezTo>
                    <a:cubicBezTo>
                      <a:pt x="0" y="731"/>
                      <a:pt x="119" y="1087"/>
                      <a:pt x="385" y="1103"/>
                    </a:cubicBezTo>
                    <a:cubicBezTo>
                      <a:pt x="653" y="1117"/>
                      <a:pt x="818" y="925"/>
                      <a:pt x="937" y="909"/>
                    </a:cubicBezTo>
                    <a:cubicBezTo>
                      <a:pt x="937" y="903"/>
                      <a:pt x="1802" y="829"/>
                      <a:pt x="2030" y="749"/>
                    </a:cubicBezTo>
                    <a:close/>
                  </a:path>
                </a:pathLst>
              </a:custGeom>
              <a:solidFill>
                <a:srgbClr val="5C44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5" name="Google Shape;26825;p33"/>
              <p:cNvSpPr/>
              <p:nvPr/>
            </p:nvSpPr>
            <p:spPr>
              <a:xfrm>
                <a:off x="-3376816" y="2419448"/>
                <a:ext cx="1469455" cy="5450378"/>
              </a:xfrm>
              <a:custGeom>
                <a:avLst/>
                <a:gdLst/>
                <a:ahLst/>
                <a:cxnLst/>
                <a:rect l="l" t="t" r="r" b="b"/>
                <a:pathLst>
                  <a:path w="2874" h="10660" extrusionOk="0">
                    <a:moveTo>
                      <a:pt x="615" y="0"/>
                    </a:moveTo>
                    <a:cubicBezTo>
                      <a:pt x="512" y="309"/>
                      <a:pt x="1" y="1850"/>
                      <a:pt x="1" y="1850"/>
                    </a:cubicBezTo>
                    <a:cubicBezTo>
                      <a:pt x="1" y="1850"/>
                      <a:pt x="772" y="5839"/>
                      <a:pt x="823" y="6073"/>
                    </a:cubicBezTo>
                    <a:cubicBezTo>
                      <a:pt x="874" y="6304"/>
                      <a:pt x="2139" y="9188"/>
                      <a:pt x="2298" y="10406"/>
                    </a:cubicBezTo>
                    <a:cubicBezTo>
                      <a:pt x="2393" y="10385"/>
                      <a:pt x="2851" y="10659"/>
                      <a:pt x="2851" y="10549"/>
                    </a:cubicBezTo>
                    <a:cubicBezTo>
                      <a:pt x="2873" y="10486"/>
                      <a:pt x="2849" y="10351"/>
                      <a:pt x="2849" y="10351"/>
                    </a:cubicBezTo>
                    <a:cubicBezTo>
                      <a:pt x="2360" y="8595"/>
                      <a:pt x="2599" y="7024"/>
                      <a:pt x="1908" y="5884"/>
                    </a:cubicBezTo>
                    <a:cubicBezTo>
                      <a:pt x="2061" y="4777"/>
                      <a:pt x="1771" y="2249"/>
                      <a:pt x="1801" y="2134"/>
                    </a:cubicBezTo>
                    <a:cubicBezTo>
                      <a:pt x="1879" y="1850"/>
                      <a:pt x="2129" y="1177"/>
                      <a:pt x="2129" y="1177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6" name="Google Shape;26826;p33"/>
              <p:cNvSpPr/>
              <p:nvPr/>
            </p:nvSpPr>
            <p:spPr>
              <a:xfrm>
                <a:off x="-4770088" y="2757413"/>
                <a:ext cx="2235882" cy="4729456"/>
              </a:xfrm>
              <a:custGeom>
                <a:avLst/>
                <a:gdLst/>
                <a:ahLst/>
                <a:cxnLst/>
                <a:rect l="l" t="t" r="r" b="b"/>
                <a:pathLst>
                  <a:path w="4373" h="9250" extrusionOk="0">
                    <a:moveTo>
                      <a:pt x="2139" y="4"/>
                    </a:moveTo>
                    <a:cubicBezTo>
                      <a:pt x="2014" y="0"/>
                      <a:pt x="780" y="3799"/>
                      <a:pt x="555" y="4636"/>
                    </a:cubicBezTo>
                    <a:cubicBezTo>
                      <a:pt x="463" y="4976"/>
                      <a:pt x="391" y="8286"/>
                      <a:pt x="1" y="9139"/>
                    </a:cubicBezTo>
                    <a:cubicBezTo>
                      <a:pt x="207" y="9192"/>
                      <a:pt x="306" y="9196"/>
                      <a:pt x="512" y="9250"/>
                    </a:cubicBezTo>
                    <a:cubicBezTo>
                      <a:pt x="975" y="6846"/>
                      <a:pt x="1488" y="6891"/>
                      <a:pt x="1746" y="4978"/>
                    </a:cubicBezTo>
                    <a:cubicBezTo>
                      <a:pt x="2953" y="2541"/>
                      <a:pt x="4211" y="2660"/>
                      <a:pt x="4373" y="68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7" name="Google Shape;26827;p33"/>
              <p:cNvSpPr/>
              <p:nvPr/>
            </p:nvSpPr>
            <p:spPr>
              <a:xfrm>
                <a:off x="-4030248" y="-590022"/>
                <a:ext cx="1764982" cy="3281987"/>
              </a:xfrm>
              <a:custGeom>
                <a:avLst/>
                <a:gdLst/>
                <a:ahLst/>
                <a:cxnLst/>
                <a:rect l="l" t="t" r="r" b="b"/>
                <a:pathLst>
                  <a:path w="3452" h="6419" extrusionOk="0">
                    <a:moveTo>
                      <a:pt x="1596" y="0"/>
                    </a:moveTo>
                    <a:cubicBezTo>
                      <a:pt x="1436" y="123"/>
                      <a:pt x="485" y="728"/>
                      <a:pt x="505" y="1262"/>
                    </a:cubicBezTo>
                    <a:cubicBezTo>
                      <a:pt x="522" y="1721"/>
                      <a:pt x="0" y="2349"/>
                      <a:pt x="137" y="2815"/>
                    </a:cubicBezTo>
                    <a:cubicBezTo>
                      <a:pt x="262" y="3249"/>
                      <a:pt x="683" y="3605"/>
                      <a:pt x="733" y="3941"/>
                    </a:cubicBezTo>
                    <a:cubicBezTo>
                      <a:pt x="992" y="5751"/>
                      <a:pt x="1011" y="5491"/>
                      <a:pt x="868" y="6279"/>
                    </a:cubicBezTo>
                    <a:cubicBezTo>
                      <a:pt x="1852" y="6418"/>
                      <a:pt x="3094" y="6396"/>
                      <a:pt x="3094" y="6396"/>
                    </a:cubicBezTo>
                    <a:cubicBezTo>
                      <a:pt x="2848" y="5551"/>
                      <a:pt x="3452" y="2390"/>
                      <a:pt x="1737" y="213"/>
                    </a:cubicBezTo>
                    <a:cubicBezTo>
                      <a:pt x="1715" y="186"/>
                      <a:pt x="1614" y="31"/>
                      <a:pt x="15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8" name="Google Shape;26828;p33"/>
              <p:cNvSpPr/>
              <p:nvPr/>
            </p:nvSpPr>
            <p:spPr>
              <a:xfrm>
                <a:off x="-4797186" y="2093755"/>
                <a:ext cx="2785010" cy="3050882"/>
              </a:xfrm>
              <a:custGeom>
                <a:avLst/>
                <a:gdLst/>
                <a:ahLst/>
                <a:cxnLst/>
                <a:rect l="l" t="t" r="r" b="b"/>
                <a:pathLst>
                  <a:path w="5447" h="5967" extrusionOk="0">
                    <a:moveTo>
                      <a:pt x="2409" y="118"/>
                    </a:moveTo>
                    <a:cubicBezTo>
                      <a:pt x="2386" y="163"/>
                      <a:pt x="2501" y="627"/>
                      <a:pt x="2359" y="864"/>
                    </a:cubicBezTo>
                    <a:cubicBezTo>
                      <a:pt x="1709" y="1965"/>
                      <a:pt x="0" y="5355"/>
                      <a:pt x="185" y="5382"/>
                    </a:cubicBezTo>
                    <a:cubicBezTo>
                      <a:pt x="303" y="5396"/>
                      <a:pt x="1623" y="5926"/>
                      <a:pt x="2539" y="5795"/>
                    </a:cubicBezTo>
                    <a:cubicBezTo>
                      <a:pt x="3458" y="5666"/>
                      <a:pt x="4148" y="5967"/>
                      <a:pt x="4657" y="5867"/>
                    </a:cubicBezTo>
                    <a:cubicBezTo>
                      <a:pt x="5166" y="5768"/>
                      <a:pt x="5447" y="5707"/>
                      <a:pt x="5447" y="5707"/>
                    </a:cubicBezTo>
                    <a:cubicBezTo>
                      <a:pt x="5447" y="5707"/>
                      <a:pt x="5089" y="3735"/>
                      <a:pt x="4927" y="2808"/>
                    </a:cubicBezTo>
                    <a:cubicBezTo>
                      <a:pt x="5326" y="1691"/>
                      <a:pt x="4557" y="349"/>
                      <a:pt x="4504" y="259"/>
                    </a:cubicBezTo>
                    <a:cubicBezTo>
                      <a:pt x="4369" y="34"/>
                      <a:pt x="2771" y="1"/>
                      <a:pt x="2409" y="1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9" name="Google Shape;26829;p33"/>
              <p:cNvSpPr/>
              <p:nvPr/>
            </p:nvSpPr>
            <p:spPr>
              <a:xfrm>
                <a:off x="-3635019" y="-1205107"/>
                <a:ext cx="504646" cy="134112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2623" extrusionOk="0">
                    <a:moveTo>
                      <a:pt x="545" y="0"/>
                    </a:moveTo>
                    <a:cubicBezTo>
                      <a:pt x="586" y="133"/>
                      <a:pt x="586" y="248"/>
                      <a:pt x="622" y="401"/>
                    </a:cubicBezTo>
                    <a:cubicBezTo>
                      <a:pt x="766" y="982"/>
                      <a:pt x="921" y="1643"/>
                      <a:pt x="987" y="1614"/>
                    </a:cubicBezTo>
                    <a:cubicBezTo>
                      <a:pt x="888" y="2019"/>
                      <a:pt x="3" y="2623"/>
                      <a:pt x="70" y="2026"/>
                    </a:cubicBezTo>
                    <a:cubicBezTo>
                      <a:pt x="95" y="1800"/>
                      <a:pt x="1" y="1191"/>
                      <a:pt x="1" y="1138"/>
                    </a:cubicBezTo>
                    <a:cubicBezTo>
                      <a:pt x="5" y="1084"/>
                      <a:pt x="545" y="0"/>
                      <a:pt x="545" y="0"/>
                    </a:cubicBezTo>
                    <a:close/>
                  </a:path>
                </a:pathLst>
              </a:custGeom>
              <a:solidFill>
                <a:srgbClr val="FDA2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0" name="Google Shape;26830;p33"/>
              <p:cNvSpPr/>
              <p:nvPr/>
            </p:nvSpPr>
            <p:spPr>
              <a:xfrm>
                <a:off x="-4312992" y="-1734806"/>
                <a:ext cx="1085474" cy="1458718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853" extrusionOk="0">
                    <a:moveTo>
                      <a:pt x="653" y="2515"/>
                    </a:moveTo>
                    <a:cubicBezTo>
                      <a:pt x="991" y="2853"/>
                      <a:pt x="1290" y="2746"/>
                      <a:pt x="1615" y="2331"/>
                    </a:cubicBezTo>
                    <a:cubicBezTo>
                      <a:pt x="1685" y="2241"/>
                      <a:pt x="1795" y="1801"/>
                      <a:pt x="1822" y="1691"/>
                    </a:cubicBezTo>
                    <a:cubicBezTo>
                      <a:pt x="1989" y="1075"/>
                      <a:pt x="2122" y="592"/>
                      <a:pt x="1259" y="152"/>
                    </a:cubicBezTo>
                    <a:cubicBezTo>
                      <a:pt x="962" y="1"/>
                      <a:pt x="1" y="291"/>
                      <a:pt x="15" y="864"/>
                    </a:cubicBezTo>
                    <a:cubicBezTo>
                      <a:pt x="19" y="1054"/>
                      <a:pt x="52" y="1167"/>
                      <a:pt x="211" y="1478"/>
                    </a:cubicBezTo>
                    <a:cubicBezTo>
                      <a:pt x="242" y="1539"/>
                      <a:pt x="232" y="1942"/>
                      <a:pt x="244" y="2010"/>
                    </a:cubicBezTo>
                    <a:cubicBezTo>
                      <a:pt x="256" y="2069"/>
                      <a:pt x="406" y="2102"/>
                      <a:pt x="420" y="2153"/>
                    </a:cubicBezTo>
                    <a:cubicBezTo>
                      <a:pt x="469" y="2331"/>
                      <a:pt x="529" y="2388"/>
                      <a:pt x="653" y="2515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1" name="Google Shape;26831;p33"/>
              <p:cNvSpPr/>
              <p:nvPr/>
            </p:nvSpPr>
            <p:spPr>
              <a:xfrm>
                <a:off x="-4391220" y="-1770086"/>
                <a:ext cx="1168815" cy="829828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623" extrusionOk="0">
                    <a:moveTo>
                      <a:pt x="1590" y="1389"/>
                    </a:moveTo>
                    <a:cubicBezTo>
                      <a:pt x="1778" y="1357"/>
                      <a:pt x="2101" y="1623"/>
                      <a:pt x="2194" y="1606"/>
                    </a:cubicBezTo>
                    <a:cubicBezTo>
                      <a:pt x="2286" y="1592"/>
                      <a:pt x="2245" y="990"/>
                      <a:pt x="2167" y="759"/>
                    </a:cubicBezTo>
                    <a:cubicBezTo>
                      <a:pt x="2091" y="530"/>
                      <a:pt x="1860" y="227"/>
                      <a:pt x="1766" y="156"/>
                    </a:cubicBezTo>
                    <a:cubicBezTo>
                      <a:pt x="1672" y="84"/>
                      <a:pt x="1604" y="103"/>
                      <a:pt x="1604" y="103"/>
                    </a:cubicBezTo>
                    <a:cubicBezTo>
                      <a:pt x="1604" y="103"/>
                      <a:pt x="1416" y="8"/>
                      <a:pt x="1136" y="4"/>
                    </a:cubicBezTo>
                    <a:cubicBezTo>
                      <a:pt x="856" y="0"/>
                      <a:pt x="344" y="369"/>
                      <a:pt x="199" y="522"/>
                    </a:cubicBezTo>
                    <a:cubicBezTo>
                      <a:pt x="51" y="675"/>
                      <a:pt x="0" y="675"/>
                      <a:pt x="164" y="761"/>
                    </a:cubicBezTo>
                    <a:cubicBezTo>
                      <a:pt x="328" y="849"/>
                      <a:pt x="522" y="757"/>
                      <a:pt x="704" y="890"/>
                    </a:cubicBezTo>
                    <a:cubicBezTo>
                      <a:pt x="886" y="1021"/>
                      <a:pt x="1142" y="1046"/>
                      <a:pt x="1218" y="1154"/>
                    </a:cubicBezTo>
                    <a:cubicBezTo>
                      <a:pt x="1316" y="1289"/>
                      <a:pt x="1516" y="1402"/>
                      <a:pt x="1590" y="1389"/>
                    </a:cubicBezTo>
                    <a:close/>
                  </a:path>
                </a:pathLst>
              </a:custGeom>
              <a:solidFill>
                <a:srgbClr val="5C44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2" name="Google Shape;26832;p33"/>
              <p:cNvSpPr/>
              <p:nvPr/>
            </p:nvSpPr>
            <p:spPr>
              <a:xfrm>
                <a:off x="-3681035" y="-1337020"/>
                <a:ext cx="322626" cy="423861"/>
              </a:xfrm>
              <a:custGeom>
                <a:avLst/>
                <a:gdLst/>
                <a:ahLst/>
                <a:cxnLst/>
                <a:rect l="l" t="t" r="r" b="b"/>
                <a:pathLst>
                  <a:path w="631" h="829" extrusionOk="0">
                    <a:moveTo>
                      <a:pt x="230" y="51"/>
                    </a:moveTo>
                    <a:cubicBezTo>
                      <a:pt x="93" y="103"/>
                      <a:pt x="0" y="305"/>
                      <a:pt x="62" y="530"/>
                    </a:cubicBezTo>
                    <a:cubicBezTo>
                      <a:pt x="123" y="751"/>
                      <a:pt x="234" y="829"/>
                      <a:pt x="371" y="778"/>
                    </a:cubicBezTo>
                    <a:cubicBezTo>
                      <a:pt x="510" y="727"/>
                      <a:pt x="631" y="563"/>
                      <a:pt x="567" y="338"/>
                    </a:cubicBezTo>
                    <a:cubicBezTo>
                      <a:pt x="508" y="113"/>
                      <a:pt x="369" y="0"/>
                      <a:pt x="230" y="51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3" name="Google Shape;26833;p33"/>
              <p:cNvSpPr/>
              <p:nvPr/>
            </p:nvSpPr>
            <p:spPr>
              <a:xfrm>
                <a:off x="-4255216" y="-1112052"/>
                <a:ext cx="342566" cy="11453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224" extrusionOk="0">
                    <a:moveTo>
                      <a:pt x="88" y="135"/>
                    </a:moveTo>
                    <a:cubicBezTo>
                      <a:pt x="178" y="117"/>
                      <a:pt x="669" y="223"/>
                      <a:pt x="540" y="127"/>
                    </a:cubicBezTo>
                    <a:cubicBezTo>
                      <a:pt x="403" y="25"/>
                      <a:pt x="129" y="0"/>
                      <a:pt x="45" y="70"/>
                    </a:cubicBezTo>
                    <a:cubicBezTo>
                      <a:pt x="45" y="66"/>
                      <a:pt x="0" y="152"/>
                      <a:pt x="88" y="1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4" name="Google Shape;26834;p33"/>
              <p:cNvSpPr/>
              <p:nvPr/>
            </p:nvSpPr>
            <p:spPr>
              <a:xfrm>
                <a:off x="-4171876" y="-1011838"/>
                <a:ext cx="188156" cy="121688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38" extrusionOk="0">
                    <a:moveTo>
                      <a:pt x="318" y="1"/>
                    </a:moveTo>
                    <a:cubicBezTo>
                      <a:pt x="367" y="213"/>
                      <a:pt x="1" y="238"/>
                      <a:pt x="7" y="58"/>
                    </a:cubicBezTo>
                    <a:cubicBezTo>
                      <a:pt x="144" y="142"/>
                      <a:pt x="216" y="119"/>
                      <a:pt x="3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5" name="Google Shape;26835;p33"/>
              <p:cNvSpPr/>
              <p:nvPr/>
            </p:nvSpPr>
            <p:spPr>
              <a:xfrm>
                <a:off x="-1892023" y="3352558"/>
                <a:ext cx="503623" cy="812955"/>
              </a:xfrm>
              <a:custGeom>
                <a:avLst/>
                <a:gdLst/>
                <a:ahLst/>
                <a:cxnLst/>
                <a:rect l="l" t="t" r="r" b="b"/>
                <a:pathLst>
                  <a:path w="985" h="1590" extrusionOk="0">
                    <a:moveTo>
                      <a:pt x="591" y="192"/>
                    </a:moveTo>
                    <a:cubicBezTo>
                      <a:pt x="591" y="192"/>
                      <a:pt x="743" y="383"/>
                      <a:pt x="786" y="534"/>
                    </a:cubicBezTo>
                    <a:cubicBezTo>
                      <a:pt x="829" y="683"/>
                      <a:pt x="839" y="753"/>
                      <a:pt x="845" y="771"/>
                    </a:cubicBezTo>
                    <a:cubicBezTo>
                      <a:pt x="849" y="792"/>
                      <a:pt x="968" y="1130"/>
                      <a:pt x="968" y="1130"/>
                    </a:cubicBezTo>
                    <a:cubicBezTo>
                      <a:pt x="968" y="1130"/>
                      <a:pt x="984" y="1477"/>
                      <a:pt x="960" y="1518"/>
                    </a:cubicBezTo>
                    <a:cubicBezTo>
                      <a:pt x="933" y="1559"/>
                      <a:pt x="888" y="1518"/>
                      <a:pt x="867" y="1459"/>
                    </a:cubicBezTo>
                    <a:cubicBezTo>
                      <a:pt x="849" y="1404"/>
                      <a:pt x="865" y="1175"/>
                      <a:pt x="865" y="1175"/>
                    </a:cubicBezTo>
                    <a:lnTo>
                      <a:pt x="773" y="919"/>
                    </a:lnTo>
                    <a:lnTo>
                      <a:pt x="849" y="1189"/>
                    </a:lnTo>
                    <a:cubicBezTo>
                      <a:pt x="849" y="1189"/>
                      <a:pt x="831" y="1436"/>
                      <a:pt x="831" y="1512"/>
                    </a:cubicBezTo>
                    <a:cubicBezTo>
                      <a:pt x="831" y="1590"/>
                      <a:pt x="753" y="1490"/>
                      <a:pt x="745" y="1428"/>
                    </a:cubicBezTo>
                    <a:cubicBezTo>
                      <a:pt x="739" y="1367"/>
                      <a:pt x="745" y="1203"/>
                      <a:pt x="745" y="1203"/>
                    </a:cubicBezTo>
                    <a:lnTo>
                      <a:pt x="653" y="919"/>
                    </a:lnTo>
                    <a:cubicBezTo>
                      <a:pt x="653" y="919"/>
                      <a:pt x="722" y="1191"/>
                      <a:pt x="722" y="1228"/>
                    </a:cubicBezTo>
                    <a:cubicBezTo>
                      <a:pt x="724" y="1267"/>
                      <a:pt x="694" y="1563"/>
                      <a:pt x="667" y="1543"/>
                    </a:cubicBezTo>
                    <a:cubicBezTo>
                      <a:pt x="561" y="1477"/>
                      <a:pt x="604" y="1277"/>
                      <a:pt x="599" y="1252"/>
                    </a:cubicBezTo>
                    <a:cubicBezTo>
                      <a:pt x="593" y="1226"/>
                      <a:pt x="524" y="956"/>
                      <a:pt x="524" y="956"/>
                    </a:cubicBezTo>
                    <a:lnTo>
                      <a:pt x="538" y="1191"/>
                    </a:lnTo>
                    <a:cubicBezTo>
                      <a:pt x="538" y="1191"/>
                      <a:pt x="509" y="1526"/>
                      <a:pt x="448" y="1541"/>
                    </a:cubicBezTo>
                    <a:cubicBezTo>
                      <a:pt x="426" y="1545"/>
                      <a:pt x="389" y="1512"/>
                      <a:pt x="389" y="1443"/>
                    </a:cubicBezTo>
                    <a:cubicBezTo>
                      <a:pt x="391" y="1318"/>
                      <a:pt x="407" y="1162"/>
                      <a:pt x="407" y="1162"/>
                    </a:cubicBezTo>
                    <a:lnTo>
                      <a:pt x="264" y="751"/>
                    </a:lnTo>
                    <a:cubicBezTo>
                      <a:pt x="243" y="690"/>
                      <a:pt x="153" y="1185"/>
                      <a:pt x="76" y="1185"/>
                    </a:cubicBezTo>
                    <a:cubicBezTo>
                      <a:pt x="0" y="1185"/>
                      <a:pt x="39" y="1037"/>
                      <a:pt x="51" y="960"/>
                    </a:cubicBezTo>
                    <a:cubicBezTo>
                      <a:pt x="65" y="884"/>
                      <a:pt x="100" y="311"/>
                      <a:pt x="100" y="311"/>
                    </a:cubicBez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6" name="Google Shape;26836;p33"/>
              <p:cNvSpPr/>
              <p:nvPr/>
            </p:nvSpPr>
            <p:spPr>
              <a:xfrm>
                <a:off x="-3377839" y="-263817"/>
                <a:ext cx="1837585" cy="3866905"/>
              </a:xfrm>
              <a:custGeom>
                <a:avLst/>
                <a:gdLst/>
                <a:ahLst/>
                <a:cxnLst/>
                <a:rect l="l" t="t" r="r" b="b"/>
                <a:pathLst>
                  <a:path w="3594" h="7563" extrusionOk="0">
                    <a:moveTo>
                      <a:pt x="426" y="252"/>
                    </a:moveTo>
                    <a:cubicBezTo>
                      <a:pt x="224" y="416"/>
                      <a:pt x="1" y="643"/>
                      <a:pt x="34" y="849"/>
                    </a:cubicBezTo>
                    <a:cubicBezTo>
                      <a:pt x="91" y="1218"/>
                      <a:pt x="1844" y="3986"/>
                      <a:pt x="1844" y="3986"/>
                    </a:cubicBezTo>
                    <a:lnTo>
                      <a:pt x="2978" y="7562"/>
                    </a:lnTo>
                    <a:lnTo>
                      <a:pt x="3593" y="7419"/>
                    </a:lnTo>
                    <a:cubicBezTo>
                      <a:pt x="3593" y="7419"/>
                      <a:pt x="2779" y="4309"/>
                      <a:pt x="2636" y="3560"/>
                    </a:cubicBezTo>
                    <a:cubicBezTo>
                      <a:pt x="2540" y="3057"/>
                      <a:pt x="1746" y="1633"/>
                      <a:pt x="1122" y="614"/>
                    </a:cubicBezTo>
                    <a:cubicBezTo>
                      <a:pt x="893" y="244"/>
                      <a:pt x="737" y="0"/>
                      <a:pt x="426" y="25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7" name="Google Shape;26837;p33"/>
              <p:cNvSpPr/>
              <p:nvPr/>
            </p:nvSpPr>
            <p:spPr>
              <a:xfrm>
                <a:off x="-2720828" y="7581461"/>
                <a:ext cx="842610" cy="444313"/>
              </a:xfrm>
              <a:custGeom>
                <a:avLst/>
                <a:gdLst/>
                <a:ahLst/>
                <a:cxnLst/>
                <a:rect l="l" t="t" r="r" b="b"/>
                <a:pathLst>
                  <a:path w="1648" h="869" extrusionOk="0">
                    <a:moveTo>
                      <a:pt x="905" y="1"/>
                    </a:moveTo>
                    <a:cubicBezTo>
                      <a:pt x="903" y="95"/>
                      <a:pt x="962" y="64"/>
                      <a:pt x="823" y="252"/>
                    </a:cubicBezTo>
                    <a:cubicBezTo>
                      <a:pt x="686" y="439"/>
                      <a:pt x="3" y="590"/>
                      <a:pt x="1" y="739"/>
                    </a:cubicBezTo>
                    <a:cubicBezTo>
                      <a:pt x="1" y="789"/>
                      <a:pt x="89" y="850"/>
                      <a:pt x="187" y="856"/>
                    </a:cubicBezTo>
                    <a:cubicBezTo>
                      <a:pt x="516" y="868"/>
                      <a:pt x="1648" y="850"/>
                      <a:pt x="1648" y="850"/>
                    </a:cubicBezTo>
                    <a:lnTo>
                      <a:pt x="1619" y="29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8" name="Google Shape;26838;p33"/>
              <p:cNvSpPr/>
              <p:nvPr/>
            </p:nvSpPr>
            <p:spPr>
              <a:xfrm>
                <a:off x="-5368300" y="7231226"/>
                <a:ext cx="896807" cy="508736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995" extrusionOk="0">
                    <a:moveTo>
                      <a:pt x="1066" y="0"/>
                    </a:moveTo>
                    <a:cubicBezTo>
                      <a:pt x="1040" y="93"/>
                      <a:pt x="1171" y="160"/>
                      <a:pt x="995" y="307"/>
                    </a:cubicBezTo>
                    <a:cubicBezTo>
                      <a:pt x="815" y="457"/>
                      <a:pt x="52" y="367"/>
                      <a:pt x="15" y="512"/>
                    </a:cubicBezTo>
                    <a:cubicBezTo>
                      <a:pt x="0" y="559"/>
                      <a:pt x="76" y="641"/>
                      <a:pt x="170" y="665"/>
                    </a:cubicBezTo>
                    <a:cubicBezTo>
                      <a:pt x="487" y="755"/>
                      <a:pt x="1592" y="995"/>
                      <a:pt x="1592" y="995"/>
                    </a:cubicBezTo>
                    <a:lnTo>
                      <a:pt x="1754" y="19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9" name="Google Shape;26839;p33"/>
              <p:cNvSpPr/>
              <p:nvPr/>
            </p:nvSpPr>
            <p:spPr>
              <a:xfrm>
                <a:off x="-4027180" y="-618654"/>
                <a:ext cx="195825" cy="14623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286" extrusionOk="0">
                    <a:moveTo>
                      <a:pt x="225" y="17"/>
                    </a:moveTo>
                    <a:cubicBezTo>
                      <a:pt x="205" y="21"/>
                      <a:pt x="182" y="11"/>
                      <a:pt x="166" y="25"/>
                    </a:cubicBezTo>
                    <a:cubicBezTo>
                      <a:pt x="146" y="19"/>
                      <a:pt x="129" y="38"/>
                      <a:pt x="107" y="42"/>
                    </a:cubicBezTo>
                    <a:cubicBezTo>
                      <a:pt x="43" y="58"/>
                      <a:pt x="0" y="119"/>
                      <a:pt x="15" y="183"/>
                    </a:cubicBezTo>
                    <a:cubicBezTo>
                      <a:pt x="31" y="246"/>
                      <a:pt x="94" y="285"/>
                      <a:pt x="158" y="269"/>
                    </a:cubicBezTo>
                    <a:cubicBezTo>
                      <a:pt x="164" y="269"/>
                      <a:pt x="166" y="267"/>
                      <a:pt x="170" y="263"/>
                    </a:cubicBezTo>
                    <a:cubicBezTo>
                      <a:pt x="191" y="236"/>
                      <a:pt x="225" y="228"/>
                      <a:pt x="252" y="240"/>
                    </a:cubicBezTo>
                    <a:cubicBezTo>
                      <a:pt x="260" y="242"/>
                      <a:pt x="268" y="244"/>
                      <a:pt x="276" y="242"/>
                    </a:cubicBezTo>
                    <a:cubicBezTo>
                      <a:pt x="340" y="226"/>
                      <a:pt x="383" y="164"/>
                      <a:pt x="369" y="101"/>
                    </a:cubicBezTo>
                    <a:cubicBezTo>
                      <a:pt x="352" y="40"/>
                      <a:pt x="289" y="1"/>
                      <a:pt x="225" y="1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0" name="Google Shape;26840;p33"/>
              <p:cNvSpPr/>
              <p:nvPr/>
            </p:nvSpPr>
            <p:spPr>
              <a:xfrm>
                <a:off x="-4096205" y="-668761"/>
                <a:ext cx="70558" cy="6135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0" extrusionOk="0">
                    <a:moveTo>
                      <a:pt x="113" y="44"/>
                    </a:moveTo>
                    <a:cubicBezTo>
                      <a:pt x="137" y="58"/>
                      <a:pt x="129" y="99"/>
                      <a:pt x="113" y="109"/>
                    </a:cubicBezTo>
                    <a:cubicBezTo>
                      <a:pt x="94" y="119"/>
                      <a:pt x="47" y="117"/>
                      <a:pt x="47" y="87"/>
                    </a:cubicBezTo>
                    <a:cubicBezTo>
                      <a:pt x="51" y="33"/>
                      <a:pt x="0" y="17"/>
                      <a:pt x="37" y="5"/>
                    </a:cubicBezTo>
                    <a:cubicBezTo>
                      <a:pt x="53" y="1"/>
                      <a:pt x="68" y="15"/>
                      <a:pt x="113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1" name="Google Shape;26841;p33"/>
              <p:cNvSpPr/>
              <p:nvPr/>
            </p:nvSpPr>
            <p:spPr>
              <a:xfrm>
                <a:off x="-3478052" y="-1912225"/>
                <a:ext cx="533789" cy="622754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1218" extrusionOk="0">
                    <a:moveTo>
                      <a:pt x="1044" y="608"/>
                    </a:moveTo>
                    <a:cubicBezTo>
                      <a:pt x="1044" y="945"/>
                      <a:pt x="811" y="1217"/>
                      <a:pt x="522" y="1217"/>
                    </a:cubicBezTo>
                    <a:cubicBezTo>
                      <a:pt x="234" y="1217"/>
                      <a:pt x="0" y="945"/>
                      <a:pt x="0" y="608"/>
                    </a:cubicBezTo>
                    <a:cubicBezTo>
                      <a:pt x="0" y="272"/>
                      <a:pt x="234" y="0"/>
                      <a:pt x="522" y="0"/>
                    </a:cubicBezTo>
                    <a:cubicBezTo>
                      <a:pt x="811" y="0"/>
                      <a:pt x="1044" y="272"/>
                      <a:pt x="1044" y="608"/>
                    </a:cubicBezTo>
                    <a:close/>
                  </a:path>
                </a:pathLst>
              </a:custGeom>
              <a:solidFill>
                <a:srgbClr val="5C44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842" name="Google Shape;26842;p33"/>
            <p:cNvSpPr/>
            <p:nvPr/>
          </p:nvSpPr>
          <p:spPr>
            <a:xfrm>
              <a:off x="7920025" y="4618823"/>
              <a:ext cx="1423857" cy="167214"/>
            </a:xfrm>
            <a:custGeom>
              <a:avLst/>
              <a:gdLst/>
              <a:ahLst/>
              <a:cxnLst/>
              <a:rect l="l" t="t" r="r" b="b"/>
              <a:pathLst>
                <a:path w="7638" h="897" extrusionOk="0">
                  <a:moveTo>
                    <a:pt x="7638" y="448"/>
                  </a:moveTo>
                  <a:cubicBezTo>
                    <a:pt x="7638" y="696"/>
                    <a:pt x="5929" y="897"/>
                    <a:pt x="3820" y="897"/>
                  </a:cubicBezTo>
                  <a:cubicBezTo>
                    <a:pt x="1708" y="897"/>
                    <a:pt x="0" y="696"/>
                    <a:pt x="0" y="448"/>
                  </a:cubicBezTo>
                  <a:cubicBezTo>
                    <a:pt x="0" y="201"/>
                    <a:pt x="1708" y="0"/>
                    <a:pt x="3820" y="0"/>
                  </a:cubicBezTo>
                  <a:cubicBezTo>
                    <a:pt x="5929" y="0"/>
                    <a:pt x="7638" y="203"/>
                    <a:pt x="7638" y="448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Rectangle 2"/>
          <p:cNvSpPr/>
          <p:nvPr/>
        </p:nvSpPr>
        <p:spPr>
          <a:xfrm>
            <a:off x="1664723" y="2129095"/>
            <a:ext cx="2928126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Fetched the last two years of data from the </a:t>
            </a:r>
            <a:r>
              <a:rPr lang="en-US" sz="1200" dirty="0" err="1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OpenWeather</a:t>
            </a: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 API</a:t>
            </a:r>
            <a:r>
              <a:rPr lang="en-US" sz="1200" dirty="0" smtClean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pPr>
              <a:buFont typeface="Arial" panose="020B0604020202020204" pitchFamily="34" charset="0"/>
              <a:buChar char="•"/>
            </a:pPr>
            <a:endParaRPr lang="en-US" sz="1200" dirty="0">
              <a:solidFill>
                <a:schemeClr val="tx1"/>
              </a:solidFill>
              <a:latin typeface="Alata" panose="020B0604020202020204" charset="0"/>
              <a:cs typeface="Alata" panose="020B060402020202020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Data is resampled into 3-hour intervals and saved as a CSV file</a:t>
            </a:r>
            <a:r>
              <a:rPr lang="en-US" sz="1200" dirty="0" smtClean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pPr>
              <a:buFont typeface="Arial" panose="020B0604020202020204" pitchFamily="34" charset="0"/>
              <a:buChar char="•"/>
            </a:pPr>
            <a:endParaRPr lang="en-US" sz="1200" dirty="0">
              <a:solidFill>
                <a:schemeClr val="tx1"/>
              </a:solidFill>
              <a:latin typeface="Alata" panose="020B0604020202020204" charset="0"/>
              <a:cs typeface="Alata" panose="020B060402020202020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A GitHub Actions workflow automatically updates this data every 3 hours.</a:t>
            </a:r>
          </a:p>
        </p:txBody>
      </p:sp>
      <p:sp>
        <p:nvSpPr>
          <p:cNvPr id="5" name="Rectangle 4"/>
          <p:cNvSpPr/>
          <p:nvPr/>
        </p:nvSpPr>
        <p:spPr>
          <a:xfrm>
            <a:off x="4270060" y="1913313"/>
            <a:ext cx="3393192" cy="27699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endParaRPr lang="en-US" dirty="0">
              <a:solidFill>
                <a:srgbClr val="34322D"/>
              </a:solidFill>
              <a:latin typeface="-apple-system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Handles missing values, outliers, and negative values</a:t>
            </a:r>
            <a:r>
              <a:rPr lang="en-US" sz="1200" dirty="0" smtClean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endParaRPr lang="en-US" sz="1200" dirty="0">
              <a:solidFill>
                <a:schemeClr val="tx1"/>
              </a:solidFill>
              <a:latin typeface="Alata" panose="020B0604020202020204" charset="0"/>
              <a:cs typeface="Alata" panose="020B0604020202020204" charset="0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Calculates AQI using pollutant data, as the default </a:t>
            </a:r>
            <a:r>
              <a:rPr lang="en-US" sz="1200" dirty="0" err="1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OpenWeather</a:t>
            </a: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 scale is not suitable for precise modeling</a:t>
            </a:r>
            <a:r>
              <a:rPr lang="en-US" sz="1200" dirty="0" smtClean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endParaRPr lang="en-US" sz="1200" dirty="0">
              <a:solidFill>
                <a:schemeClr val="tx1"/>
              </a:solidFill>
              <a:latin typeface="Alata" panose="020B0604020202020204" charset="0"/>
              <a:cs typeface="Alata" panose="020B0604020202020204" charset="0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Engineers around 26 new features, including temporal features and pollutant interactions.</a:t>
            </a:r>
          </a:p>
          <a:p>
            <a:r>
              <a:rPr lang="en-US" dirty="0">
                <a:solidFill>
                  <a:srgbClr val="34322D"/>
                </a:solidFill>
                <a:latin typeface="-apple-system"/>
              </a:rPr>
              <a:t/>
            </a:r>
            <a:br>
              <a:rPr lang="en-US" dirty="0">
                <a:solidFill>
                  <a:srgbClr val="34322D"/>
                </a:solidFill>
                <a:latin typeface="-apple-system"/>
              </a:rPr>
            </a:br>
            <a:endParaRPr lang="en-US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46" name="Google Shape;26746;p33"/>
          <p:cNvSpPr txBox="1">
            <a:spLocks noGrp="1"/>
          </p:cNvSpPr>
          <p:nvPr>
            <p:ph type="subTitle" idx="4"/>
          </p:nvPr>
        </p:nvSpPr>
        <p:spPr>
          <a:xfrm>
            <a:off x="4923250" y="1761463"/>
            <a:ext cx="2505600" cy="43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 smtClean="0"/>
              <a:t>Frontend</a:t>
            </a:r>
            <a:endParaRPr dirty="0"/>
          </a:p>
        </p:txBody>
      </p:sp>
      <p:sp>
        <p:nvSpPr>
          <p:cNvPr id="26747" name="Google Shape;26747;p3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dirty="0"/>
              <a:t>Model Development and Frontend</a:t>
            </a:r>
            <a:br>
              <a:rPr lang="en-US" dirty="0"/>
            </a:br>
            <a:r>
              <a:rPr lang="en-US" b="0" dirty="0"/>
              <a:t/>
            </a:r>
            <a:br>
              <a:rPr lang="en-US" b="0" dirty="0"/>
            </a:br>
            <a:r>
              <a:rPr lang="en-US" dirty="0" smtClean="0"/>
              <a:t/>
            </a:r>
            <a:br>
              <a:rPr lang="en-US" dirty="0" smtClean="0"/>
            </a:br>
            <a:r>
              <a:rPr lang="en-US" b="0" dirty="0"/>
              <a:t/>
            </a:r>
            <a:br>
              <a:rPr lang="en-US" b="0" dirty="0"/>
            </a:br>
            <a:endParaRPr dirty="0"/>
          </a:p>
        </p:txBody>
      </p:sp>
      <p:sp>
        <p:nvSpPr>
          <p:cNvPr id="26750" name="Google Shape;26750;p33"/>
          <p:cNvSpPr txBox="1">
            <a:spLocks noGrp="1"/>
          </p:cNvSpPr>
          <p:nvPr>
            <p:ph type="subTitle" idx="3"/>
          </p:nvPr>
        </p:nvSpPr>
        <p:spPr>
          <a:xfrm>
            <a:off x="1715375" y="1761463"/>
            <a:ext cx="2505600" cy="43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-US" dirty="0"/>
              <a:t>Model Development</a:t>
            </a:r>
            <a:endParaRPr dirty="0"/>
          </a:p>
        </p:txBody>
      </p:sp>
      <p:grpSp>
        <p:nvGrpSpPr>
          <p:cNvPr id="26751" name="Google Shape;26751;p33"/>
          <p:cNvGrpSpPr/>
          <p:nvPr/>
        </p:nvGrpSpPr>
        <p:grpSpPr>
          <a:xfrm>
            <a:off x="7812379" y="3408401"/>
            <a:ext cx="424542" cy="879081"/>
            <a:chOff x="-2989300" y="3369549"/>
            <a:chExt cx="791319" cy="1638547"/>
          </a:xfrm>
        </p:grpSpPr>
        <p:sp>
          <p:nvSpPr>
            <p:cNvPr id="26752" name="Google Shape;26752;p33"/>
            <p:cNvSpPr/>
            <p:nvPr/>
          </p:nvSpPr>
          <p:spPr>
            <a:xfrm>
              <a:off x="-2989300" y="3369549"/>
              <a:ext cx="791319" cy="1638547"/>
            </a:xfrm>
            <a:custGeom>
              <a:avLst/>
              <a:gdLst/>
              <a:ahLst/>
              <a:cxnLst/>
              <a:rect l="l" t="t" r="r" b="b"/>
              <a:pathLst>
                <a:path w="4909" h="10165" extrusionOk="0">
                  <a:moveTo>
                    <a:pt x="2434" y="1"/>
                  </a:moveTo>
                  <a:lnTo>
                    <a:pt x="1" y="1846"/>
                  </a:lnTo>
                  <a:lnTo>
                    <a:pt x="1" y="10165"/>
                  </a:lnTo>
                  <a:lnTo>
                    <a:pt x="4909" y="10165"/>
                  </a:lnTo>
                  <a:lnTo>
                    <a:pt x="4909" y="1846"/>
                  </a:lnTo>
                  <a:lnTo>
                    <a:pt x="24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33"/>
            <p:cNvSpPr/>
            <p:nvPr/>
          </p:nvSpPr>
          <p:spPr>
            <a:xfrm>
              <a:off x="-2916278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33"/>
            <p:cNvSpPr/>
            <p:nvPr/>
          </p:nvSpPr>
          <p:spPr>
            <a:xfrm>
              <a:off x="-2775553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33"/>
            <p:cNvSpPr/>
            <p:nvPr/>
          </p:nvSpPr>
          <p:spPr>
            <a:xfrm>
              <a:off x="-2634989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33"/>
            <p:cNvSpPr/>
            <p:nvPr/>
          </p:nvSpPr>
          <p:spPr>
            <a:xfrm>
              <a:off x="-2494426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26757;p33"/>
            <p:cNvSpPr/>
            <p:nvPr/>
          </p:nvSpPr>
          <p:spPr>
            <a:xfrm>
              <a:off x="-2353540" y="3722246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26758;p33"/>
            <p:cNvSpPr/>
            <p:nvPr/>
          </p:nvSpPr>
          <p:spPr>
            <a:xfrm>
              <a:off x="-2916278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26759;p33"/>
            <p:cNvSpPr/>
            <p:nvPr/>
          </p:nvSpPr>
          <p:spPr>
            <a:xfrm>
              <a:off x="-2775553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26760;p33"/>
            <p:cNvSpPr/>
            <p:nvPr/>
          </p:nvSpPr>
          <p:spPr>
            <a:xfrm>
              <a:off x="-2634989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26761;p33"/>
            <p:cNvSpPr/>
            <p:nvPr/>
          </p:nvSpPr>
          <p:spPr>
            <a:xfrm>
              <a:off x="-2494426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26762;p33"/>
            <p:cNvSpPr/>
            <p:nvPr/>
          </p:nvSpPr>
          <p:spPr>
            <a:xfrm>
              <a:off x="-2353540" y="385088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26763;p33"/>
            <p:cNvSpPr/>
            <p:nvPr/>
          </p:nvSpPr>
          <p:spPr>
            <a:xfrm>
              <a:off x="-2916278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26764;p33"/>
            <p:cNvSpPr/>
            <p:nvPr/>
          </p:nvSpPr>
          <p:spPr>
            <a:xfrm>
              <a:off x="-2775553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26765;p33"/>
            <p:cNvSpPr/>
            <p:nvPr/>
          </p:nvSpPr>
          <p:spPr>
            <a:xfrm>
              <a:off x="-2634989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26766;p33"/>
            <p:cNvSpPr/>
            <p:nvPr/>
          </p:nvSpPr>
          <p:spPr>
            <a:xfrm>
              <a:off x="-2494426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26767;p33"/>
            <p:cNvSpPr/>
            <p:nvPr/>
          </p:nvSpPr>
          <p:spPr>
            <a:xfrm>
              <a:off x="-2353540" y="3979515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26768;p33"/>
            <p:cNvSpPr/>
            <p:nvPr/>
          </p:nvSpPr>
          <p:spPr>
            <a:xfrm>
              <a:off x="-2916278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26769;p33"/>
            <p:cNvSpPr/>
            <p:nvPr/>
          </p:nvSpPr>
          <p:spPr>
            <a:xfrm>
              <a:off x="-2775553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26770;p33"/>
            <p:cNvSpPr/>
            <p:nvPr/>
          </p:nvSpPr>
          <p:spPr>
            <a:xfrm>
              <a:off x="-2634989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26771;p33"/>
            <p:cNvSpPr/>
            <p:nvPr/>
          </p:nvSpPr>
          <p:spPr>
            <a:xfrm>
              <a:off x="-2494426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26772;p33"/>
            <p:cNvSpPr/>
            <p:nvPr/>
          </p:nvSpPr>
          <p:spPr>
            <a:xfrm>
              <a:off x="-2353540" y="410815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26773;p33"/>
            <p:cNvSpPr/>
            <p:nvPr/>
          </p:nvSpPr>
          <p:spPr>
            <a:xfrm>
              <a:off x="-2916278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26774;p33"/>
            <p:cNvSpPr/>
            <p:nvPr/>
          </p:nvSpPr>
          <p:spPr>
            <a:xfrm>
              <a:off x="-2775553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26775;p33"/>
            <p:cNvSpPr/>
            <p:nvPr/>
          </p:nvSpPr>
          <p:spPr>
            <a:xfrm>
              <a:off x="-2634989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26776;p33"/>
            <p:cNvSpPr/>
            <p:nvPr/>
          </p:nvSpPr>
          <p:spPr>
            <a:xfrm>
              <a:off x="-2494426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26777;p33"/>
            <p:cNvSpPr/>
            <p:nvPr/>
          </p:nvSpPr>
          <p:spPr>
            <a:xfrm>
              <a:off x="-2353540" y="4236623"/>
              <a:ext cx="75763" cy="75923"/>
            </a:xfrm>
            <a:custGeom>
              <a:avLst/>
              <a:gdLst/>
              <a:ahLst/>
              <a:cxnLst/>
              <a:rect l="l" t="t" r="r" b="b"/>
              <a:pathLst>
                <a:path w="470" h="471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26778;p33"/>
            <p:cNvSpPr/>
            <p:nvPr/>
          </p:nvSpPr>
          <p:spPr>
            <a:xfrm>
              <a:off x="-2916278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26779;p33"/>
            <p:cNvSpPr/>
            <p:nvPr/>
          </p:nvSpPr>
          <p:spPr>
            <a:xfrm>
              <a:off x="-2775553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26780;p33"/>
            <p:cNvSpPr/>
            <p:nvPr/>
          </p:nvSpPr>
          <p:spPr>
            <a:xfrm>
              <a:off x="-2634989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26781;p33"/>
            <p:cNvSpPr/>
            <p:nvPr/>
          </p:nvSpPr>
          <p:spPr>
            <a:xfrm>
              <a:off x="-2494426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26782;p33"/>
            <p:cNvSpPr/>
            <p:nvPr/>
          </p:nvSpPr>
          <p:spPr>
            <a:xfrm>
              <a:off x="-2353540" y="4365096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26783;p33"/>
            <p:cNvSpPr/>
            <p:nvPr/>
          </p:nvSpPr>
          <p:spPr>
            <a:xfrm>
              <a:off x="-2916278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26784;p33"/>
            <p:cNvSpPr/>
            <p:nvPr/>
          </p:nvSpPr>
          <p:spPr>
            <a:xfrm>
              <a:off x="-2775553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26785;p33"/>
            <p:cNvSpPr/>
            <p:nvPr/>
          </p:nvSpPr>
          <p:spPr>
            <a:xfrm>
              <a:off x="-2634989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26786;p33"/>
            <p:cNvSpPr/>
            <p:nvPr/>
          </p:nvSpPr>
          <p:spPr>
            <a:xfrm>
              <a:off x="-2494426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1"/>
                  </a:moveTo>
                  <a:lnTo>
                    <a:pt x="1" y="470"/>
                  </a:lnTo>
                  <a:lnTo>
                    <a:pt x="470" y="470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26787;p33"/>
            <p:cNvSpPr/>
            <p:nvPr/>
          </p:nvSpPr>
          <p:spPr>
            <a:xfrm>
              <a:off x="-2353540" y="4493731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1"/>
                  </a:moveTo>
                  <a:lnTo>
                    <a:pt x="0" y="470"/>
                  </a:lnTo>
                  <a:lnTo>
                    <a:pt x="469" y="470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26788;p33"/>
            <p:cNvSpPr/>
            <p:nvPr/>
          </p:nvSpPr>
          <p:spPr>
            <a:xfrm>
              <a:off x="-2916278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26789;p33"/>
            <p:cNvSpPr/>
            <p:nvPr/>
          </p:nvSpPr>
          <p:spPr>
            <a:xfrm>
              <a:off x="-2775553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26790;p33"/>
            <p:cNvSpPr/>
            <p:nvPr/>
          </p:nvSpPr>
          <p:spPr>
            <a:xfrm>
              <a:off x="-2634989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26791;p33"/>
            <p:cNvSpPr/>
            <p:nvPr/>
          </p:nvSpPr>
          <p:spPr>
            <a:xfrm>
              <a:off x="-2494426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26792;p33"/>
            <p:cNvSpPr/>
            <p:nvPr/>
          </p:nvSpPr>
          <p:spPr>
            <a:xfrm>
              <a:off x="-2353540" y="4622366"/>
              <a:ext cx="75763" cy="75600"/>
            </a:xfrm>
            <a:custGeom>
              <a:avLst/>
              <a:gdLst/>
              <a:ahLst/>
              <a:cxnLst/>
              <a:rect l="l" t="t" r="r" b="b"/>
              <a:pathLst>
                <a:path w="470" h="469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26793;p33"/>
            <p:cNvSpPr/>
            <p:nvPr/>
          </p:nvSpPr>
          <p:spPr>
            <a:xfrm>
              <a:off x="-2916278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26794;p33"/>
            <p:cNvSpPr/>
            <p:nvPr/>
          </p:nvSpPr>
          <p:spPr>
            <a:xfrm>
              <a:off x="-2775553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26795;p33"/>
            <p:cNvSpPr/>
            <p:nvPr/>
          </p:nvSpPr>
          <p:spPr>
            <a:xfrm>
              <a:off x="-2634989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26796;p33"/>
            <p:cNvSpPr/>
            <p:nvPr/>
          </p:nvSpPr>
          <p:spPr>
            <a:xfrm>
              <a:off x="-2494426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469"/>
                  </a:lnTo>
                  <a:lnTo>
                    <a:pt x="470" y="469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26797;p33"/>
            <p:cNvSpPr/>
            <p:nvPr/>
          </p:nvSpPr>
          <p:spPr>
            <a:xfrm>
              <a:off x="-2353540" y="4751000"/>
              <a:ext cx="75763" cy="7576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0" y="0"/>
                  </a:moveTo>
                  <a:lnTo>
                    <a:pt x="0" y="469"/>
                  </a:lnTo>
                  <a:lnTo>
                    <a:pt x="469" y="469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23A3A">
                <a:alpha val="673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98" name="Google Shape;26798;p33"/>
          <p:cNvGrpSpPr/>
          <p:nvPr/>
        </p:nvGrpSpPr>
        <p:grpSpPr>
          <a:xfrm>
            <a:off x="5076908" y="1167243"/>
            <a:ext cx="433833" cy="433868"/>
            <a:chOff x="3206783" y="1407078"/>
            <a:chExt cx="433833" cy="433868"/>
          </a:xfrm>
        </p:grpSpPr>
        <p:sp>
          <p:nvSpPr>
            <p:cNvPr id="26799" name="Google Shape;26799;p33"/>
            <p:cNvSpPr/>
            <p:nvPr/>
          </p:nvSpPr>
          <p:spPr>
            <a:xfrm>
              <a:off x="3493471" y="1407112"/>
              <a:ext cx="147144" cy="131806"/>
            </a:xfrm>
            <a:custGeom>
              <a:avLst/>
              <a:gdLst/>
              <a:ahLst/>
              <a:cxnLst/>
              <a:rect l="l" t="t" r="r" b="b"/>
              <a:pathLst>
                <a:path w="4221" h="3781" extrusionOk="0">
                  <a:moveTo>
                    <a:pt x="2248" y="486"/>
                  </a:moveTo>
                  <a:cubicBezTo>
                    <a:pt x="2839" y="486"/>
                    <a:pt x="3320" y="965"/>
                    <a:pt x="3320" y="1556"/>
                  </a:cubicBezTo>
                  <a:cubicBezTo>
                    <a:pt x="3320" y="1588"/>
                    <a:pt x="3318" y="1620"/>
                    <a:pt x="3315" y="1655"/>
                  </a:cubicBezTo>
                  <a:cubicBezTo>
                    <a:pt x="3306" y="1740"/>
                    <a:pt x="3344" y="1822"/>
                    <a:pt x="3412" y="1874"/>
                  </a:cubicBezTo>
                  <a:cubicBezTo>
                    <a:pt x="3614" y="2021"/>
                    <a:pt x="3735" y="2258"/>
                    <a:pt x="3735" y="2507"/>
                  </a:cubicBezTo>
                  <a:cubicBezTo>
                    <a:pt x="3735" y="2940"/>
                    <a:pt x="3383" y="3293"/>
                    <a:pt x="2949" y="3293"/>
                  </a:cubicBezTo>
                  <a:cubicBezTo>
                    <a:pt x="2614" y="3293"/>
                    <a:pt x="2316" y="3080"/>
                    <a:pt x="2206" y="2764"/>
                  </a:cubicBezTo>
                  <a:cubicBezTo>
                    <a:pt x="2179" y="2687"/>
                    <a:pt x="2115" y="2628"/>
                    <a:pt x="2035" y="2607"/>
                  </a:cubicBezTo>
                  <a:cubicBezTo>
                    <a:pt x="2016" y="2602"/>
                    <a:pt x="1996" y="2600"/>
                    <a:pt x="1977" y="2600"/>
                  </a:cubicBezTo>
                  <a:cubicBezTo>
                    <a:pt x="1916" y="2600"/>
                    <a:pt x="1857" y="2624"/>
                    <a:pt x="1811" y="2666"/>
                  </a:cubicBezTo>
                  <a:cubicBezTo>
                    <a:pt x="1665" y="2803"/>
                    <a:pt x="1473" y="2879"/>
                    <a:pt x="1273" y="2879"/>
                  </a:cubicBezTo>
                  <a:cubicBezTo>
                    <a:pt x="839" y="2879"/>
                    <a:pt x="487" y="2526"/>
                    <a:pt x="487" y="2094"/>
                  </a:cubicBezTo>
                  <a:cubicBezTo>
                    <a:pt x="487" y="1734"/>
                    <a:pt x="730" y="1421"/>
                    <a:pt x="1078" y="1332"/>
                  </a:cubicBezTo>
                  <a:cubicBezTo>
                    <a:pt x="1155" y="1313"/>
                    <a:pt x="1217" y="1257"/>
                    <a:pt x="1246" y="1182"/>
                  </a:cubicBezTo>
                  <a:cubicBezTo>
                    <a:pt x="1401" y="765"/>
                    <a:pt x="1804" y="486"/>
                    <a:pt x="2248" y="486"/>
                  </a:cubicBezTo>
                  <a:close/>
                  <a:moveTo>
                    <a:pt x="2248" y="1"/>
                  </a:moveTo>
                  <a:cubicBezTo>
                    <a:pt x="1644" y="1"/>
                    <a:pt x="1091" y="357"/>
                    <a:pt x="837" y="899"/>
                  </a:cubicBezTo>
                  <a:cubicBezTo>
                    <a:pt x="338" y="1080"/>
                    <a:pt x="0" y="1555"/>
                    <a:pt x="0" y="2095"/>
                  </a:cubicBezTo>
                  <a:cubicBezTo>
                    <a:pt x="1" y="2796"/>
                    <a:pt x="571" y="3366"/>
                    <a:pt x="1273" y="3366"/>
                  </a:cubicBezTo>
                  <a:cubicBezTo>
                    <a:pt x="1490" y="3366"/>
                    <a:pt x="1701" y="3311"/>
                    <a:pt x="1887" y="3207"/>
                  </a:cubicBezTo>
                  <a:cubicBezTo>
                    <a:pt x="2118" y="3558"/>
                    <a:pt x="2514" y="3780"/>
                    <a:pt x="2949" y="3780"/>
                  </a:cubicBezTo>
                  <a:cubicBezTo>
                    <a:pt x="3650" y="3780"/>
                    <a:pt x="4221" y="3209"/>
                    <a:pt x="4221" y="2508"/>
                  </a:cubicBezTo>
                  <a:cubicBezTo>
                    <a:pt x="4221" y="2150"/>
                    <a:pt x="4067" y="1808"/>
                    <a:pt x="3805" y="1568"/>
                  </a:cubicBezTo>
                  <a:lnTo>
                    <a:pt x="3805" y="1557"/>
                  </a:lnTo>
                  <a:cubicBezTo>
                    <a:pt x="3805" y="698"/>
                    <a:pt x="3107" y="1"/>
                    <a:pt x="22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26800;p33"/>
            <p:cNvSpPr/>
            <p:nvPr/>
          </p:nvSpPr>
          <p:spPr>
            <a:xfrm>
              <a:off x="3206783" y="1512006"/>
              <a:ext cx="433833" cy="328939"/>
            </a:xfrm>
            <a:custGeom>
              <a:avLst/>
              <a:gdLst/>
              <a:ahLst/>
              <a:cxnLst/>
              <a:rect l="l" t="t" r="r" b="b"/>
              <a:pathLst>
                <a:path w="12445" h="9436" extrusionOk="0">
                  <a:moveTo>
                    <a:pt x="4878" y="1647"/>
                  </a:moveTo>
                  <a:lnTo>
                    <a:pt x="4878" y="8948"/>
                  </a:lnTo>
                  <a:lnTo>
                    <a:pt x="4134" y="8948"/>
                  </a:lnTo>
                  <a:lnTo>
                    <a:pt x="4134" y="1961"/>
                  </a:lnTo>
                  <a:lnTo>
                    <a:pt x="4878" y="1647"/>
                  </a:lnTo>
                  <a:close/>
                  <a:moveTo>
                    <a:pt x="6109" y="1130"/>
                  </a:moveTo>
                  <a:lnTo>
                    <a:pt x="6109" y="8949"/>
                  </a:lnTo>
                  <a:lnTo>
                    <a:pt x="5365" y="8949"/>
                  </a:lnTo>
                  <a:lnTo>
                    <a:pt x="5365" y="1443"/>
                  </a:lnTo>
                  <a:lnTo>
                    <a:pt x="6109" y="1130"/>
                  </a:lnTo>
                  <a:close/>
                  <a:moveTo>
                    <a:pt x="7339" y="610"/>
                  </a:moveTo>
                  <a:lnTo>
                    <a:pt x="7339" y="8949"/>
                  </a:lnTo>
                  <a:lnTo>
                    <a:pt x="6595" y="8949"/>
                  </a:lnTo>
                  <a:lnTo>
                    <a:pt x="6595" y="924"/>
                  </a:lnTo>
                  <a:lnTo>
                    <a:pt x="7339" y="610"/>
                  </a:lnTo>
                  <a:close/>
                  <a:moveTo>
                    <a:pt x="11958" y="3411"/>
                  </a:moveTo>
                  <a:lnTo>
                    <a:pt x="11958" y="8949"/>
                  </a:lnTo>
                  <a:lnTo>
                    <a:pt x="7825" y="8949"/>
                  </a:lnTo>
                  <a:lnTo>
                    <a:pt x="7825" y="3411"/>
                  </a:lnTo>
                  <a:close/>
                  <a:moveTo>
                    <a:pt x="3648" y="3414"/>
                  </a:moveTo>
                  <a:lnTo>
                    <a:pt x="3648" y="8953"/>
                  </a:lnTo>
                  <a:lnTo>
                    <a:pt x="488" y="8953"/>
                  </a:lnTo>
                  <a:lnTo>
                    <a:pt x="488" y="8366"/>
                  </a:lnTo>
                  <a:lnTo>
                    <a:pt x="2336" y="8366"/>
                  </a:lnTo>
                  <a:cubicBezTo>
                    <a:pt x="2389" y="8366"/>
                    <a:pt x="2432" y="8322"/>
                    <a:pt x="2432" y="8269"/>
                  </a:cubicBezTo>
                  <a:lnTo>
                    <a:pt x="2432" y="7735"/>
                  </a:lnTo>
                  <a:cubicBezTo>
                    <a:pt x="2432" y="7681"/>
                    <a:pt x="2389" y="7638"/>
                    <a:pt x="2336" y="7638"/>
                  </a:cubicBezTo>
                  <a:lnTo>
                    <a:pt x="488" y="7638"/>
                  </a:lnTo>
                  <a:lnTo>
                    <a:pt x="488" y="7152"/>
                  </a:lnTo>
                  <a:lnTo>
                    <a:pt x="2336" y="7152"/>
                  </a:lnTo>
                  <a:cubicBezTo>
                    <a:pt x="2389" y="7152"/>
                    <a:pt x="2432" y="7109"/>
                    <a:pt x="2432" y="7055"/>
                  </a:cubicBezTo>
                  <a:lnTo>
                    <a:pt x="2432" y="6520"/>
                  </a:lnTo>
                  <a:cubicBezTo>
                    <a:pt x="2432" y="6467"/>
                    <a:pt x="2389" y="6424"/>
                    <a:pt x="2336" y="6424"/>
                  </a:cubicBezTo>
                  <a:lnTo>
                    <a:pt x="488" y="6424"/>
                  </a:lnTo>
                  <a:lnTo>
                    <a:pt x="488" y="5938"/>
                  </a:lnTo>
                  <a:lnTo>
                    <a:pt x="2336" y="5938"/>
                  </a:lnTo>
                  <a:cubicBezTo>
                    <a:pt x="2389" y="5938"/>
                    <a:pt x="2432" y="5895"/>
                    <a:pt x="2432" y="5842"/>
                  </a:cubicBezTo>
                  <a:lnTo>
                    <a:pt x="2432" y="5307"/>
                  </a:lnTo>
                  <a:cubicBezTo>
                    <a:pt x="2432" y="5253"/>
                    <a:pt x="2389" y="5210"/>
                    <a:pt x="2336" y="5210"/>
                  </a:cubicBezTo>
                  <a:lnTo>
                    <a:pt x="488" y="5210"/>
                  </a:lnTo>
                  <a:lnTo>
                    <a:pt x="488" y="4724"/>
                  </a:lnTo>
                  <a:lnTo>
                    <a:pt x="2336" y="4724"/>
                  </a:lnTo>
                  <a:cubicBezTo>
                    <a:pt x="2389" y="4724"/>
                    <a:pt x="2432" y="4681"/>
                    <a:pt x="2432" y="4627"/>
                  </a:cubicBezTo>
                  <a:lnTo>
                    <a:pt x="2432" y="4093"/>
                  </a:lnTo>
                  <a:cubicBezTo>
                    <a:pt x="2432" y="4040"/>
                    <a:pt x="2389" y="3996"/>
                    <a:pt x="2336" y="3996"/>
                  </a:cubicBezTo>
                  <a:lnTo>
                    <a:pt x="488" y="3996"/>
                  </a:lnTo>
                  <a:lnTo>
                    <a:pt x="488" y="3414"/>
                  </a:lnTo>
                  <a:close/>
                  <a:moveTo>
                    <a:pt x="7581" y="1"/>
                  </a:moveTo>
                  <a:cubicBezTo>
                    <a:pt x="7549" y="1"/>
                    <a:pt x="7517" y="7"/>
                    <a:pt x="7487" y="20"/>
                  </a:cubicBezTo>
                  <a:lnTo>
                    <a:pt x="3797" y="1576"/>
                  </a:lnTo>
                  <a:cubicBezTo>
                    <a:pt x="3706" y="1615"/>
                    <a:pt x="3647" y="1702"/>
                    <a:pt x="3647" y="1800"/>
                  </a:cubicBezTo>
                  <a:lnTo>
                    <a:pt x="3647" y="2924"/>
                  </a:lnTo>
                  <a:lnTo>
                    <a:pt x="244" y="2924"/>
                  </a:lnTo>
                  <a:cubicBezTo>
                    <a:pt x="111" y="2924"/>
                    <a:pt x="1" y="3032"/>
                    <a:pt x="1" y="3167"/>
                  </a:cubicBezTo>
                  <a:lnTo>
                    <a:pt x="1" y="9192"/>
                  </a:lnTo>
                  <a:cubicBezTo>
                    <a:pt x="1" y="9326"/>
                    <a:pt x="110" y="9436"/>
                    <a:pt x="244" y="9436"/>
                  </a:cubicBezTo>
                  <a:lnTo>
                    <a:pt x="12201" y="9436"/>
                  </a:lnTo>
                  <a:cubicBezTo>
                    <a:pt x="12335" y="9436"/>
                    <a:pt x="12445" y="9327"/>
                    <a:pt x="12445" y="9192"/>
                  </a:cubicBezTo>
                  <a:lnTo>
                    <a:pt x="12445" y="3167"/>
                  </a:lnTo>
                  <a:cubicBezTo>
                    <a:pt x="12445" y="3032"/>
                    <a:pt x="12336" y="2924"/>
                    <a:pt x="12201" y="2924"/>
                  </a:cubicBezTo>
                  <a:lnTo>
                    <a:pt x="7825" y="2924"/>
                  </a:lnTo>
                  <a:lnTo>
                    <a:pt x="7825" y="244"/>
                  </a:lnTo>
                  <a:cubicBezTo>
                    <a:pt x="7825" y="164"/>
                    <a:pt x="7784" y="87"/>
                    <a:pt x="7716" y="41"/>
                  </a:cubicBezTo>
                  <a:cubicBezTo>
                    <a:pt x="7675" y="15"/>
                    <a:pt x="7629" y="1"/>
                    <a:pt x="7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26801;p33"/>
            <p:cNvSpPr/>
            <p:nvPr/>
          </p:nvSpPr>
          <p:spPr>
            <a:xfrm>
              <a:off x="3206783" y="1407078"/>
              <a:ext cx="185630" cy="127657"/>
            </a:xfrm>
            <a:custGeom>
              <a:avLst/>
              <a:gdLst/>
              <a:ahLst/>
              <a:cxnLst/>
              <a:rect l="l" t="t" r="r" b="b"/>
              <a:pathLst>
                <a:path w="5325" h="3662" extrusionOk="0">
                  <a:moveTo>
                    <a:pt x="2663" y="488"/>
                  </a:moveTo>
                  <a:cubicBezTo>
                    <a:pt x="3166" y="488"/>
                    <a:pt x="3612" y="809"/>
                    <a:pt x="3771" y="1288"/>
                  </a:cubicBezTo>
                  <a:cubicBezTo>
                    <a:pt x="3803" y="1385"/>
                    <a:pt x="3893" y="1452"/>
                    <a:pt x="3996" y="1453"/>
                  </a:cubicBezTo>
                  <a:cubicBezTo>
                    <a:pt x="4460" y="1463"/>
                    <a:pt x="4839" y="1849"/>
                    <a:pt x="4839" y="2315"/>
                  </a:cubicBezTo>
                  <a:cubicBezTo>
                    <a:pt x="4839" y="2788"/>
                    <a:pt x="4453" y="3175"/>
                    <a:pt x="3978" y="3175"/>
                  </a:cubicBezTo>
                  <a:cubicBezTo>
                    <a:pt x="3711" y="3175"/>
                    <a:pt x="3464" y="3053"/>
                    <a:pt x="3299" y="2842"/>
                  </a:cubicBezTo>
                  <a:cubicBezTo>
                    <a:pt x="3252" y="2782"/>
                    <a:pt x="3181" y="2747"/>
                    <a:pt x="3108" y="2747"/>
                  </a:cubicBezTo>
                  <a:cubicBezTo>
                    <a:pt x="3082" y="2747"/>
                    <a:pt x="3056" y="2751"/>
                    <a:pt x="3032" y="2760"/>
                  </a:cubicBezTo>
                  <a:cubicBezTo>
                    <a:pt x="2913" y="2799"/>
                    <a:pt x="2788" y="2819"/>
                    <a:pt x="2664" y="2819"/>
                  </a:cubicBezTo>
                  <a:cubicBezTo>
                    <a:pt x="2540" y="2819"/>
                    <a:pt x="2415" y="2799"/>
                    <a:pt x="2296" y="2760"/>
                  </a:cubicBezTo>
                  <a:cubicBezTo>
                    <a:pt x="2270" y="2751"/>
                    <a:pt x="2244" y="2747"/>
                    <a:pt x="2218" y="2747"/>
                  </a:cubicBezTo>
                  <a:cubicBezTo>
                    <a:pt x="2145" y="2747"/>
                    <a:pt x="2074" y="2781"/>
                    <a:pt x="2028" y="2841"/>
                  </a:cubicBezTo>
                  <a:cubicBezTo>
                    <a:pt x="1862" y="3051"/>
                    <a:pt x="1615" y="3173"/>
                    <a:pt x="1348" y="3173"/>
                  </a:cubicBezTo>
                  <a:cubicBezTo>
                    <a:pt x="872" y="3173"/>
                    <a:pt x="488" y="2787"/>
                    <a:pt x="488" y="2313"/>
                  </a:cubicBezTo>
                  <a:cubicBezTo>
                    <a:pt x="488" y="1849"/>
                    <a:pt x="865" y="1463"/>
                    <a:pt x="1330" y="1453"/>
                  </a:cubicBezTo>
                  <a:cubicBezTo>
                    <a:pt x="1433" y="1451"/>
                    <a:pt x="1524" y="1384"/>
                    <a:pt x="1555" y="1288"/>
                  </a:cubicBezTo>
                  <a:cubicBezTo>
                    <a:pt x="1713" y="808"/>
                    <a:pt x="2159" y="488"/>
                    <a:pt x="2663" y="488"/>
                  </a:cubicBezTo>
                  <a:close/>
                  <a:moveTo>
                    <a:pt x="2663" y="0"/>
                  </a:moveTo>
                  <a:cubicBezTo>
                    <a:pt x="2004" y="0"/>
                    <a:pt x="1416" y="388"/>
                    <a:pt x="1153" y="981"/>
                  </a:cubicBezTo>
                  <a:cubicBezTo>
                    <a:pt x="862" y="1023"/>
                    <a:pt x="595" y="1158"/>
                    <a:pt x="385" y="1372"/>
                  </a:cubicBezTo>
                  <a:cubicBezTo>
                    <a:pt x="137" y="1624"/>
                    <a:pt x="1" y="1959"/>
                    <a:pt x="1" y="2315"/>
                  </a:cubicBezTo>
                  <a:cubicBezTo>
                    <a:pt x="1" y="3056"/>
                    <a:pt x="605" y="3662"/>
                    <a:pt x="1348" y="3662"/>
                  </a:cubicBezTo>
                  <a:cubicBezTo>
                    <a:pt x="1709" y="3662"/>
                    <a:pt x="2049" y="3520"/>
                    <a:pt x="2300" y="3268"/>
                  </a:cubicBezTo>
                  <a:cubicBezTo>
                    <a:pt x="2419" y="3295"/>
                    <a:pt x="2541" y="3308"/>
                    <a:pt x="2663" y="3308"/>
                  </a:cubicBezTo>
                  <a:cubicBezTo>
                    <a:pt x="2785" y="3308"/>
                    <a:pt x="2907" y="3295"/>
                    <a:pt x="3025" y="3268"/>
                  </a:cubicBezTo>
                  <a:cubicBezTo>
                    <a:pt x="3276" y="3520"/>
                    <a:pt x="3616" y="3662"/>
                    <a:pt x="3977" y="3662"/>
                  </a:cubicBezTo>
                  <a:cubicBezTo>
                    <a:pt x="4720" y="3662"/>
                    <a:pt x="5324" y="3058"/>
                    <a:pt x="5324" y="2315"/>
                  </a:cubicBezTo>
                  <a:cubicBezTo>
                    <a:pt x="5324" y="1959"/>
                    <a:pt x="5187" y="1624"/>
                    <a:pt x="4940" y="1372"/>
                  </a:cubicBezTo>
                  <a:cubicBezTo>
                    <a:pt x="4732" y="1159"/>
                    <a:pt x="4463" y="1023"/>
                    <a:pt x="4172" y="981"/>
                  </a:cubicBezTo>
                  <a:cubicBezTo>
                    <a:pt x="3909" y="388"/>
                    <a:pt x="3321" y="0"/>
                    <a:pt x="26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26802;p33"/>
            <p:cNvSpPr/>
            <p:nvPr/>
          </p:nvSpPr>
          <p:spPr>
            <a:xfrm>
              <a:off x="3506648" y="1544775"/>
              <a:ext cx="50965" cy="51000"/>
            </a:xfrm>
            <a:custGeom>
              <a:avLst/>
              <a:gdLst/>
              <a:ahLst/>
              <a:cxnLst/>
              <a:rect l="l" t="t" r="r" b="b"/>
              <a:pathLst>
                <a:path w="1462" h="1463" extrusionOk="0">
                  <a:moveTo>
                    <a:pt x="732" y="487"/>
                  </a:moveTo>
                  <a:cubicBezTo>
                    <a:pt x="868" y="487"/>
                    <a:pt x="976" y="597"/>
                    <a:pt x="976" y="732"/>
                  </a:cubicBezTo>
                  <a:cubicBezTo>
                    <a:pt x="976" y="866"/>
                    <a:pt x="866" y="976"/>
                    <a:pt x="732" y="976"/>
                  </a:cubicBezTo>
                  <a:cubicBezTo>
                    <a:pt x="596" y="976"/>
                    <a:pt x="486" y="866"/>
                    <a:pt x="486" y="732"/>
                  </a:cubicBezTo>
                  <a:cubicBezTo>
                    <a:pt x="486" y="597"/>
                    <a:pt x="596" y="487"/>
                    <a:pt x="732" y="487"/>
                  </a:cubicBezTo>
                  <a:close/>
                  <a:moveTo>
                    <a:pt x="732" y="1"/>
                  </a:moveTo>
                  <a:cubicBezTo>
                    <a:pt x="328" y="1"/>
                    <a:pt x="0" y="329"/>
                    <a:pt x="0" y="732"/>
                  </a:cubicBezTo>
                  <a:cubicBezTo>
                    <a:pt x="0" y="1136"/>
                    <a:pt x="328" y="1462"/>
                    <a:pt x="732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9"/>
                    <a:pt x="1135" y="1"/>
                    <a:pt x="7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26803;p33"/>
            <p:cNvSpPr/>
            <p:nvPr/>
          </p:nvSpPr>
          <p:spPr>
            <a:xfrm>
              <a:off x="3581249" y="1651167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1" y="685"/>
                    <a:pt x="45" y="729"/>
                    <a:pt x="98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26804;p33"/>
            <p:cNvSpPr/>
            <p:nvPr/>
          </p:nvSpPr>
          <p:spPr>
            <a:xfrm>
              <a:off x="3581249" y="1693522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1" y="685"/>
                    <a:pt x="45" y="729"/>
                    <a:pt x="98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26805;p33"/>
            <p:cNvSpPr/>
            <p:nvPr/>
          </p:nvSpPr>
          <p:spPr>
            <a:xfrm>
              <a:off x="3581249" y="1735912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0"/>
                  </a:moveTo>
                  <a:cubicBezTo>
                    <a:pt x="45" y="0"/>
                    <a:pt x="2" y="43"/>
                    <a:pt x="2" y="96"/>
                  </a:cubicBezTo>
                  <a:lnTo>
                    <a:pt x="2" y="631"/>
                  </a:lnTo>
                  <a:cubicBezTo>
                    <a:pt x="1" y="684"/>
                    <a:pt x="45" y="728"/>
                    <a:pt x="98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6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26806;p33"/>
            <p:cNvSpPr/>
            <p:nvPr/>
          </p:nvSpPr>
          <p:spPr>
            <a:xfrm>
              <a:off x="3581249" y="1778267"/>
              <a:ext cx="25483" cy="25413"/>
            </a:xfrm>
            <a:custGeom>
              <a:avLst/>
              <a:gdLst/>
              <a:ahLst/>
              <a:cxnLst/>
              <a:rect l="l" t="t" r="r" b="b"/>
              <a:pathLst>
                <a:path w="731" h="729" extrusionOk="0">
                  <a:moveTo>
                    <a:pt x="98" y="0"/>
                  </a:moveTo>
                  <a:cubicBezTo>
                    <a:pt x="45" y="0"/>
                    <a:pt x="2" y="43"/>
                    <a:pt x="2" y="97"/>
                  </a:cubicBezTo>
                  <a:lnTo>
                    <a:pt x="2" y="631"/>
                  </a:lnTo>
                  <a:cubicBezTo>
                    <a:pt x="1" y="684"/>
                    <a:pt x="45" y="728"/>
                    <a:pt x="98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7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26807;p33"/>
            <p:cNvSpPr/>
            <p:nvPr/>
          </p:nvSpPr>
          <p:spPr>
            <a:xfrm>
              <a:off x="3538894" y="1651167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1"/>
                  </a:moveTo>
                  <a:cubicBezTo>
                    <a:pt x="43" y="1"/>
                    <a:pt x="0" y="44"/>
                    <a:pt x="0" y="97"/>
                  </a:cubicBezTo>
                  <a:lnTo>
                    <a:pt x="0" y="631"/>
                  </a:lnTo>
                  <a:cubicBezTo>
                    <a:pt x="0" y="685"/>
                    <a:pt x="43" y="729"/>
                    <a:pt x="97" y="729"/>
                  </a:cubicBezTo>
                  <a:lnTo>
                    <a:pt x="632" y="729"/>
                  </a:lnTo>
                  <a:cubicBezTo>
                    <a:pt x="687" y="729"/>
                    <a:pt x="730" y="685"/>
                    <a:pt x="730" y="631"/>
                  </a:cubicBezTo>
                  <a:lnTo>
                    <a:pt x="730" y="97"/>
                  </a:lnTo>
                  <a:cubicBezTo>
                    <a:pt x="730" y="44"/>
                    <a:pt x="686" y="1"/>
                    <a:pt x="6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8" name="Google Shape;26808;p33"/>
            <p:cNvSpPr/>
            <p:nvPr/>
          </p:nvSpPr>
          <p:spPr>
            <a:xfrm>
              <a:off x="3538894" y="1693522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1"/>
                  </a:moveTo>
                  <a:cubicBezTo>
                    <a:pt x="43" y="1"/>
                    <a:pt x="0" y="44"/>
                    <a:pt x="0" y="97"/>
                  </a:cubicBezTo>
                  <a:lnTo>
                    <a:pt x="0" y="631"/>
                  </a:lnTo>
                  <a:cubicBezTo>
                    <a:pt x="0" y="685"/>
                    <a:pt x="43" y="729"/>
                    <a:pt x="97" y="729"/>
                  </a:cubicBezTo>
                  <a:lnTo>
                    <a:pt x="632" y="729"/>
                  </a:lnTo>
                  <a:cubicBezTo>
                    <a:pt x="687" y="729"/>
                    <a:pt x="730" y="685"/>
                    <a:pt x="730" y="631"/>
                  </a:cubicBezTo>
                  <a:lnTo>
                    <a:pt x="730" y="97"/>
                  </a:lnTo>
                  <a:cubicBezTo>
                    <a:pt x="730" y="44"/>
                    <a:pt x="686" y="1"/>
                    <a:pt x="6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9" name="Google Shape;26809;p33"/>
            <p:cNvSpPr/>
            <p:nvPr/>
          </p:nvSpPr>
          <p:spPr>
            <a:xfrm>
              <a:off x="3538894" y="1735912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0"/>
                  </a:moveTo>
                  <a:cubicBezTo>
                    <a:pt x="43" y="0"/>
                    <a:pt x="0" y="43"/>
                    <a:pt x="0" y="96"/>
                  </a:cubicBezTo>
                  <a:lnTo>
                    <a:pt x="0" y="631"/>
                  </a:lnTo>
                  <a:cubicBezTo>
                    <a:pt x="0" y="684"/>
                    <a:pt x="43" y="728"/>
                    <a:pt x="97" y="728"/>
                  </a:cubicBezTo>
                  <a:lnTo>
                    <a:pt x="632" y="728"/>
                  </a:lnTo>
                  <a:cubicBezTo>
                    <a:pt x="687" y="728"/>
                    <a:pt x="730" y="684"/>
                    <a:pt x="730" y="631"/>
                  </a:cubicBezTo>
                  <a:lnTo>
                    <a:pt x="730" y="96"/>
                  </a:lnTo>
                  <a:cubicBezTo>
                    <a:pt x="730" y="43"/>
                    <a:pt x="686" y="0"/>
                    <a:pt x="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0" name="Google Shape;26810;p33"/>
            <p:cNvSpPr/>
            <p:nvPr/>
          </p:nvSpPr>
          <p:spPr>
            <a:xfrm>
              <a:off x="3538894" y="1778267"/>
              <a:ext cx="25448" cy="25413"/>
            </a:xfrm>
            <a:custGeom>
              <a:avLst/>
              <a:gdLst/>
              <a:ahLst/>
              <a:cxnLst/>
              <a:rect l="l" t="t" r="r" b="b"/>
              <a:pathLst>
                <a:path w="730" h="729" extrusionOk="0">
                  <a:moveTo>
                    <a:pt x="97" y="0"/>
                  </a:moveTo>
                  <a:cubicBezTo>
                    <a:pt x="43" y="0"/>
                    <a:pt x="0" y="43"/>
                    <a:pt x="0" y="97"/>
                  </a:cubicBezTo>
                  <a:lnTo>
                    <a:pt x="0" y="631"/>
                  </a:lnTo>
                  <a:cubicBezTo>
                    <a:pt x="0" y="684"/>
                    <a:pt x="43" y="728"/>
                    <a:pt x="97" y="728"/>
                  </a:cubicBezTo>
                  <a:lnTo>
                    <a:pt x="632" y="728"/>
                  </a:lnTo>
                  <a:cubicBezTo>
                    <a:pt x="687" y="728"/>
                    <a:pt x="730" y="684"/>
                    <a:pt x="730" y="631"/>
                  </a:cubicBezTo>
                  <a:lnTo>
                    <a:pt x="730" y="97"/>
                  </a:lnTo>
                  <a:cubicBezTo>
                    <a:pt x="730" y="43"/>
                    <a:pt x="686" y="0"/>
                    <a:pt x="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1" name="Google Shape;26811;p33"/>
            <p:cNvSpPr/>
            <p:nvPr/>
          </p:nvSpPr>
          <p:spPr>
            <a:xfrm>
              <a:off x="3496469" y="1651167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0" y="685"/>
                    <a:pt x="45" y="729"/>
                    <a:pt x="99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2" name="Google Shape;26812;p33"/>
            <p:cNvSpPr/>
            <p:nvPr/>
          </p:nvSpPr>
          <p:spPr>
            <a:xfrm>
              <a:off x="3496469" y="1693522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1"/>
                  </a:moveTo>
                  <a:cubicBezTo>
                    <a:pt x="45" y="1"/>
                    <a:pt x="2" y="44"/>
                    <a:pt x="2" y="97"/>
                  </a:cubicBezTo>
                  <a:lnTo>
                    <a:pt x="2" y="631"/>
                  </a:lnTo>
                  <a:cubicBezTo>
                    <a:pt x="0" y="685"/>
                    <a:pt x="45" y="729"/>
                    <a:pt x="99" y="729"/>
                  </a:cubicBezTo>
                  <a:lnTo>
                    <a:pt x="634" y="729"/>
                  </a:lnTo>
                  <a:cubicBezTo>
                    <a:pt x="688" y="729"/>
                    <a:pt x="731" y="685"/>
                    <a:pt x="731" y="631"/>
                  </a:cubicBezTo>
                  <a:lnTo>
                    <a:pt x="731" y="97"/>
                  </a:lnTo>
                  <a:cubicBezTo>
                    <a:pt x="731" y="44"/>
                    <a:pt x="688" y="1"/>
                    <a:pt x="6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3" name="Google Shape;26813;p33"/>
            <p:cNvSpPr/>
            <p:nvPr/>
          </p:nvSpPr>
          <p:spPr>
            <a:xfrm>
              <a:off x="3496469" y="1735912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0"/>
                  </a:moveTo>
                  <a:cubicBezTo>
                    <a:pt x="45" y="0"/>
                    <a:pt x="2" y="43"/>
                    <a:pt x="2" y="96"/>
                  </a:cubicBezTo>
                  <a:lnTo>
                    <a:pt x="2" y="631"/>
                  </a:lnTo>
                  <a:cubicBezTo>
                    <a:pt x="0" y="684"/>
                    <a:pt x="45" y="728"/>
                    <a:pt x="99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6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4" name="Google Shape;26814;p33"/>
            <p:cNvSpPr/>
            <p:nvPr/>
          </p:nvSpPr>
          <p:spPr>
            <a:xfrm>
              <a:off x="3496469" y="1778267"/>
              <a:ext cx="25518" cy="25413"/>
            </a:xfrm>
            <a:custGeom>
              <a:avLst/>
              <a:gdLst/>
              <a:ahLst/>
              <a:cxnLst/>
              <a:rect l="l" t="t" r="r" b="b"/>
              <a:pathLst>
                <a:path w="732" h="729" extrusionOk="0">
                  <a:moveTo>
                    <a:pt x="99" y="0"/>
                  </a:moveTo>
                  <a:cubicBezTo>
                    <a:pt x="45" y="0"/>
                    <a:pt x="2" y="43"/>
                    <a:pt x="2" y="97"/>
                  </a:cubicBezTo>
                  <a:lnTo>
                    <a:pt x="2" y="631"/>
                  </a:lnTo>
                  <a:cubicBezTo>
                    <a:pt x="0" y="684"/>
                    <a:pt x="45" y="728"/>
                    <a:pt x="99" y="728"/>
                  </a:cubicBezTo>
                  <a:lnTo>
                    <a:pt x="634" y="728"/>
                  </a:lnTo>
                  <a:cubicBezTo>
                    <a:pt x="688" y="728"/>
                    <a:pt x="731" y="684"/>
                    <a:pt x="731" y="631"/>
                  </a:cubicBezTo>
                  <a:lnTo>
                    <a:pt x="731" y="97"/>
                  </a:lnTo>
                  <a:cubicBezTo>
                    <a:pt x="731" y="43"/>
                    <a:pt x="688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15" name="Google Shape;26815;p33"/>
          <p:cNvGrpSpPr/>
          <p:nvPr/>
        </p:nvGrpSpPr>
        <p:grpSpPr>
          <a:xfrm>
            <a:off x="1867763" y="1167243"/>
            <a:ext cx="349960" cy="433833"/>
            <a:chOff x="1102563" y="4056089"/>
            <a:chExt cx="349960" cy="433833"/>
          </a:xfrm>
        </p:grpSpPr>
        <p:sp>
          <p:nvSpPr>
            <p:cNvPr id="26816" name="Google Shape;26816;p33"/>
            <p:cNvSpPr/>
            <p:nvPr/>
          </p:nvSpPr>
          <p:spPr>
            <a:xfrm>
              <a:off x="1102563" y="4056089"/>
              <a:ext cx="349960" cy="433833"/>
            </a:xfrm>
            <a:custGeom>
              <a:avLst/>
              <a:gdLst/>
              <a:ahLst/>
              <a:cxnLst/>
              <a:rect l="l" t="t" r="r" b="b"/>
              <a:pathLst>
                <a:path w="10039" h="12445" extrusionOk="0">
                  <a:moveTo>
                    <a:pt x="8186" y="695"/>
                  </a:moveTo>
                  <a:lnTo>
                    <a:pt x="8186" y="4223"/>
                  </a:lnTo>
                  <a:lnTo>
                    <a:pt x="8068" y="4223"/>
                  </a:lnTo>
                  <a:cubicBezTo>
                    <a:pt x="7811" y="4223"/>
                    <a:pt x="7601" y="4013"/>
                    <a:pt x="7601" y="3757"/>
                  </a:cubicBezTo>
                  <a:lnTo>
                    <a:pt x="7601" y="3029"/>
                  </a:lnTo>
                  <a:cubicBezTo>
                    <a:pt x="7601" y="2948"/>
                    <a:pt x="7561" y="2871"/>
                    <a:pt x="7492" y="2827"/>
                  </a:cubicBezTo>
                  <a:cubicBezTo>
                    <a:pt x="7453" y="2800"/>
                    <a:pt x="7407" y="2786"/>
                    <a:pt x="7359" y="2786"/>
                  </a:cubicBezTo>
                  <a:cubicBezTo>
                    <a:pt x="7327" y="2786"/>
                    <a:pt x="7293" y="2792"/>
                    <a:pt x="7264" y="2806"/>
                  </a:cubicBezTo>
                  <a:cubicBezTo>
                    <a:pt x="6552" y="3111"/>
                    <a:pt x="5793" y="3267"/>
                    <a:pt x="5010" y="3267"/>
                  </a:cubicBezTo>
                  <a:cubicBezTo>
                    <a:pt x="4227" y="3267"/>
                    <a:pt x="3470" y="3111"/>
                    <a:pt x="2756" y="2806"/>
                  </a:cubicBezTo>
                  <a:cubicBezTo>
                    <a:pt x="2726" y="2792"/>
                    <a:pt x="2693" y="2785"/>
                    <a:pt x="2661" y="2785"/>
                  </a:cubicBezTo>
                  <a:cubicBezTo>
                    <a:pt x="2614" y="2785"/>
                    <a:pt x="2567" y="2799"/>
                    <a:pt x="2527" y="2827"/>
                  </a:cubicBezTo>
                  <a:cubicBezTo>
                    <a:pt x="2459" y="2871"/>
                    <a:pt x="2419" y="2948"/>
                    <a:pt x="2419" y="3029"/>
                  </a:cubicBezTo>
                  <a:lnTo>
                    <a:pt x="2419" y="3758"/>
                  </a:lnTo>
                  <a:cubicBezTo>
                    <a:pt x="2419" y="4014"/>
                    <a:pt x="2209" y="4224"/>
                    <a:pt x="1953" y="4224"/>
                  </a:cubicBezTo>
                  <a:lnTo>
                    <a:pt x="1834" y="4224"/>
                  </a:lnTo>
                  <a:lnTo>
                    <a:pt x="1834" y="2901"/>
                  </a:lnTo>
                  <a:cubicBezTo>
                    <a:pt x="1834" y="2062"/>
                    <a:pt x="2516" y="1380"/>
                    <a:pt x="3357" y="1380"/>
                  </a:cubicBezTo>
                  <a:lnTo>
                    <a:pt x="3954" y="1380"/>
                  </a:lnTo>
                  <a:cubicBezTo>
                    <a:pt x="3998" y="1380"/>
                    <a:pt x="4043" y="1367"/>
                    <a:pt x="4080" y="1344"/>
                  </a:cubicBezTo>
                  <a:cubicBezTo>
                    <a:pt x="4451" y="1119"/>
                    <a:pt x="4876" y="998"/>
                    <a:pt x="5308" y="998"/>
                  </a:cubicBezTo>
                  <a:lnTo>
                    <a:pt x="7224" y="998"/>
                  </a:lnTo>
                  <a:cubicBezTo>
                    <a:pt x="7573" y="998"/>
                    <a:pt x="7908" y="891"/>
                    <a:pt x="8186" y="695"/>
                  </a:cubicBezTo>
                  <a:close/>
                  <a:moveTo>
                    <a:pt x="7117" y="3387"/>
                  </a:moveTo>
                  <a:lnTo>
                    <a:pt x="7117" y="3758"/>
                  </a:lnTo>
                  <a:cubicBezTo>
                    <a:pt x="7117" y="4073"/>
                    <a:pt x="7271" y="4353"/>
                    <a:pt x="7508" y="4526"/>
                  </a:cubicBezTo>
                  <a:lnTo>
                    <a:pt x="6694" y="5388"/>
                  </a:lnTo>
                  <a:cubicBezTo>
                    <a:pt x="6170" y="5135"/>
                    <a:pt x="5595" y="5002"/>
                    <a:pt x="5018" y="5002"/>
                  </a:cubicBezTo>
                  <a:cubicBezTo>
                    <a:pt x="4441" y="5002"/>
                    <a:pt x="3866" y="5136"/>
                    <a:pt x="3342" y="5388"/>
                  </a:cubicBezTo>
                  <a:lnTo>
                    <a:pt x="2524" y="4519"/>
                  </a:lnTo>
                  <a:cubicBezTo>
                    <a:pt x="2755" y="4346"/>
                    <a:pt x="2906" y="4069"/>
                    <a:pt x="2906" y="3758"/>
                  </a:cubicBezTo>
                  <a:lnTo>
                    <a:pt x="2906" y="3387"/>
                  </a:lnTo>
                  <a:cubicBezTo>
                    <a:pt x="3579" y="3630"/>
                    <a:pt x="4286" y="3754"/>
                    <a:pt x="5012" y="3754"/>
                  </a:cubicBezTo>
                  <a:cubicBezTo>
                    <a:pt x="5737" y="3754"/>
                    <a:pt x="6444" y="3630"/>
                    <a:pt x="7117" y="3387"/>
                  </a:cubicBezTo>
                  <a:close/>
                  <a:moveTo>
                    <a:pt x="1979" y="4711"/>
                  </a:moveTo>
                  <a:lnTo>
                    <a:pt x="1979" y="5870"/>
                  </a:lnTo>
                  <a:cubicBezTo>
                    <a:pt x="1979" y="6034"/>
                    <a:pt x="1992" y="6196"/>
                    <a:pt x="2018" y="6354"/>
                  </a:cubicBezTo>
                  <a:cubicBezTo>
                    <a:pt x="1568" y="6349"/>
                    <a:pt x="1203" y="5982"/>
                    <a:pt x="1203" y="5531"/>
                  </a:cubicBezTo>
                  <a:cubicBezTo>
                    <a:pt x="1203" y="5095"/>
                    <a:pt x="1546" y="4735"/>
                    <a:pt x="1979" y="4711"/>
                  </a:cubicBezTo>
                  <a:close/>
                  <a:moveTo>
                    <a:pt x="8056" y="4711"/>
                  </a:moveTo>
                  <a:cubicBezTo>
                    <a:pt x="8487" y="4735"/>
                    <a:pt x="8830" y="5095"/>
                    <a:pt x="8830" y="5531"/>
                  </a:cubicBezTo>
                  <a:cubicBezTo>
                    <a:pt x="8830" y="5982"/>
                    <a:pt x="8466" y="6349"/>
                    <a:pt x="8016" y="6354"/>
                  </a:cubicBezTo>
                  <a:cubicBezTo>
                    <a:pt x="8041" y="6196"/>
                    <a:pt x="8056" y="6034"/>
                    <a:pt x="8056" y="5870"/>
                  </a:cubicBezTo>
                  <a:lnTo>
                    <a:pt x="8056" y="4711"/>
                  </a:lnTo>
                  <a:close/>
                  <a:moveTo>
                    <a:pt x="7570" y="5170"/>
                  </a:moveTo>
                  <a:lnTo>
                    <a:pt x="7570" y="5870"/>
                  </a:lnTo>
                  <a:cubicBezTo>
                    <a:pt x="7570" y="6483"/>
                    <a:pt x="7353" y="7047"/>
                    <a:pt x="6990" y="7487"/>
                  </a:cubicBezTo>
                  <a:lnTo>
                    <a:pt x="6990" y="5785"/>
                  </a:lnTo>
                  <a:lnTo>
                    <a:pt x="7570" y="5170"/>
                  </a:lnTo>
                  <a:close/>
                  <a:moveTo>
                    <a:pt x="2466" y="5165"/>
                  </a:moveTo>
                  <a:lnTo>
                    <a:pt x="3049" y="5783"/>
                  </a:lnTo>
                  <a:lnTo>
                    <a:pt x="3049" y="7490"/>
                  </a:lnTo>
                  <a:cubicBezTo>
                    <a:pt x="2684" y="7049"/>
                    <a:pt x="2466" y="6484"/>
                    <a:pt x="2466" y="5869"/>
                  </a:cubicBezTo>
                  <a:lnTo>
                    <a:pt x="2466" y="5165"/>
                  </a:lnTo>
                  <a:close/>
                  <a:moveTo>
                    <a:pt x="5019" y="5488"/>
                  </a:moveTo>
                  <a:cubicBezTo>
                    <a:pt x="5530" y="5488"/>
                    <a:pt x="6040" y="5609"/>
                    <a:pt x="6504" y="5835"/>
                  </a:cubicBezTo>
                  <a:lnTo>
                    <a:pt x="6504" y="7943"/>
                  </a:lnTo>
                  <a:cubicBezTo>
                    <a:pt x="6084" y="8244"/>
                    <a:pt x="5571" y="8422"/>
                    <a:pt x="5018" y="8422"/>
                  </a:cubicBezTo>
                  <a:cubicBezTo>
                    <a:pt x="4464" y="8422"/>
                    <a:pt x="3952" y="8245"/>
                    <a:pt x="3535" y="7945"/>
                  </a:cubicBezTo>
                  <a:lnTo>
                    <a:pt x="3535" y="5835"/>
                  </a:lnTo>
                  <a:cubicBezTo>
                    <a:pt x="3998" y="5609"/>
                    <a:pt x="4509" y="5488"/>
                    <a:pt x="5019" y="5488"/>
                  </a:cubicBezTo>
                  <a:close/>
                  <a:moveTo>
                    <a:pt x="5872" y="8784"/>
                  </a:moveTo>
                  <a:lnTo>
                    <a:pt x="5872" y="8851"/>
                  </a:lnTo>
                  <a:cubicBezTo>
                    <a:pt x="5872" y="9043"/>
                    <a:pt x="5929" y="9222"/>
                    <a:pt x="6030" y="9373"/>
                  </a:cubicBezTo>
                  <a:lnTo>
                    <a:pt x="5018" y="10319"/>
                  </a:lnTo>
                  <a:lnTo>
                    <a:pt x="5836" y="11138"/>
                  </a:lnTo>
                  <a:cubicBezTo>
                    <a:pt x="5861" y="11163"/>
                    <a:pt x="5894" y="11175"/>
                    <a:pt x="5926" y="11175"/>
                  </a:cubicBezTo>
                  <a:cubicBezTo>
                    <a:pt x="5960" y="11175"/>
                    <a:pt x="5993" y="11162"/>
                    <a:pt x="6020" y="11136"/>
                  </a:cubicBezTo>
                  <a:lnTo>
                    <a:pt x="7270" y="9856"/>
                  </a:lnTo>
                  <a:lnTo>
                    <a:pt x="8111" y="9963"/>
                  </a:lnTo>
                  <a:cubicBezTo>
                    <a:pt x="8933" y="10068"/>
                    <a:pt x="9554" y="10773"/>
                    <a:pt x="9554" y="11601"/>
                  </a:cubicBezTo>
                  <a:lnTo>
                    <a:pt x="9551" y="11958"/>
                  </a:lnTo>
                  <a:lnTo>
                    <a:pt x="486" y="11958"/>
                  </a:lnTo>
                  <a:lnTo>
                    <a:pt x="486" y="11601"/>
                  </a:lnTo>
                  <a:cubicBezTo>
                    <a:pt x="486" y="10773"/>
                    <a:pt x="1106" y="10068"/>
                    <a:pt x="1929" y="9963"/>
                  </a:cubicBezTo>
                  <a:lnTo>
                    <a:pt x="2767" y="9856"/>
                  </a:lnTo>
                  <a:lnTo>
                    <a:pt x="4017" y="11136"/>
                  </a:lnTo>
                  <a:cubicBezTo>
                    <a:pt x="4042" y="11162"/>
                    <a:pt x="4075" y="11175"/>
                    <a:pt x="4109" y="11175"/>
                  </a:cubicBezTo>
                  <a:cubicBezTo>
                    <a:pt x="4142" y="11175"/>
                    <a:pt x="4175" y="11163"/>
                    <a:pt x="4200" y="11138"/>
                  </a:cubicBezTo>
                  <a:lnTo>
                    <a:pt x="5018" y="10319"/>
                  </a:lnTo>
                  <a:lnTo>
                    <a:pt x="4008" y="9374"/>
                  </a:lnTo>
                  <a:cubicBezTo>
                    <a:pt x="4109" y="9223"/>
                    <a:pt x="4168" y="9044"/>
                    <a:pt x="4168" y="8851"/>
                  </a:cubicBezTo>
                  <a:lnTo>
                    <a:pt x="4168" y="8786"/>
                  </a:lnTo>
                  <a:cubicBezTo>
                    <a:pt x="4438" y="8865"/>
                    <a:pt x="4724" y="8907"/>
                    <a:pt x="5018" y="8907"/>
                  </a:cubicBezTo>
                  <a:cubicBezTo>
                    <a:pt x="5313" y="8907"/>
                    <a:pt x="5601" y="8863"/>
                    <a:pt x="5872" y="8784"/>
                  </a:cubicBezTo>
                  <a:close/>
                  <a:moveTo>
                    <a:pt x="8320" y="0"/>
                  </a:moveTo>
                  <a:cubicBezTo>
                    <a:pt x="8249" y="0"/>
                    <a:pt x="8181" y="32"/>
                    <a:pt x="8135" y="87"/>
                  </a:cubicBezTo>
                  <a:cubicBezTo>
                    <a:pt x="7909" y="356"/>
                    <a:pt x="7578" y="511"/>
                    <a:pt x="7227" y="511"/>
                  </a:cubicBezTo>
                  <a:lnTo>
                    <a:pt x="5310" y="511"/>
                  </a:lnTo>
                  <a:cubicBezTo>
                    <a:pt x="4810" y="511"/>
                    <a:pt x="4320" y="642"/>
                    <a:pt x="3889" y="893"/>
                  </a:cubicBezTo>
                  <a:lnTo>
                    <a:pt x="3359" y="893"/>
                  </a:lnTo>
                  <a:cubicBezTo>
                    <a:pt x="2251" y="893"/>
                    <a:pt x="1350" y="1794"/>
                    <a:pt x="1350" y="2901"/>
                  </a:cubicBezTo>
                  <a:lnTo>
                    <a:pt x="1350" y="4413"/>
                  </a:lnTo>
                  <a:cubicBezTo>
                    <a:pt x="971" y="4641"/>
                    <a:pt x="718" y="5058"/>
                    <a:pt x="718" y="5531"/>
                  </a:cubicBezTo>
                  <a:cubicBezTo>
                    <a:pt x="718" y="6253"/>
                    <a:pt x="1304" y="6840"/>
                    <a:pt x="2026" y="6840"/>
                  </a:cubicBezTo>
                  <a:cubicBezTo>
                    <a:pt x="2063" y="6840"/>
                    <a:pt x="2099" y="6839"/>
                    <a:pt x="2136" y="6835"/>
                  </a:cubicBezTo>
                  <a:cubicBezTo>
                    <a:pt x="2395" y="7608"/>
                    <a:pt x="2958" y="8243"/>
                    <a:pt x="3681" y="8598"/>
                  </a:cubicBezTo>
                  <a:lnTo>
                    <a:pt x="3681" y="8851"/>
                  </a:lnTo>
                  <a:cubicBezTo>
                    <a:pt x="3681" y="9078"/>
                    <a:pt x="3512" y="9270"/>
                    <a:pt x="3286" y="9300"/>
                  </a:cubicBezTo>
                  <a:lnTo>
                    <a:pt x="1867" y="9480"/>
                  </a:lnTo>
                  <a:cubicBezTo>
                    <a:pt x="803" y="9616"/>
                    <a:pt x="0" y="10527"/>
                    <a:pt x="0" y="11601"/>
                  </a:cubicBezTo>
                  <a:lnTo>
                    <a:pt x="0" y="12201"/>
                  </a:lnTo>
                  <a:cubicBezTo>
                    <a:pt x="0" y="12335"/>
                    <a:pt x="109" y="12445"/>
                    <a:pt x="243" y="12445"/>
                  </a:cubicBezTo>
                  <a:lnTo>
                    <a:pt x="9795" y="12445"/>
                  </a:lnTo>
                  <a:cubicBezTo>
                    <a:pt x="9930" y="12445"/>
                    <a:pt x="10038" y="12336"/>
                    <a:pt x="10038" y="12201"/>
                  </a:cubicBezTo>
                  <a:lnTo>
                    <a:pt x="10038" y="11601"/>
                  </a:lnTo>
                  <a:cubicBezTo>
                    <a:pt x="10038" y="10528"/>
                    <a:pt x="9235" y="9616"/>
                    <a:pt x="8171" y="9480"/>
                  </a:cubicBezTo>
                  <a:lnTo>
                    <a:pt x="6752" y="9300"/>
                  </a:lnTo>
                  <a:cubicBezTo>
                    <a:pt x="6527" y="9270"/>
                    <a:pt x="6358" y="9078"/>
                    <a:pt x="6358" y="8851"/>
                  </a:cubicBezTo>
                  <a:lnTo>
                    <a:pt x="6358" y="8596"/>
                  </a:lnTo>
                  <a:cubicBezTo>
                    <a:pt x="7079" y="8239"/>
                    <a:pt x="7639" y="7606"/>
                    <a:pt x="7899" y="6835"/>
                  </a:cubicBezTo>
                  <a:cubicBezTo>
                    <a:pt x="7936" y="6838"/>
                    <a:pt x="7972" y="6840"/>
                    <a:pt x="8009" y="6840"/>
                  </a:cubicBezTo>
                  <a:cubicBezTo>
                    <a:pt x="8731" y="6840"/>
                    <a:pt x="9317" y="6253"/>
                    <a:pt x="9317" y="5531"/>
                  </a:cubicBezTo>
                  <a:cubicBezTo>
                    <a:pt x="9317" y="5053"/>
                    <a:pt x="9058" y="4634"/>
                    <a:pt x="8674" y="4405"/>
                  </a:cubicBezTo>
                  <a:lnTo>
                    <a:pt x="8674" y="244"/>
                  </a:lnTo>
                  <a:cubicBezTo>
                    <a:pt x="8674" y="110"/>
                    <a:pt x="8565" y="0"/>
                    <a:pt x="8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7" name="Google Shape;26817;p33"/>
            <p:cNvSpPr/>
            <p:nvPr/>
          </p:nvSpPr>
          <p:spPr>
            <a:xfrm>
              <a:off x="1248627" y="4273058"/>
              <a:ext cx="57693" cy="17047"/>
            </a:xfrm>
            <a:custGeom>
              <a:avLst/>
              <a:gdLst/>
              <a:ahLst/>
              <a:cxnLst/>
              <a:rect l="l" t="t" r="r" b="b"/>
              <a:pathLst>
                <a:path w="1655" h="489" extrusionOk="0">
                  <a:moveTo>
                    <a:pt x="243" y="1"/>
                  </a:moveTo>
                  <a:cubicBezTo>
                    <a:pt x="109" y="1"/>
                    <a:pt x="0" y="109"/>
                    <a:pt x="0" y="244"/>
                  </a:cubicBezTo>
                  <a:cubicBezTo>
                    <a:pt x="0" y="379"/>
                    <a:pt x="110" y="488"/>
                    <a:pt x="243" y="488"/>
                  </a:cubicBezTo>
                  <a:lnTo>
                    <a:pt x="1411" y="488"/>
                  </a:lnTo>
                  <a:cubicBezTo>
                    <a:pt x="1546" y="488"/>
                    <a:pt x="1655" y="379"/>
                    <a:pt x="1655" y="244"/>
                  </a:cubicBezTo>
                  <a:cubicBezTo>
                    <a:pt x="1655" y="109"/>
                    <a:pt x="1546" y="1"/>
                    <a:pt x="14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8" name="Google Shape;26818;p33"/>
            <p:cNvSpPr/>
            <p:nvPr/>
          </p:nvSpPr>
          <p:spPr>
            <a:xfrm>
              <a:off x="1248592" y="4306976"/>
              <a:ext cx="57658" cy="17012"/>
            </a:xfrm>
            <a:custGeom>
              <a:avLst/>
              <a:gdLst/>
              <a:ahLst/>
              <a:cxnLst/>
              <a:rect l="l" t="t" r="r" b="b"/>
              <a:pathLst>
                <a:path w="1654" h="488" extrusionOk="0">
                  <a:moveTo>
                    <a:pt x="243" y="0"/>
                  </a:moveTo>
                  <a:cubicBezTo>
                    <a:pt x="108" y="0"/>
                    <a:pt x="0" y="109"/>
                    <a:pt x="0" y="244"/>
                  </a:cubicBezTo>
                  <a:cubicBezTo>
                    <a:pt x="0" y="377"/>
                    <a:pt x="108" y="487"/>
                    <a:pt x="243" y="487"/>
                  </a:cubicBezTo>
                  <a:lnTo>
                    <a:pt x="1410" y="487"/>
                  </a:lnTo>
                  <a:cubicBezTo>
                    <a:pt x="1546" y="487"/>
                    <a:pt x="1653" y="379"/>
                    <a:pt x="1653" y="244"/>
                  </a:cubicBezTo>
                  <a:cubicBezTo>
                    <a:pt x="1653" y="110"/>
                    <a:pt x="1546" y="0"/>
                    <a:pt x="14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19" name="Google Shape;26819;p33"/>
          <p:cNvGrpSpPr/>
          <p:nvPr/>
        </p:nvGrpSpPr>
        <p:grpSpPr>
          <a:xfrm>
            <a:off x="7919824" y="1616312"/>
            <a:ext cx="1424058" cy="3169725"/>
            <a:chOff x="7919824" y="1616312"/>
            <a:chExt cx="1424058" cy="3169725"/>
          </a:xfrm>
        </p:grpSpPr>
        <p:grpSp>
          <p:nvGrpSpPr>
            <p:cNvPr id="26820" name="Google Shape;26820;p33"/>
            <p:cNvGrpSpPr/>
            <p:nvPr/>
          </p:nvGrpSpPr>
          <p:grpSpPr>
            <a:xfrm>
              <a:off x="7919824" y="1616312"/>
              <a:ext cx="1257648" cy="3140408"/>
              <a:chOff x="-5368300" y="-1912225"/>
              <a:chExt cx="3979900" cy="9938000"/>
            </a:xfrm>
          </p:grpSpPr>
          <p:sp>
            <p:nvSpPr>
              <p:cNvPr id="26821" name="Google Shape;26821;p33"/>
              <p:cNvSpPr/>
              <p:nvPr/>
            </p:nvSpPr>
            <p:spPr>
              <a:xfrm>
                <a:off x="-4348272" y="-536847"/>
                <a:ext cx="438689" cy="968899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895" extrusionOk="0">
                    <a:moveTo>
                      <a:pt x="589" y="1158"/>
                    </a:moveTo>
                    <a:cubicBezTo>
                      <a:pt x="575" y="1109"/>
                      <a:pt x="499" y="993"/>
                      <a:pt x="438" y="925"/>
                    </a:cubicBezTo>
                    <a:cubicBezTo>
                      <a:pt x="432" y="903"/>
                      <a:pt x="422" y="878"/>
                      <a:pt x="413" y="849"/>
                    </a:cubicBezTo>
                    <a:cubicBezTo>
                      <a:pt x="336" y="643"/>
                      <a:pt x="291" y="258"/>
                      <a:pt x="193" y="135"/>
                    </a:cubicBezTo>
                    <a:cubicBezTo>
                      <a:pt x="182" y="117"/>
                      <a:pt x="176" y="101"/>
                      <a:pt x="166" y="84"/>
                    </a:cubicBezTo>
                    <a:cubicBezTo>
                      <a:pt x="119" y="13"/>
                      <a:pt x="109" y="0"/>
                      <a:pt x="107" y="31"/>
                    </a:cubicBezTo>
                    <a:cubicBezTo>
                      <a:pt x="86" y="9"/>
                      <a:pt x="86" y="25"/>
                      <a:pt x="98" y="111"/>
                    </a:cubicBezTo>
                    <a:cubicBezTo>
                      <a:pt x="100" y="127"/>
                      <a:pt x="107" y="148"/>
                      <a:pt x="111" y="168"/>
                    </a:cubicBezTo>
                    <a:cubicBezTo>
                      <a:pt x="121" y="328"/>
                      <a:pt x="0" y="772"/>
                      <a:pt x="86" y="980"/>
                    </a:cubicBezTo>
                    <a:cubicBezTo>
                      <a:pt x="96" y="1005"/>
                      <a:pt x="107" y="1032"/>
                      <a:pt x="117" y="1054"/>
                    </a:cubicBezTo>
                    <a:cubicBezTo>
                      <a:pt x="117" y="1146"/>
                      <a:pt x="139" y="1281"/>
                      <a:pt x="160" y="1330"/>
                    </a:cubicBezTo>
                    <a:cubicBezTo>
                      <a:pt x="223" y="1476"/>
                      <a:pt x="244" y="1752"/>
                      <a:pt x="274" y="1823"/>
                    </a:cubicBezTo>
                    <a:cubicBezTo>
                      <a:pt x="305" y="1895"/>
                      <a:pt x="461" y="1811"/>
                      <a:pt x="501" y="1731"/>
                    </a:cubicBezTo>
                    <a:cubicBezTo>
                      <a:pt x="512" y="1711"/>
                      <a:pt x="524" y="1682"/>
                      <a:pt x="528" y="1649"/>
                    </a:cubicBezTo>
                    <a:cubicBezTo>
                      <a:pt x="557" y="1670"/>
                      <a:pt x="581" y="1682"/>
                      <a:pt x="602" y="1692"/>
                    </a:cubicBezTo>
                    <a:cubicBezTo>
                      <a:pt x="688" y="1723"/>
                      <a:pt x="857" y="1682"/>
                      <a:pt x="833" y="1608"/>
                    </a:cubicBezTo>
                    <a:cubicBezTo>
                      <a:pt x="806" y="1535"/>
                      <a:pt x="639" y="1312"/>
                      <a:pt x="589" y="115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2" name="Google Shape;26822;p33"/>
              <p:cNvSpPr/>
              <p:nvPr/>
            </p:nvSpPr>
            <p:spPr>
              <a:xfrm>
                <a:off x="-4496035" y="-389595"/>
                <a:ext cx="276609" cy="45147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883" extrusionOk="0">
                    <a:moveTo>
                      <a:pt x="42" y="801"/>
                    </a:moveTo>
                    <a:cubicBezTo>
                      <a:pt x="58" y="662"/>
                      <a:pt x="11" y="371"/>
                      <a:pt x="7" y="283"/>
                    </a:cubicBezTo>
                    <a:cubicBezTo>
                      <a:pt x="1" y="195"/>
                      <a:pt x="52" y="140"/>
                      <a:pt x="52" y="140"/>
                    </a:cubicBezTo>
                    <a:lnTo>
                      <a:pt x="117" y="40"/>
                    </a:lnTo>
                    <a:cubicBezTo>
                      <a:pt x="142" y="1"/>
                      <a:pt x="189" y="38"/>
                      <a:pt x="250" y="23"/>
                    </a:cubicBezTo>
                    <a:cubicBezTo>
                      <a:pt x="314" y="9"/>
                      <a:pt x="461" y="62"/>
                      <a:pt x="500" y="79"/>
                    </a:cubicBezTo>
                    <a:cubicBezTo>
                      <a:pt x="539" y="95"/>
                      <a:pt x="539" y="351"/>
                      <a:pt x="529" y="400"/>
                    </a:cubicBezTo>
                    <a:cubicBezTo>
                      <a:pt x="520" y="447"/>
                      <a:pt x="475" y="431"/>
                      <a:pt x="475" y="431"/>
                    </a:cubicBezTo>
                    <a:lnTo>
                      <a:pt x="455" y="416"/>
                    </a:lnTo>
                    <a:lnTo>
                      <a:pt x="400" y="326"/>
                    </a:lnTo>
                    <a:cubicBezTo>
                      <a:pt x="400" y="326"/>
                      <a:pt x="541" y="602"/>
                      <a:pt x="482" y="744"/>
                    </a:cubicBezTo>
                    <a:cubicBezTo>
                      <a:pt x="422" y="883"/>
                      <a:pt x="301" y="881"/>
                      <a:pt x="301" y="881"/>
                    </a:cubicBezTo>
                    <a:close/>
                  </a:path>
                </a:pathLst>
              </a:custGeom>
              <a:solidFill>
                <a:srgbClr val="FDA2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3" name="Google Shape;26823;p33"/>
              <p:cNvSpPr/>
              <p:nvPr/>
            </p:nvSpPr>
            <p:spPr>
              <a:xfrm>
                <a:off x="-4846270" y="-253591"/>
                <a:ext cx="1677039" cy="2498686"/>
              </a:xfrm>
              <a:custGeom>
                <a:avLst/>
                <a:gdLst/>
                <a:ahLst/>
                <a:cxnLst/>
                <a:rect l="l" t="t" r="r" b="b"/>
                <a:pathLst>
                  <a:path w="3280" h="4887" extrusionOk="0">
                    <a:moveTo>
                      <a:pt x="2963" y="1511"/>
                    </a:moveTo>
                    <a:cubicBezTo>
                      <a:pt x="3280" y="819"/>
                      <a:pt x="2773" y="1"/>
                      <a:pt x="2357" y="375"/>
                    </a:cubicBezTo>
                    <a:cubicBezTo>
                      <a:pt x="1940" y="746"/>
                      <a:pt x="966" y="3280"/>
                      <a:pt x="978" y="3205"/>
                    </a:cubicBezTo>
                    <a:cubicBezTo>
                      <a:pt x="991" y="3133"/>
                      <a:pt x="1115" y="580"/>
                      <a:pt x="1079" y="563"/>
                    </a:cubicBezTo>
                    <a:lnTo>
                      <a:pt x="723" y="430"/>
                    </a:lnTo>
                    <a:cubicBezTo>
                      <a:pt x="723" y="430"/>
                      <a:pt x="0" y="3765"/>
                      <a:pt x="450" y="4254"/>
                    </a:cubicBezTo>
                    <a:cubicBezTo>
                      <a:pt x="1034" y="4887"/>
                      <a:pt x="2617" y="2620"/>
                      <a:pt x="2963" y="1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4" name="Google Shape;26824;p33"/>
              <p:cNvSpPr/>
              <p:nvPr/>
            </p:nvSpPr>
            <p:spPr>
              <a:xfrm>
                <a:off x="-4511374" y="-1881036"/>
                <a:ext cx="1160123" cy="5716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118" extrusionOk="0">
                    <a:moveTo>
                      <a:pt x="2030" y="749"/>
                    </a:moveTo>
                    <a:cubicBezTo>
                      <a:pt x="2255" y="667"/>
                      <a:pt x="2269" y="465"/>
                      <a:pt x="2177" y="301"/>
                    </a:cubicBezTo>
                    <a:cubicBezTo>
                      <a:pt x="2085" y="137"/>
                      <a:pt x="1827" y="152"/>
                      <a:pt x="1827" y="152"/>
                    </a:cubicBezTo>
                    <a:cubicBezTo>
                      <a:pt x="1827" y="152"/>
                      <a:pt x="1418" y="0"/>
                      <a:pt x="1123" y="111"/>
                    </a:cubicBezTo>
                    <a:cubicBezTo>
                      <a:pt x="829" y="219"/>
                      <a:pt x="722" y="332"/>
                      <a:pt x="704" y="348"/>
                    </a:cubicBezTo>
                    <a:cubicBezTo>
                      <a:pt x="683" y="363"/>
                      <a:pt x="722" y="275"/>
                      <a:pt x="722" y="275"/>
                    </a:cubicBezTo>
                    <a:lnTo>
                      <a:pt x="348" y="592"/>
                    </a:lnTo>
                    <a:lnTo>
                      <a:pt x="383" y="469"/>
                    </a:lnTo>
                    <a:cubicBezTo>
                      <a:pt x="383" y="469"/>
                      <a:pt x="379" y="459"/>
                      <a:pt x="305" y="502"/>
                    </a:cubicBezTo>
                    <a:cubicBezTo>
                      <a:pt x="231" y="543"/>
                      <a:pt x="149" y="665"/>
                      <a:pt x="149" y="665"/>
                    </a:cubicBezTo>
                    <a:lnTo>
                      <a:pt x="172" y="551"/>
                    </a:lnTo>
                    <a:cubicBezTo>
                      <a:pt x="172" y="551"/>
                      <a:pt x="119" y="512"/>
                      <a:pt x="59" y="622"/>
                    </a:cubicBezTo>
                    <a:cubicBezTo>
                      <a:pt x="0" y="731"/>
                      <a:pt x="119" y="1087"/>
                      <a:pt x="385" y="1103"/>
                    </a:cubicBezTo>
                    <a:cubicBezTo>
                      <a:pt x="653" y="1117"/>
                      <a:pt x="818" y="925"/>
                      <a:pt x="937" y="909"/>
                    </a:cubicBezTo>
                    <a:cubicBezTo>
                      <a:pt x="937" y="903"/>
                      <a:pt x="1802" y="829"/>
                      <a:pt x="2030" y="749"/>
                    </a:cubicBezTo>
                    <a:close/>
                  </a:path>
                </a:pathLst>
              </a:custGeom>
              <a:solidFill>
                <a:srgbClr val="5C44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5" name="Google Shape;26825;p33"/>
              <p:cNvSpPr/>
              <p:nvPr/>
            </p:nvSpPr>
            <p:spPr>
              <a:xfrm>
                <a:off x="-3376816" y="2419448"/>
                <a:ext cx="1469455" cy="5450378"/>
              </a:xfrm>
              <a:custGeom>
                <a:avLst/>
                <a:gdLst/>
                <a:ahLst/>
                <a:cxnLst/>
                <a:rect l="l" t="t" r="r" b="b"/>
                <a:pathLst>
                  <a:path w="2874" h="10660" extrusionOk="0">
                    <a:moveTo>
                      <a:pt x="615" y="0"/>
                    </a:moveTo>
                    <a:cubicBezTo>
                      <a:pt x="512" y="309"/>
                      <a:pt x="1" y="1850"/>
                      <a:pt x="1" y="1850"/>
                    </a:cubicBezTo>
                    <a:cubicBezTo>
                      <a:pt x="1" y="1850"/>
                      <a:pt x="772" y="5839"/>
                      <a:pt x="823" y="6073"/>
                    </a:cubicBezTo>
                    <a:cubicBezTo>
                      <a:pt x="874" y="6304"/>
                      <a:pt x="2139" y="9188"/>
                      <a:pt x="2298" y="10406"/>
                    </a:cubicBezTo>
                    <a:cubicBezTo>
                      <a:pt x="2393" y="10385"/>
                      <a:pt x="2851" y="10659"/>
                      <a:pt x="2851" y="10549"/>
                    </a:cubicBezTo>
                    <a:cubicBezTo>
                      <a:pt x="2873" y="10486"/>
                      <a:pt x="2849" y="10351"/>
                      <a:pt x="2849" y="10351"/>
                    </a:cubicBezTo>
                    <a:cubicBezTo>
                      <a:pt x="2360" y="8595"/>
                      <a:pt x="2599" y="7024"/>
                      <a:pt x="1908" y="5884"/>
                    </a:cubicBezTo>
                    <a:cubicBezTo>
                      <a:pt x="2061" y="4777"/>
                      <a:pt x="1771" y="2249"/>
                      <a:pt x="1801" y="2134"/>
                    </a:cubicBezTo>
                    <a:cubicBezTo>
                      <a:pt x="1879" y="1850"/>
                      <a:pt x="2129" y="1177"/>
                      <a:pt x="2129" y="1177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6" name="Google Shape;26826;p33"/>
              <p:cNvSpPr/>
              <p:nvPr/>
            </p:nvSpPr>
            <p:spPr>
              <a:xfrm>
                <a:off x="-4770088" y="2757413"/>
                <a:ext cx="2235882" cy="4729456"/>
              </a:xfrm>
              <a:custGeom>
                <a:avLst/>
                <a:gdLst/>
                <a:ahLst/>
                <a:cxnLst/>
                <a:rect l="l" t="t" r="r" b="b"/>
                <a:pathLst>
                  <a:path w="4373" h="9250" extrusionOk="0">
                    <a:moveTo>
                      <a:pt x="2139" y="4"/>
                    </a:moveTo>
                    <a:cubicBezTo>
                      <a:pt x="2014" y="0"/>
                      <a:pt x="780" y="3799"/>
                      <a:pt x="555" y="4636"/>
                    </a:cubicBezTo>
                    <a:cubicBezTo>
                      <a:pt x="463" y="4976"/>
                      <a:pt x="391" y="8286"/>
                      <a:pt x="1" y="9139"/>
                    </a:cubicBezTo>
                    <a:cubicBezTo>
                      <a:pt x="207" y="9192"/>
                      <a:pt x="306" y="9196"/>
                      <a:pt x="512" y="9250"/>
                    </a:cubicBezTo>
                    <a:cubicBezTo>
                      <a:pt x="975" y="6846"/>
                      <a:pt x="1488" y="6891"/>
                      <a:pt x="1746" y="4978"/>
                    </a:cubicBezTo>
                    <a:cubicBezTo>
                      <a:pt x="2953" y="2541"/>
                      <a:pt x="4211" y="2660"/>
                      <a:pt x="4373" y="68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7" name="Google Shape;26827;p33"/>
              <p:cNvSpPr/>
              <p:nvPr/>
            </p:nvSpPr>
            <p:spPr>
              <a:xfrm>
                <a:off x="-4030248" y="-590022"/>
                <a:ext cx="1764982" cy="3281987"/>
              </a:xfrm>
              <a:custGeom>
                <a:avLst/>
                <a:gdLst/>
                <a:ahLst/>
                <a:cxnLst/>
                <a:rect l="l" t="t" r="r" b="b"/>
                <a:pathLst>
                  <a:path w="3452" h="6419" extrusionOk="0">
                    <a:moveTo>
                      <a:pt x="1596" y="0"/>
                    </a:moveTo>
                    <a:cubicBezTo>
                      <a:pt x="1436" y="123"/>
                      <a:pt x="485" y="728"/>
                      <a:pt x="505" y="1262"/>
                    </a:cubicBezTo>
                    <a:cubicBezTo>
                      <a:pt x="522" y="1721"/>
                      <a:pt x="0" y="2349"/>
                      <a:pt x="137" y="2815"/>
                    </a:cubicBezTo>
                    <a:cubicBezTo>
                      <a:pt x="262" y="3249"/>
                      <a:pt x="683" y="3605"/>
                      <a:pt x="733" y="3941"/>
                    </a:cubicBezTo>
                    <a:cubicBezTo>
                      <a:pt x="992" y="5751"/>
                      <a:pt x="1011" y="5491"/>
                      <a:pt x="868" y="6279"/>
                    </a:cubicBezTo>
                    <a:cubicBezTo>
                      <a:pt x="1852" y="6418"/>
                      <a:pt x="3094" y="6396"/>
                      <a:pt x="3094" y="6396"/>
                    </a:cubicBezTo>
                    <a:cubicBezTo>
                      <a:pt x="2848" y="5551"/>
                      <a:pt x="3452" y="2390"/>
                      <a:pt x="1737" y="213"/>
                    </a:cubicBezTo>
                    <a:cubicBezTo>
                      <a:pt x="1715" y="186"/>
                      <a:pt x="1614" y="31"/>
                      <a:pt x="15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8" name="Google Shape;26828;p33"/>
              <p:cNvSpPr/>
              <p:nvPr/>
            </p:nvSpPr>
            <p:spPr>
              <a:xfrm>
                <a:off x="-4797186" y="2093755"/>
                <a:ext cx="2785010" cy="3050882"/>
              </a:xfrm>
              <a:custGeom>
                <a:avLst/>
                <a:gdLst/>
                <a:ahLst/>
                <a:cxnLst/>
                <a:rect l="l" t="t" r="r" b="b"/>
                <a:pathLst>
                  <a:path w="5447" h="5967" extrusionOk="0">
                    <a:moveTo>
                      <a:pt x="2409" y="118"/>
                    </a:moveTo>
                    <a:cubicBezTo>
                      <a:pt x="2386" y="163"/>
                      <a:pt x="2501" y="627"/>
                      <a:pt x="2359" y="864"/>
                    </a:cubicBezTo>
                    <a:cubicBezTo>
                      <a:pt x="1709" y="1965"/>
                      <a:pt x="0" y="5355"/>
                      <a:pt x="185" y="5382"/>
                    </a:cubicBezTo>
                    <a:cubicBezTo>
                      <a:pt x="303" y="5396"/>
                      <a:pt x="1623" y="5926"/>
                      <a:pt x="2539" y="5795"/>
                    </a:cubicBezTo>
                    <a:cubicBezTo>
                      <a:pt x="3458" y="5666"/>
                      <a:pt x="4148" y="5967"/>
                      <a:pt x="4657" y="5867"/>
                    </a:cubicBezTo>
                    <a:cubicBezTo>
                      <a:pt x="5166" y="5768"/>
                      <a:pt x="5447" y="5707"/>
                      <a:pt x="5447" y="5707"/>
                    </a:cubicBezTo>
                    <a:cubicBezTo>
                      <a:pt x="5447" y="5707"/>
                      <a:pt x="5089" y="3735"/>
                      <a:pt x="4927" y="2808"/>
                    </a:cubicBezTo>
                    <a:cubicBezTo>
                      <a:pt x="5326" y="1691"/>
                      <a:pt x="4557" y="349"/>
                      <a:pt x="4504" y="259"/>
                    </a:cubicBezTo>
                    <a:cubicBezTo>
                      <a:pt x="4369" y="34"/>
                      <a:pt x="2771" y="1"/>
                      <a:pt x="2409" y="1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9" name="Google Shape;26829;p33"/>
              <p:cNvSpPr/>
              <p:nvPr/>
            </p:nvSpPr>
            <p:spPr>
              <a:xfrm>
                <a:off x="-3635019" y="-1205107"/>
                <a:ext cx="504646" cy="134112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2623" extrusionOk="0">
                    <a:moveTo>
                      <a:pt x="545" y="0"/>
                    </a:moveTo>
                    <a:cubicBezTo>
                      <a:pt x="586" y="133"/>
                      <a:pt x="586" y="248"/>
                      <a:pt x="622" y="401"/>
                    </a:cubicBezTo>
                    <a:cubicBezTo>
                      <a:pt x="766" y="982"/>
                      <a:pt x="921" y="1643"/>
                      <a:pt x="987" y="1614"/>
                    </a:cubicBezTo>
                    <a:cubicBezTo>
                      <a:pt x="888" y="2019"/>
                      <a:pt x="3" y="2623"/>
                      <a:pt x="70" y="2026"/>
                    </a:cubicBezTo>
                    <a:cubicBezTo>
                      <a:pt x="95" y="1800"/>
                      <a:pt x="1" y="1191"/>
                      <a:pt x="1" y="1138"/>
                    </a:cubicBezTo>
                    <a:cubicBezTo>
                      <a:pt x="5" y="1084"/>
                      <a:pt x="545" y="0"/>
                      <a:pt x="545" y="0"/>
                    </a:cubicBezTo>
                    <a:close/>
                  </a:path>
                </a:pathLst>
              </a:custGeom>
              <a:solidFill>
                <a:srgbClr val="FDA2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0" name="Google Shape;26830;p33"/>
              <p:cNvSpPr/>
              <p:nvPr/>
            </p:nvSpPr>
            <p:spPr>
              <a:xfrm>
                <a:off x="-4312992" y="-1734806"/>
                <a:ext cx="1085474" cy="1458718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853" extrusionOk="0">
                    <a:moveTo>
                      <a:pt x="653" y="2515"/>
                    </a:moveTo>
                    <a:cubicBezTo>
                      <a:pt x="991" y="2853"/>
                      <a:pt x="1290" y="2746"/>
                      <a:pt x="1615" y="2331"/>
                    </a:cubicBezTo>
                    <a:cubicBezTo>
                      <a:pt x="1685" y="2241"/>
                      <a:pt x="1795" y="1801"/>
                      <a:pt x="1822" y="1691"/>
                    </a:cubicBezTo>
                    <a:cubicBezTo>
                      <a:pt x="1989" y="1075"/>
                      <a:pt x="2122" y="592"/>
                      <a:pt x="1259" y="152"/>
                    </a:cubicBezTo>
                    <a:cubicBezTo>
                      <a:pt x="962" y="1"/>
                      <a:pt x="1" y="291"/>
                      <a:pt x="15" y="864"/>
                    </a:cubicBezTo>
                    <a:cubicBezTo>
                      <a:pt x="19" y="1054"/>
                      <a:pt x="52" y="1167"/>
                      <a:pt x="211" y="1478"/>
                    </a:cubicBezTo>
                    <a:cubicBezTo>
                      <a:pt x="242" y="1539"/>
                      <a:pt x="232" y="1942"/>
                      <a:pt x="244" y="2010"/>
                    </a:cubicBezTo>
                    <a:cubicBezTo>
                      <a:pt x="256" y="2069"/>
                      <a:pt x="406" y="2102"/>
                      <a:pt x="420" y="2153"/>
                    </a:cubicBezTo>
                    <a:cubicBezTo>
                      <a:pt x="469" y="2331"/>
                      <a:pt x="529" y="2388"/>
                      <a:pt x="653" y="2515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1" name="Google Shape;26831;p33"/>
              <p:cNvSpPr/>
              <p:nvPr/>
            </p:nvSpPr>
            <p:spPr>
              <a:xfrm>
                <a:off x="-4391220" y="-1770086"/>
                <a:ext cx="1168815" cy="829828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623" extrusionOk="0">
                    <a:moveTo>
                      <a:pt x="1590" y="1389"/>
                    </a:moveTo>
                    <a:cubicBezTo>
                      <a:pt x="1778" y="1357"/>
                      <a:pt x="2101" y="1623"/>
                      <a:pt x="2194" y="1606"/>
                    </a:cubicBezTo>
                    <a:cubicBezTo>
                      <a:pt x="2286" y="1592"/>
                      <a:pt x="2245" y="990"/>
                      <a:pt x="2167" y="759"/>
                    </a:cubicBezTo>
                    <a:cubicBezTo>
                      <a:pt x="2091" y="530"/>
                      <a:pt x="1860" y="227"/>
                      <a:pt x="1766" y="156"/>
                    </a:cubicBezTo>
                    <a:cubicBezTo>
                      <a:pt x="1672" y="84"/>
                      <a:pt x="1604" y="103"/>
                      <a:pt x="1604" y="103"/>
                    </a:cubicBezTo>
                    <a:cubicBezTo>
                      <a:pt x="1604" y="103"/>
                      <a:pt x="1416" y="8"/>
                      <a:pt x="1136" y="4"/>
                    </a:cubicBezTo>
                    <a:cubicBezTo>
                      <a:pt x="856" y="0"/>
                      <a:pt x="344" y="369"/>
                      <a:pt x="199" y="522"/>
                    </a:cubicBezTo>
                    <a:cubicBezTo>
                      <a:pt x="51" y="675"/>
                      <a:pt x="0" y="675"/>
                      <a:pt x="164" y="761"/>
                    </a:cubicBezTo>
                    <a:cubicBezTo>
                      <a:pt x="328" y="849"/>
                      <a:pt x="522" y="757"/>
                      <a:pt x="704" y="890"/>
                    </a:cubicBezTo>
                    <a:cubicBezTo>
                      <a:pt x="886" y="1021"/>
                      <a:pt x="1142" y="1046"/>
                      <a:pt x="1218" y="1154"/>
                    </a:cubicBezTo>
                    <a:cubicBezTo>
                      <a:pt x="1316" y="1289"/>
                      <a:pt x="1516" y="1402"/>
                      <a:pt x="1590" y="1389"/>
                    </a:cubicBezTo>
                    <a:close/>
                  </a:path>
                </a:pathLst>
              </a:custGeom>
              <a:solidFill>
                <a:srgbClr val="5C44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2" name="Google Shape;26832;p33"/>
              <p:cNvSpPr/>
              <p:nvPr/>
            </p:nvSpPr>
            <p:spPr>
              <a:xfrm>
                <a:off x="-3681035" y="-1337020"/>
                <a:ext cx="322626" cy="423861"/>
              </a:xfrm>
              <a:custGeom>
                <a:avLst/>
                <a:gdLst/>
                <a:ahLst/>
                <a:cxnLst/>
                <a:rect l="l" t="t" r="r" b="b"/>
                <a:pathLst>
                  <a:path w="631" h="829" extrusionOk="0">
                    <a:moveTo>
                      <a:pt x="230" y="51"/>
                    </a:moveTo>
                    <a:cubicBezTo>
                      <a:pt x="93" y="103"/>
                      <a:pt x="0" y="305"/>
                      <a:pt x="62" y="530"/>
                    </a:cubicBezTo>
                    <a:cubicBezTo>
                      <a:pt x="123" y="751"/>
                      <a:pt x="234" y="829"/>
                      <a:pt x="371" y="778"/>
                    </a:cubicBezTo>
                    <a:cubicBezTo>
                      <a:pt x="510" y="727"/>
                      <a:pt x="631" y="563"/>
                      <a:pt x="567" y="338"/>
                    </a:cubicBezTo>
                    <a:cubicBezTo>
                      <a:pt x="508" y="113"/>
                      <a:pt x="369" y="0"/>
                      <a:pt x="230" y="51"/>
                    </a:cubicBez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3" name="Google Shape;26833;p33"/>
              <p:cNvSpPr/>
              <p:nvPr/>
            </p:nvSpPr>
            <p:spPr>
              <a:xfrm>
                <a:off x="-4255216" y="-1112052"/>
                <a:ext cx="342566" cy="11453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224" extrusionOk="0">
                    <a:moveTo>
                      <a:pt x="88" y="135"/>
                    </a:moveTo>
                    <a:cubicBezTo>
                      <a:pt x="178" y="117"/>
                      <a:pt x="669" y="223"/>
                      <a:pt x="540" y="127"/>
                    </a:cubicBezTo>
                    <a:cubicBezTo>
                      <a:pt x="403" y="25"/>
                      <a:pt x="129" y="0"/>
                      <a:pt x="45" y="70"/>
                    </a:cubicBezTo>
                    <a:cubicBezTo>
                      <a:pt x="45" y="66"/>
                      <a:pt x="0" y="152"/>
                      <a:pt x="88" y="1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4" name="Google Shape;26834;p33"/>
              <p:cNvSpPr/>
              <p:nvPr/>
            </p:nvSpPr>
            <p:spPr>
              <a:xfrm>
                <a:off x="-4171876" y="-1011838"/>
                <a:ext cx="188156" cy="121688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38" extrusionOk="0">
                    <a:moveTo>
                      <a:pt x="318" y="1"/>
                    </a:moveTo>
                    <a:cubicBezTo>
                      <a:pt x="367" y="213"/>
                      <a:pt x="1" y="238"/>
                      <a:pt x="7" y="58"/>
                    </a:cubicBezTo>
                    <a:cubicBezTo>
                      <a:pt x="144" y="142"/>
                      <a:pt x="216" y="119"/>
                      <a:pt x="3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5" name="Google Shape;26835;p33"/>
              <p:cNvSpPr/>
              <p:nvPr/>
            </p:nvSpPr>
            <p:spPr>
              <a:xfrm>
                <a:off x="-1892023" y="3352558"/>
                <a:ext cx="503623" cy="812955"/>
              </a:xfrm>
              <a:custGeom>
                <a:avLst/>
                <a:gdLst/>
                <a:ahLst/>
                <a:cxnLst/>
                <a:rect l="l" t="t" r="r" b="b"/>
                <a:pathLst>
                  <a:path w="985" h="1590" extrusionOk="0">
                    <a:moveTo>
                      <a:pt x="591" y="192"/>
                    </a:moveTo>
                    <a:cubicBezTo>
                      <a:pt x="591" y="192"/>
                      <a:pt x="743" y="383"/>
                      <a:pt x="786" y="534"/>
                    </a:cubicBezTo>
                    <a:cubicBezTo>
                      <a:pt x="829" y="683"/>
                      <a:pt x="839" y="753"/>
                      <a:pt x="845" y="771"/>
                    </a:cubicBezTo>
                    <a:cubicBezTo>
                      <a:pt x="849" y="792"/>
                      <a:pt x="968" y="1130"/>
                      <a:pt x="968" y="1130"/>
                    </a:cubicBezTo>
                    <a:cubicBezTo>
                      <a:pt x="968" y="1130"/>
                      <a:pt x="984" y="1477"/>
                      <a:pt x="960" y="1518"/>
                    </a:cubicBezTo>
                    <a:cubicBezTo>
                      <a:pt x="933" y="1559"/>
                      <a:pt x="888" y="1518"/>
                      <a:pt x="867" y="1459"/>
                    </a:cubicBezTo>
                    <a:cubicBezTo>
                      <a:pt x="849" y="1404"/>
                      <a:pt x="865" y="1175"/>
                      <a:pt x="865" y="1175"/>
                    </a:cubicBezTo>
                    <a:lnTo>
                      <a:pt x="773" y="919"/>
                    </a:lnTo>
                    <a:lnTo>
                      <a:pt x="849" y="1189"/>
                    </a:lnTo>
                    <a:cubicBezTo>
                      <a:pt x="849" y="1189"/>
                      <a:pt x="831" y="1436"/>
                      <a:pt x="831" y="1512"/>
                    </a:cubicBezTo>
                    <a:cubicBezTo>
                      <a:pt x="831" y="1590"/>
                      <a:pt x="753" y="1490"/>
                      <a:pt x="745" y="1428"/>
                    </a:cubicBezTo>
                    <a:cubicBezTo>
                      <a:pt x="739" y="1367"/>
                      <a:pt x="745" y="1203"/>
                      <a:pt x="745" y="1203"/>
                    </a:cubicBezTo>
                    <a:lnTo>
                      <a:pt x="653" y="919"/>
                    </a:lnTo>
                    <a:cubicBezTo>
                      <a:pt x="653" y="919"/>
                      <a:pt x="722" y="1191"/>
                      <a:pt x="722" y="1228"/>
                    </a:cubicBezTo>
                    <a:cubicBezTo>
                      <a:pt x="724" y="1267"/>
                      <a:pt x="694" y="1563"/>
                      <a:pt x="667" y="1543"/>
                    </a:cubicBezTo>
                    <a:cubicBezTo>
                      <a:pt x="561" y="1477"/>
                      <a:pt x="604" y="1277"/>
                      <a:pt x="599" y="1252"/>
                    </a:cubicBezTo>
                    <a:cubicBezTo>
                      <a:pt x="593" y="1226"/>
                      <a:pt x="524" y="956"/>
                      <a:pt x="524" y="956"/>
                    </a:cubicBezTo>
                    <a:lnTo>
                      <a:pt x="538" y="1191"/>
                    </a:lnTo>
                    <a:cubicBezTo>
                      <a:pt x="538" y="1191"/>
                      <a:pt x="509" y="1526"/>
                      <a:pt x="448" y="1541"/>
                    </a:cubicBezTo>
                    <a:cubicBezTo>
                      <a:pt x="426" y="1545"/>
                      <a:pt x="389" y="1512"/>
                      <a:pt x="389" y="1443"/>
                    </a:cubicBezTo>
                    <a:cubicBezTo>
                      <a:pt x="391" y="1318"/>
                      <a:pt x="407" y="1162"/>
                      <a:pt x="407" y="1162"/>
                    </a:cubicBezTo>
                    <a:lnTo>
                      <a:pt x="264" y="751"/>
                    </a:lnTo>
                    <a:cubicBezTo>
                      <a:pt x="243" y="690"/>
                      <a:pt x="153" y="1185"/>
                      <a:pt x="76" y="1185"/>
                    </a:cubicBezTo>
                    <a:cubicBezTo>
                      <a:pt x="0" y="1185"/>
                      <a:pt x="39" y="1037"/>
                      <a:pt x="51" y="960"/>
                    </a:cubicBezTo>
                    <a:cubicBezTo>
                      <a:pt x="65" y="884"/>
                      <a:pt x="100" y="311"/>
                      <a:pt x="100" y="311"/>
                    </a:cubicBez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FA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6" name="Google Shape;26836;p33"/>
              <p:cNvSpPr/>
              <p:nvPr/>
            </p:nvSpPr>
            <p:spPr>
              <a:xfrm>
                <a:off x="-3377839" y="-263817"/>
                <a:ext cx="1837585" cy="3866905"/>
              </a:xfrm>
              <a:custGeom>
                <a:avLst/>
                <a:gdLst/>
                <a:ahLst/>
                <a:cxnLst/>
                <a:rect l="l" t="t" r="r" b="b"/>
                <a:pathLst>
                  <a:path w="3594" h="7563" extrusionOk="0">
                    <a:moveTo>
                      <a:pt x="426" y="252"/>
                    </a:moveTo>
                    <a:cubicBezTo>
                      <a:pt x="224" y="416"/>
                      <a:pt x="1" y="643"/>
                      <a:pt x="34" y="849"/>
                    </a:cubicBezTo>
                    <a:cubicBezTo>
                      <a:pt x="91" y="1218"/>
                      <a:pt x="1844" y="3986"/>
                      <a:pt x="1844" y="3986"/>
                    </a:cubicBezTo>
                    <a:lnTo>
                      <a:pt x="2978" y="7562"/>
                    </a:lnTo>
                    <a:lnTo>
                      <a:pt x="3593" y="7419"/>
                    </a:lnTo>
                    <a:cubicBezTo>
                      <a:pt x="3593" y="7419"/>
                      <a:pt x="2779" y="4309"/>
                      <a:pt x="2636" y="3560"/>
                    </a:cubicBezTo>
                    <a:cubicBezTo>
                      <a:pt x="2540" y="3057"/>
                      <a:pt x="1746" y="1633"/>
                      <a:pt x="1122" y="614"/>
                    </a:cubicBezTo>
                    <a:cubicBezTo>
                      <a:pt x="893" y="244"/>
                      <a:pt x="737" y="0"/>
                      <a:pt x="426" y="25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7" name="Google Shape;26837;p33"/>
              <p:cNvSpPr/>
              <p:nvPr/>
            </p:nvSpPr>
            <p:spPr>
              <a:xfrm>
                <a:off x="-2720828" y="7581461"/>
                <a:ext cx="842610" cy="444313"/>
              </a:xfrm>
              <a:custGeom>
                <a:avLst/>
                <a:gdLst/>
                <a:ahLst/>
                <a:cxnLst/>
                <a:rect l="l" t="t" r="r" b="b"/>
                <a:pathLst>
                  <a:path w="1648" h="869" extrusionOk="0">
                    <a:moveTo>
                      <a:pt x="905" y="1"/>
                    </a:moveTo>
                    <a:cubicBezTo>
                      <a:pt x="903" y="95"/>
                      <a:pt x="962" y="64"/>
                      <a:pt x="823" y="252"/>
                    </a:cubicBezTo>
                    <a:cubicBezTo>
                      <a:pt x="686" y="439"/>
                      <a:pt x="3" y="590"/>
                      <a:pt x="1" y="739"/>
                    </a:cubicBezTo>
                    <a:cubicBezTo>
                      <a:pt x="1" y="789"/>
                      <a:pt x="89" y="850"/>
                      <a:pt x="187" y="856"/>
                    </a:cubicBezTo>
                    <a:cubicBezTo>
                      <a:pt x="516" y="868"/>
                      <a:pt x="1648" y="850"/>
                      <a:pt x="1648" y="850"/>
                    </a:cubicBezTo>
                    <a:lnTo>
                      <a:pt x="1619" y="29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8" name="Google Shape;26838;p33"/>
              <p:cNvSpPr/>
              <p:nvPr/>
            </p:nvSpPr>
            <p:spPr>
              <a:xfrm>
                <a:off x="-5368300" y="7231226"/>
                <a:ext cx="896807" cy="508736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995" extrusionOk="0">
                    <a:moveTo>
                      <a:pt x="1066" y="0"/>
                    </a:moveTo>
                    <a:cubicBezTo>
                      <a:pt x="1040" y="93"/>
                      <a:pt x="1171" y="160"/>
                      <a:pt x="995" y="307"/>
                    </a:cubicBezTo>
                    <a:cubicBezTo>
                      <a:pt x="815" y="457"/>
                      <a:pt x="52" y="367"/>
                      <a:pt x="15" y="512"/>
                    </a:cubicBezTo>
                    <a:cubicBezTo>
                      <a:pt x="0" y="559"/>
                      <a:pt x="76" y="641"/>
                      <a:pt x="170" y="665"/>
                    </a:cubicBezTo>
                    <a:cubicBezTo>
                      <a:pt x="487" y="755"/>
                      <a:pt x="1592" y="995"/>
                      <a:pt x="1592" y="995"/>
                    </a:cubicBezTo>
                    <a:lnTo>
                      <a:pt x="1754" y="19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9" name="Google Shape;26839;p33"/>
              <p:cNvSpPr/>
              <p:nvPr/>
            </p:nvSpPr>
            <p:spPr>
              <a:xfrm>
                <a:off x="-4027180" y="-618654"/>
                <a:ext cx="195825" cy="14623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286" extrusionOk="0">
                    <a:moveTo>
                      <a:pt x="225" y="17"/>
                    </a:moveTo>
                    <a:cubicBezTo>
                      <a:pt x="205" y="21"/>
                      <a:pt x="182" y="11"/>
                      <a:pt x="166" y="25"/>
                    </a:cubicBezTo>
                    <a:cubicBezTo>
                      <a:pt x="146" y="19"/>
                      <a:pt x="129" y="38"/>
                      <a:pt x="107" y="42"/>
                    </a:cubicBezTo>
                    <a:cubicBezTo>
                      <a:pt x="43" y="58"/>
                      <a:pt x="0" y="119"/>
                      <a:pt x="15" y="183"/>
                    </a:cubicBezTo>
                    <a:cubicBezTo>
                      <a:pt x="31" y="246"/>
                      <a:pt x="94" y="285"/>
                      <a:pt x="158" y="269"/>
                    </a:cubicBezTo>
                    <a:cubicBezTo>
                      <a:pt x="164" y="269"/>
                      <a:pt x="166" y="267"/>
                      <a:pt x="170" y="263"/>
                    </a:cubicBezTo>
                    <a:cubicBezTo>
                      <a:pt x="191" y="236"/>
                      <a:pt x="225" y="228"/>
                      <a:pt x="252" y="240"/>
                    </a:cubicBezTo>
                    <a:cubicBezTo>
                      <a:pt x="260" y="242"/>
                      <a:pt x="268" y="244"/>
                      <a:pt x="276" y="242"/>
                    </a:cubicBezTo>
                    <a:cubicBezTo>
                      <a:pt x="340" y="226"/>
                      <a:pt x="383" y="164"/>
                      <a:pt x="369" y="101"/>
                    </a:cubicBezTo>
                    <a:cubicBezTo>
                      <a:pt x="352" y="40"/>
                      <a:pt x="289" y="1"/>
                      <a:pt x="225" y="1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0" name="Google Shape;26840;p33"/>
              <p:cNvSpPr/>
              <p:nvPr/>
            </p:nvSpPr>
            <p:spPr>
              <a:xfrm>
                <a:off x="-4096205" y="-668761"/>
                <a:ext cx="70558" cy="6135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0" extrusionOk="0">
                    <a:moveTo>
                      <a:pt x="113" y="44"/>
                    </a:moveTo>
                    <a:cubicBezTo>
                      <a:pt x="137" y="58"/>
                      <a:pt x="129" y="99"/>
                      <a:pt x="113" y="109"/>
                    </a:cubicBezTo>
                    <a:cubicBezTo>
                      <a:pt x="94" y="119"/>
                      <a:pt x="47" y="117"/>
                      <a:pt x="47" y="87"/>
                    </a:cubicBezTo>
                    <a:cubicBezTo>
                      <a:pt x="51" y="33"/>
                      <a:pt x="0" y="17"/>
                      <a:pt x="37" y="5"/>
                    </a:cubicBezTo>
                    <a:cubicBezTo>
                      <a:pt x="53" y="1"/>
                      <a:pt x="68" y="15"/>
                      <a:pt x="113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1" name="Google Shape;26841;p33"/>
              <p:cNvSpPr/>
              <p:nvPr/>
            </p:nvSpPr>
            <p:spPr>
              <a:xfrm>
                <a:off x="-3478052" y="-1912225"/>
                <a:ext cx="533789" cy="622754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1218" extrusionOk="0">
                    <a:moveTo>
                      <a:pt x="1044" y="608"/>
                    </a:moveTo>
                    <a:cubicBezTo>
                      <a:pt x="1044" y="945"/>
                      <a:pt x="811" y="1217"/>
                      <a:pt x="522" y="1217"/>
                    </a:cubicBezTo>
                    <a:cubicBezTo>
                      <a:pt x="234" y="1217"/>
                      <a:pt x="0" y="945"/>
                      <a:pt x="0" y="608"/>
                    </a:cubicBezTo>
                    <a:cubicBezTo>
                      <a:pt x="0" y="272"/>
                      <a:pt x="234" y="0"/>
                      <a:pt x="522" y="0"/>
                    </a:cubicBezTo>
                    <a:cubicBezTo>
                      <a:pt x="811" y="0"/>
                      <a:pt x="1044" y="272"/>
                      <a:pt x="1044" y="608"/>
                    </a:cubicBezTo>
                    <a:close/>
                  </a:path>
                </a:pathLst>
              </a:custGeom>
              <a:solidFill>
                <a:srgbClr val="5C44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842" name="Google Shape;26842;p33"/>
            <p:cNvSpPr/>
            <p:nvPr/>
          </p:nvSpPr>
          <p:spPr>
            <a:xfrm>
              <a:off x="7920025" y="4618823"/>
              <a:ext cx="1423857" cy="167214"/>
            </a:xfrm>
            <a:custGeom>
              <a:avLst/>
              <a:gdLst/>
              <a:ahLst/>
              <a:cxnLst/>
              <a:rect l="l" t="t" r="r" b="b"/>
              <a:pathLst>
                <a:path w="7638" h="897" extrusionOk="0">
                  <a:moveTo>
                    <a:pt x="7638" y="448"/>
                  </a:moveTo>
                  <a:cubicBezTo>
                    <a:pt x="7638" y="696"/>
                    <a:pt x="5929" y="897"/>
                    <a:pt x="3820" y="897"/>
                  </a:cubicBezTo>
                  <a:cubicBezTo>
                    <a:pt x="1708" y="897"/>
                    <a:pt x="0" y="696"/>
                    <a:pt x="0" y="448"/>
                  </a:cubicBezTo>
                  <a:cubicBezTo>
                    <a:pt x="0" y="201"/>
                    <a:pt x="1708" y="0"/>
                    <a:pt x="3820" y="0"/>
                  </a:cubicBezTo>
                  <a:cubicBezTo>
                    <a:pt x="5929" y="0"/>
                    <a:pt x="7638" y="203"/>
                    <a:pt x="7638" y="448"/>
                  </a:cubicBez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Rectangle 2"/>
          <p:cNvSpPr/>
          <p:nvPr/>
        </p:nvSpPr>
        <p:spPr>
          <a:xfrm>
            <a:off x="1664723" y="2177785"/>
            <a:ext cx="2928126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The data is split into training (70%), validation (10%), and test (20%) sets</a:t>
            </a:r>
            <a:r>
              <a:rPr lang="en-US" sz="1200" dirty="0" smtClean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endParaRPr lang="en-US" sz="1200" dirty="0">
              <a:solidFill>
                <a:schemeClr val="tx1"/>
              </a:solidFill>
              <a:latin typeface="Alata" panose="020B0604020202020204" charset="0"/>
              <a:cs typeface="Alata" panose="020B060402020202020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Three models are trained: Random Forest, Gradient Boosting, and </a:t>
            </a:r>
            <a:r>
              <a:rPr lang="en-US" sz="1200" dirty="0" err="1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XGBoost</a:t>
            </a: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Regressors</a:t>
            </a:r>
            <a:r>
              <a:rPr lang="en-US" sz="1200" dirty="0" smtClean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endParaRPr lang="en-US" sz="1200" dirty="0">
              <a:solidFill>
                <a:schemeClr val="tx1"/>
              </a:solidFill>
              <a:latin typeface="Alata" panose="020B0604020202020204" charset="0"/>
              <a:cs typeface="Alata" panose="020B060402020202020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  <a:latin typeface="Alata" panose="020B0604020202020204" charset="0"/>
                <a:cs typeface="Alata" panose="020B0604020202020204" charset="0"/>
              </a:rPr>
              <a:t>Models are automatically retrained every 6 hours with the latest data to ensure accuracy.</a:t>
            </a:r>
          </a:p>
        </p:txBody>
      </p:sp>
      <p:sp>
        <p:nvSpPr>
          <p:cNvPr id="5" name="Rectangle 4"/>
          <p:cNvSpPr/>
          <p:nvPr/>
        </p:nvSpPr>
        <p:spPr>
          <a:xfrm>
            <a:off x="4584555" y="2133520"/>
            <a:ext cx="3393192" cy="23698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Alata" panose="020B0604020202020204" charset="0"/>
                <a:cs typeface="Alata" panose="020B0604020202020204" charset="0"/>
              </a:rPr>
              <a:t>A </a:t>
            </a:r>
            <a:r>
              <a:rPr lang="en-US" sz="1200" dirty="0" err="1">
                <a:latin typeface="Alata" panose="020B0604020202020204" charset="0"/>
                <a:cs typeface="Alata" panose="020B0604020202020204" charset="0"/>
              </a:rPr>
              <a:t>Streamlit</a:t>
            </a:r>
            <a:r>
              <a:rPr lang="en-US" sz="1200" dirty="0">
                <a:latin typeface="Alata" panose="020B0604020202020204" charset="0"/>
                <a:cs typeface="Alata" panose="020B0604020202020204" charset="0"/>
              </a:rPr>
              <a:t> application provides a user-friendly dashboard</a:t>
            </a:r>
            <a:r>
              <a:rPr lang="en-US" sz="1200" dirty="0" smtClean="0"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Alata" panose="020B0604020202020204" charset="0"/>
              <a:cs typeface="Alata" panose="020B060402020202020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Alata" panose="020B0604020202020204" charset="0"/>
                <a:cs typeface="Alata" panose="020B0604020202020204" charset="0"/>
              </a:rPr>
              <a:t>Users can select any of the three trained models to see predictions</a:t>
            </a:r>
            <a:r>
              <a:rPr lang="en-US" sz="1200" dirty="0" smtClean="0">
                <a:latin typeface="Alata" panose="020B0604020202020204" charset="0"/>
                <a:cs typeface="Alata" panose="020B0604020202020204" charset="0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Alata" panose="020B0604020202020204" charset="0"/>
              <a:cs typeface="Alata" panose="020B060402020202020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Alata" panose="020B0604020202020204" charset="0"/>
                <a:cs typeface="Alata" panose="020B0604020202020204" charset="0"/>
              </a:rPr>
              <a:t>The dashboard displays both the real-time actual AQI (calculated using the EPA formula) and the predicted AQI from the selected model.</a:t>
            </a:r>
          </a:p>
          <a:p>
            <a:r>
              <a:rPr lang="en-US" dirty="0">
                <a:solidFill>
                  <a:srgbClr val="34322D"/>
                </a:solidFill>
                <a:latin typeface="-apple-system"/>
              </a:rPr>
              <a:t/>
            </a:r>
            <a:br>
              <a:rPr lang="en-US" dirty="0">
                <a:solidFill>
                  <a:srgbClr val="34322D"/>
                </a:solidFill>
                <a:latin typeface="-apple-system"/>
              </a:rPr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06887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47" name="Google Shape;26847;p3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Models Used</a:t>
            </a:r>
            <a:endParaRPr dirty="0"/>
          </a:p>
        </p:txBody>
      </p:sp>
      <p:sp>
        <p:nvSpPr>
          <p:cNvPr id="26848" name="Google Shape;26848;p34"/>
          <p:cNvSpPr txBox="1">
            <a:spLocks noGrp="1"/>
          </p:cNvSpPr>
          <p:nvPr>
            <p:ph type="subTitle" idx="4"/>
          </p:nvPr>
        </p:nvSpPr>
        <p:spPr>
          <a:xfrm>
            <a:off x="937625" y="1797644"/>
            <a:ext cx="21753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Random Forest</a:t>
            </a:r>
            <a:endParaRPr dirty="0"/>
          </a:p>
        </p:txBody>
      </p:sp>
      <p:sp>
        <p:nvSpPr>
          <p:cNvPr id="26849" name="Google Shape;26849;p34"/>
          <p:cNvSpPr txBox="1">
            <a:spLocks noGrp="1"/>
          </p:cNvSpPr>
          <p:nvPr>
            <p:ph type="subTitle" idx="5"/>
          </p:nvPr>
        </p:nvSpPr>
        <p:spPr>
          <a:xfrm>
            <a:off x="3484350" y="1797644"/>
            <a:ext cx="21753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Gradient Boosting</a:t>
            </a:r>
            <a:endParaRPr dirty="0"/>
          </a:p>
        </p:txBody>
      </p:sp>
      <p:sp>
        <p:nvSpPr>
          <p:cNvPr id="26850" name="Google Shape;26850;p34"/>
          <p:cNvSpPr txBox="1">
            <a:spLocks noGrp="1"/>
          </p:cNvSpPr>
          <p:nvPr>
            <p:ph type="subTitle" idx="1"/>
          </p:nvPr>
        </p:nvSpPr>
        <p:spPr>
          <a:xfrm>
            <a:off x="937625" y="2431940"/>
            <a:ext cx="2175300" cy="126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The random forest is an ensemble learning algorithm that combines many decision trees on different subsets of data and features. The final output is the average of all trees’ predictions.</a:t>
            </a:r>
            <a:endParaRPr dirty="0"/>
          </a:p>
        </p:txBody>
      </p:sp>
      <p:sp>
        <p:nvSpPr>
          <p:cNvPr id="26851" name="Google Shape;26851;p34"/>
          <p:cNvSpPr txBox="1">
            <a:spLocks noGrp="1"/>
          </p:cNvSpPr>
          <p:nvPr>
            <p:ph type="subTitle" idx="2"/>
          </p:nvPr>
        </p:nvSpPr>
        <p:spPr>
          <a:xfrm>
            <a:off x="3484350" y="2431940"/>
            <a:ext cx="2175300" cy="126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Gradient boosting builds decision trees sequentially. Each tree learns from the mistakes of the previous tree. </a:t>
            </a:r>
            <a:endParaRPr dirty="0"/>
          </a:p>
        </p:txBody>
      </p:sp>
      <p:sp>
        <p:nvSpPr>
          <p:cNvPr id="26852" name="Google Shape;26852;p34"/>
          <p:cNvSpPr txBox="1">
            <a:spLocks noGrp="1"/>
          </p:cNvSpPr>
          <p:nvPr>
            <p:ph type="subTitle" idx="3"/>
          </p:nvPr>
        </p:nvSpPr>
        <p:spPr>
          <a:xfrm>
            <a:off x="6031075" y="2431940"/>
            <a:ext cx="2175300" cy="126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Extreme Gradient Boosting is the optimized faster and more regularized version of Gradient Boosting. It performs regularization to prevents overfitting and deals wih missing values.</a:t>
            </a:r>
            <a:endParaRPr dirty="0"/>
          </a:p>
        </p:txBody>
      </p:sp>
      <p:sp>
        <p:nvSpPr>
          <p:cNvPr id="26853" name="Google Shape;26853;p34"/>
          <p:cNvSpPr txBox="1">
            <a:spLocks noGrp="1"/>
          </p:cNvSpPr>
          <p:nvPr>
            <p:ph type="subTitle" idx="6"/>
          </p:nvPr>
        </p:nvSpPr>
        <p:spPr>
          <a:xfrm>
            <a:off x="6031075" y="1797644"/>
            <a:ext cx="21753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XGBoost</a:t>
            </a:r>
            <a:endParaRPr dirty="0"/>
          </a:p>
        </p:txBody>
      </p:sp>
      <p:grpSp>
        <p:nvGrpSpPr>
          <p:cNvPr id="26854" name="Google Shape;26854;p34"/>
          <p:cNvGrpSpPr/>
          <p:nvPr/>
        </p:nvGrpSpPr>
        <p:grpSpPr>
          <a:xfrm>
            <a:off x="6183172" y="1301190"/>
            <a:ext cx="435297" cy="433798"/>
            <a:chOff x="999447" y="1376261"/>
            <a:chExt cx="435297" cy="433798"/>
          </a:xfrm>
        </p:grpSpPr>
        <p:sp>
          <p:nvSpPr>
            <p:cNvPr id="26855" name="Google Shape;26855;p34"/>
            <p:cNvSpPr/>
            <p:nvPr/>
          </p:nvSpPr>
          <p:spPr>
            <a:xfrm>
              <a:off x="1189295" y="1632657"/>
              <a:ext cx="40716" cy="37997"/>
            </a:xfrm>
            <a:custGeom>
              <a:avLst/>
              <a:gdLst/>
              <a:ahLst/>
              <a:cxnLst/>
              <a:rect l="l" t="t" r="r" b="b"/>
              <a:pathLst>
                <a:path w="1168" h="1090" extrusionOk="0">
                  <a:moveTo>
                    <a:pt x="286" y="1"/>
                  </a:moveTo>
                  <a:cubicBezTo>
                    <a:pt x="227" y="1"/>
                    <a:pt x="167" y="7"/>
                    <a:pt x="109" y="19"/>
                  </a:cubicBezTo>
                  <a:cubicBezTo>
                    <a:pt x="83" y="25"/>
                    <a:pt x="63" y="46"/>
                    <a:pt x="58" y="71"/>
                  </a:cubicBezTo>
                  <a:cubicBezTo>
                    <a:pt x="0" y="340"/>
                    <a:pt x="76" y="633"/>
                    <a:pt x="285" y="843"/>
                  </a:cubicBezTo>
                  <a:cubicBezTo>
                    <a:pt x="451" y="1007"/>
                    <a:pt x="666" y="1090"/>
                    <a:pt x="882" y="1090"/>
                  </a:cubicBezTo>
                  <a:cubicBezTo>
                    <a:pt x="941" y="1090"/>
                    <a:pt x="1000" y="1084"/>
                    <a:pt x="1058" y="1071"/>
                  </a:cubicBezTo>
                  <a:cubicBezTo>
                    <a:pt x="1084" y="1066"/>
                    <a:pt x="1104" y="1045"/>
                    <a:pt x="1109" y="1020"/>
                  </a:cubicBezTo>
                  <a:cubicBezTo>
                    <a:pt x="1167" y="750"/>
                    <a:pt x="1091" y="456"/>
                    <a:pt x="881" y="247"/>
                  </a:cubicBezTo>
                  <a:cubicBezTo>
                    <a:pt x="717" y="82"/>
                    <a:pt x="501" y="1"/>
                    <a:pt x="2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6" name="Google Shape;26856;p34"/>
            <p:cNvSpPr/>
            <p:nvPr/>
          </p:nvSpPr>
          <p:spPr>
            <a:xfrm>
              <a:off x="1208259" y="1729707"/>
              <a:ext cx="40682" cy="37997"/>
            </a:xfrm>
            <a:custGeom>
              <a:avLst/>
              <a:gdLst/>
              <a:ahLst/>
              <a:cxnLst/>
              <a:rect l="l" t="t" r="r" b="b"/>
              <a:pathLst>
                <a:path w="1167" h="1090" extrusionOk="0">
                  <a:moveTo>
                    <a:pt x="286" y="0"/>
                  </a:moveTo>
                  <a:cubicBezTo>
                    <a:pt x="227" y="0"/>
                    <a:pt x="168" y="6"/>
                    <a:pt x="110" y="19"/>
                  </a:cubicBezTo>
                  <a:cubicBezTo>
                    <a:pt x="84" y="24"/>
                    <a:pt x="64" y="45"/>
                    <a:pt x="58" y="70"/>
                  </a:cubicBezTo>
                  <a:cubicBezTo>
                    <a:pt x="1" y="340"/>
                    <a:pt x="76" y="634"/>
                    <a:pt x="286" y="843"/>
                  </a:cubicBezTo>
                  <a:cubicBezTo>
                    <a:pt x="450" y="1007"/>
                    <a:pt x="666" y="1089"/>
                    <a:pt x="881" y="1089"/>
                  </a:cubicBezTo>
                  <a:cubicBezTo>
                    <a:pt x="941" y="1089"/>
                    <a:pt x="1000" y="1083"/>
                    <a:pt x="1059" y="1071"/>
                  </a:cubicBezTo>
                  <a:cubicBezTo>
                    <a:pt x="1085" y="1065"/>
                    <a:pt x="1105" y="1044"/>
                    <a:pt x="1110" y="1019"/>
                  </a:cubicBezTo>
                  <a:cubicBezTo>
                    <a:pt x="1167" y="750"/>
                    <a:pt x="1091" y="457"/>
                    <a:pt x="882" y="247"/>
                  </a:cubicBezTo>
                  <a:cubicBezTo>
                    <a:pt x="717" y="83"/>
                    <a:pt x="502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7" name="Google Shape;26857;p34"/>
            <p:cNvSpPr/>
            <p:nvPr/>
          </p:nvSpPr>
          <p:spPr>
            <a:xfrm>
              <a:off x="1286973" y="1701575"/>
              <a:ext cx="40716" cy="37997"/>
            </a:xfrm>
            <a:custGeom>
              <a:avLst/>
              <a:gdLst/>
              <a:ahLst/>
              <a:cxnLst/>
              <a:rect l="l" t="t" r="r" b="b"/>
              <a:pathLst>
                <a:path w="1168" h="1090" extrusionOk="0">
                  <a:moveTo>
                    <a:pt x="882" y="1"/>
                  </a:moveTo>
                  <a:cubicBezTo>
                    <a:pt x="666" y="1"/>
                    <a:pt x="450" y="83"/>
                    <a:pt x="285" y="248"/>
                  </a:cubicBezTo>
                  <a:cubicBezTo>
                    <a:pt x="76" y="457"/>
                    <a:pt x="0" y="750"/>
                    <a:pt x="58" y="1020"/>
                  </a:cubicBezTo>
                  <a:cubicBezTo>
                    <a:pt x="63" y="1046"/>
                    <a:pt x="84" y="1066"/>
                    <a:pt x="109" y="1071"/>
                  </a:cubicBezTo>
                  <a:cubicBezTo>
                    <a:pt x="168" y="1083"/>
                    <a:pt x="227" y="1090"/>
                    <a:pt x="286" y="1090"/>
                  </a:cubicBezTo>
                  <a:cubicBezTo>
                    <a:pt x="502" y="1090"/>
                    <a:pt x="717" y="1008"/>
                    <a:pt x="881" y="844"/>
                  </a:cubicBezTo>
                  <a:cubicBezTo>
                    <a:pt x="1091" y="634"/>
                    <a:pt x="1167" y="341"/>
                    <a:pt x="1110" y="70"/>
                  </a:cubicBezTo>
                  <a:cubicBezTo>
                    <a:pt x="1105" y="45"/>
                    <a:pt x="1085" y="26"/>
                    <a:pt x="1058" y="19"/>
                  </a:cubicBezTo>
                  <a:cubicBezTo>
                    <a:pt x="1000" y="7"/>
                    <a:pt x="941" y="1"/>
                    <a:pt x="8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8" name="Google Shape;26858;p34"/>
            <p:cNvSpPr/>
            <p:nvPr/>
          </p:nvSpPr>
          <p:spPr>
            <a:xfrm>
              <a:off x="1000981" y="1487988"/>
              <a:ext cx="433763" cy="322072"/>
            </a:xfrm>
            <a:custGeom>
              <a:avLst/>
              <a:gdLst/>
              <a:ahLst/>
              <a:cxnLst/>
              <a:rect l="l" t="t" r="r" b="b"/>
              <a:pathLst>
                <a:path w="12443" h="9239" extrusionOk="0">
                  <a:moveTo>
                    <a:pt x="9235" y="706"/>
                  </a:moveTo>
                  <a:cubicBezTo>
                    <a:pt x="9347" y="943"/>
                    <a:pt x="9368" y="1215"/>
                    <a:pt x="9291" y="1489"/>
                  </a:cubicBezTo>
                  <a:cubicBezTo>
                    <a:pt x="9183" y="1871"/>
                    <a:pt x="9223" y="2300"/>
                    <a:pt x="9404" y="2699"/>
                  </a:cubicBezTo>
                  <a:cubicBezTo>
                    <a:pt x="9441" y="2778"/>
                    <a:pt x="9516" y="2833"/>
                    <a:pt x="9604" y="2840"/>
                  </a:cubicBezTo>
                  <a:cubicBezTo>
                    <a:pt x="9612" y="2841"/>
                    <a:pt x="9619" y="2841"/>
                    <a:pt x="9627" y="2841"/>
                  </a:cubicBezTo>
                  <a:cubicBezTo>
                    <a:pt x="9706" y="2841"/>
                    <a:pt x="9780" y="2801"/>
                    <a:pt x="9825" y="2735"/>
                  </a:cubicBezTo>
                  <a:cubicBezTo>
                    <a:pt x="9940" y="2568"/>
                    <a:pt x="10029" y="2384"/>
                    <a:pt x="10087" y="2194"/>
                  </a:cubicBezTo>
                  <a:cubicBezTo>
                    <a:pt x="10277" y="2458"/>
                    <a:pt x="10380" y="2773"/>
                    <a:pt x="10380" y="3105"/>
                  </a:cubicBezTo>
                  <a:cubicBezTo>
                    <a:pt x="10380" y="3762"/>
                    <a:pt x="9968" y="4331"/>
                    <a:pt x="9388" y="4561"/>
                  </a:cubicBezTo>
                  <a:cubicBezTo>
                    <a:pt x="9489" y="4401"/>
                    <a:pt x="9548" y="4198"/>
                    <a:pt x="9548" y="3977"/>
                  </a:cubicBezTo>
                  <a:cubicBezTo>
                    <a:pt x="9548" y="3889"/>
                    <a:pt x="9541" y="3809"/>
                    <a:pt x="9526" y="3736"/>
                  </a:cubicBezTo>
                  <a:cubicBezTo>
                    <a:pt x="9512" y="3658"/>
                    <a:pt x="9443" y="3610"/>
                    <a:pt x="9373" y="3610"/>
                  </a:cubicBezTo>
                  <a:cubicBezTo>
                    <a:pt x="9339" y="3610"/>
                    <a:pt x="9304" y="3621"/>
                    <a:pt x="9275" y="3647"/>
                  </a:cubicBezTo>
                  <a:cubicBezTo>
                    <a:pt x="9208" y="3705"/>
                    <a:pt x="9134" y="3737"/>
                    <a:pt x="9055" y="3737"/>
                  </a:cubicBezTo>
                  <a:cubicBezTo>
                    <a:pt x="8866" y="3737"/>
                    <a:pt x="8700" y="3548"/>
                    <a:pt x="8599" y="3259"/>
                  </a:cubicBezTo>
                  <a:cubicBezTo>
                    <a:pt x="8568" y="3169"/>
                    <a:pt x="8489" y="3125"/>
                    <a:pt x="8410" y="3125"/>
                  </a:cubicBezTo>
                  <a:cubicBezTo>
                    <a:pt x="8326" y="3125"/>
                    <a:pt x="8242" y="3173"/>
                    <a:pt x="8213" y="3269"/>
                  </a:cubicBezTo>
                  <a:cubicBezTo>
                    <a:pt x="8136" y="3517"/>
                    <a:pt x="8110" y="3771"/>
                    <a:pt x="8110" y="3977"/>
                  </a:cubicBezTo>
                  <a:cubicBezTo>
                    <a:pt x="8110" y="4205"/>
                    <a:pt x="8174" y="4414"/>
                    <a:pt x="8280" y="4575"/>
                  </a:cubicBezTo>
                  <a:cubicBezTo>
                    <a:pt x="7696" y="4360"/>
                    <a:pt x="7268" y="3807"/>
                    <a:pt x="7249" y="3153"/>
                  </a:cubicBezTo>
                  <a:cubicBezTo>
                    <a:pt x="7237" y="2792"/>
                    <a:pt x="7353" y="2438"/>
                    <a:pt x="7571" y="2154"/>
                  </a:cubicBezTo>
                  <a:cubicBezTo>
                    <a:pt x="7630" y="2328"/>
                    <a:pt x="7721" y="2492"/>
                    <a:pt x="7838" y="2636"/>
                  </a:cubicBezTo>
                  <a:cubicBezTo>
                    <a:pt x="7885" y="2695"/>
                    <a:pt x="7955" y="2727"/>
                    <a:pt x="8027" y="2727"/>
                  </a:cubicBezTo>
                  <a:cubicBezTo>
                    <a:pt x="8060" y="2727"/>
                    <a:pt x="8095" y="2720"/>
                    <a:pt x="8127" y="2705"/>
                  </a:cubicBezTo>
                  <a:cubicBezTo>
                    <a:pt x="8227" y="2660"/>
                    <a:pt x="8285" y="2552"/>
                    <a:pt x="8267" y="2443"/>
                  </a:cubicBezTo>
                  <a:cubicBezTo>
                    <a:pt x="8191" y="1996"/>
                    <a:pt x="8389" y="1545"/>
                    <a:pt x="8769" y="1295"/>
                  </a:cubicBezTo>
                  <a:cubicBezTo>
                    <a:pt x="8986" y="1152"/>
                    <a:pt x="9147" y="944"/>
                    <a:pt x="9235" y="706"/>
                  </a:cubicBezTo>
                  <a:close/>
                  <a:moveTo>
                    <a:pt x="3427" y="3814"/>
                  </a:moveTo>
                  <a:cubicBezTo>
                    <a:pt x="3539" y="4051"/>
                    <a:pt x="3560" y="4323"/>
                    <a:pt x="3484" y="4598"/>
                  </a:cubicBezTo>
                  <a:cubicBezTo>
                    <a:pt x="3375" y="4980"/>
                    <a:pt x="3415" y="5410"/>
                    <a:pt x="3596" y="5808"/>
                  </a:cubicBezTo>
                  <a:cubicBezTo>
                    <a:pt x="3633" y="5887"/>
                    <a:pt x="3709" y="5941"/>
                    <a:pt x="3796" y="5949"/>
                  </a:cubicBezTo>
                  <a:cubicBezTo>
                    <a:pt x="3803" y="5950"/>
                    <a:pt x="3810" y="5950"/>
                    <a:pt x="3816" y="5950"/>
                  </a:cubicBezTo>
                  <a:cubicBezTo>
                    <a:pt x="3896" y="5950"/>
                    <a:pt x="3972" y="5910"/>
                    <a:pt x="4017" y="5844"/>
                  </a:cubicBezTo>
                  <a:cubicBezTo>
                    <a:pt x="4132" y="5677"/>
                    <a:pt x="4221" y="5494"/>
                    <a:pt x="4279" y="5302"/>
                  </a:cubicBezTo>
                  <a:cubicBezTo>
                    <a:pt x="4470" y="5567"/>
                    <a:pt x="4572" y="5882"/>
                    <a:pt x="4572" y="6213"/>
                  </a:cubicBezTo>
                  <a:cubicBezTo>
                    <a:pt x="4572" y="6871"/>
                    <a:pt x="4161" y="7439"/>
                    <a:pt x="3580" y="7669"/>
                  </a:cubicBezTo>
                  <a:cubicBezTo>
                    <a:pt x="3681" y="7510"/>
                    <a:pt x="3742" y="7307"/>
                    <a:pt x="3742" y="7086"/>
                  </a:cubicBezTo>
                  <a:cubicBezTo>
                    <a:pt x="3742" y="6998"/>
                    <a:pt x="3733" y="6918"/>
                    <a:pt x="3719" y="6845"/>
                  </a:cubicBezTo>
                  <a:cubicBezTo>
                    <a:pt x="3704" y="6767"/>
                    <a:pt x="3636" y="6719"/>
                    <a:pt x="3565" y="6719"/>
                  </a:cubicBezTo>
                  <a:cubicBezTo>
                    <a:pt x="3531" y="6719"/>
                    <a:pt x="3496" y="6730"/>
                    <a:pt x="3467" y="6756"/>
                  </a:cubicBezTo>
                  <a:cubicBezTo>
                    <a:pt x="3401" y="6815"/>
                    <a:pt x="3326" y="6846"/>
                    <a:pt x="3247" y="6846"/>
                  </a:cubicBezTo>
                  <a:cubicBezTo>
                    <a:pt x="3059" y="6846"/>
                    <a:pt x="2893" y="6657"/>
                    <a:pt x="2791" y="6368"/>
                  </a:cubicBezTo>
                  <a:cubicBezTo>
                    <a:pt x="2760" y="6278"/>
                    <a:pt x="2682" y="6234"/>
                    <a:pt x="2603" y="6234"/>
                  </a:cubicBezTo>
                  <a:cubicBezTo>
                    <a:pt x="2519" y="6234"/>
                    <a:pt x="2436" y="6283"/>
                    <a:pt x="2406" y="6379"/>
                  </a:cubicBezTo>
                  <a:cubicBezTo>
                    <a:pt x="2328" y="6626"/>
                    <a:pt x="2302" y="6879"/>
                    <a:pt x="2302" y="7086"/>
                  </a:cubicBezTo>
                  <a:cubicBezTo>
                    <a:pt x="2302" y="7314"/>
                    <a:pt x="2366" y="7523"/>
                    <a:pt x="2474" y="7685"/>
                  </a:cubicBezTo>
                  <a:cubicBezTo>
                    <a:pt x="1890" y="7470"/>
                    <a:pt x="1461" y="6916"/>
                    <a:pt x="1442" y="6261"/>
                  </a:cubicBezTo>
                  <a:cubicBezTo>
                    <a:pt x="1429" y="5900"/>
                    <a:pt x="1546" y="5547"/>
                    <a:pt x="1763" y="5263"/>
                  </a:cubicBezTo>
                  <a:cubicBezTo>
                    <a:pt x="1824" y="5437"/>
                    <a:pt x="1914" y="5600"/>
                    <a:pt x="2030" y="5745"/>
                  </a:cubicBezTo>
                  <a:cubicBezTo>
                    <a:pt x="2077" y="5803"/>
                    <a:pt x="2148" y="5836"/>
                    <a:pt x="2220" y="5836"/>
                  </a:cubicBezTo>
                  <a:cubicBezTo>
                    <a:pt x="2253" y="5836"/>
                    <a:pt x="2287" y="5829"/>
                    <a:pt x="2319" y="5814"/>
                  </a:cubicBezTo>
                  <a:cubicBezTo>
                    <a:pt x="2421" y="5768"/>
                    <a:pt x="2478" y="5661"/>
                    <a:pt x="2459" y="5552"/>
                  </a:cubicBezTo>
                  <a:cubicBezTo>
                    <a:pt x="2384" y="5104"/>
                    <a:pt x="2581" y="4653"/>
                    <a:pt x="2961" y="4404"/>
                  </a:cubicBezTo>
                  <a:cubicBezTo>
                    <a:pt x="3178" y="4260"/>
                    <a:pt x="3339" y="4053"/>
                    <a:pt x="3427" y="3814"/>
                  </a:cubicBezTo>
                  <a:close/>
                  <a:moveTo>
                    <a:pt x="6282" y="2738"/>
                  </a:moveTo>
                  <a:cubicBezTo>
                    <a:pt x="6452" y="2738"/>
                    <a:pt x="6619" y="2757"/>
                    <a:pt x="6783" y="2797"/>
                  </a:cubicBezTo>
                  <a:cubicBezTo>
                    <a:pt x="6765" y="2919"/>
                    <a:pt x="6757" y="3043"/>
                    <a:pt x="6761" y="3169"/>
                  </a:cubicBezTo>
                  <a:cubicBezTo>
                    <a:pt x="6793" y="4271"/>
                    <a:pt x="7725" y="5159"/>
                    <a:pt x="8826" y="5159"/>
                  </a:cubicBezTo>
                  <a:cubicBezTo>
                    <a:pt x="9174" y="5155"/>
                    <a:pt x="9522" y="5064"/>
                    <a:pt x="9819" y="4896"/>
                  </a:cubicBezTo>
                  <a:cubicBezTo>
                    <a:pt x="10018" y="5165"/>
                    <a:pt x="10116" y="5497"/>
                    <a:pt x="10087" y="5835"/>
                  </a:cubicBezTo>
                  <a:cubicBezTo>
                    <a:pt x="10076" y="5967"/>
                    <a:pt x="10175" y="6085"/>
                    <a:pt x="10307" y="6097"/>
                  </a:cubicBezTo>
                  <a:cubicBezTo>
                    <a:pt x="10756" y="6139"/>
                    <a:pt x="11172" y="6345"/>
                    <a:pt x="11478" y="6678"/>
                  </a:cubicBezTo>
                  <a:cubicBezTo>
                    <a:pt x="11785" y="7015"/>
                    <a:pt x="11956" y="7450"/>
                    <a:pt x="11956" y="7906"/>
                  </a:cubicBezTo>
                  <a:lnTo>
                    <a:pt x="11956" y="7917"/>
                  </a:lnTo>
                  <a:cubicBezTo>
                    <a:pt x="11953" y="8378"/>
                    <a:pt x="11572" y="8753"/>
                    <a:pt x="11106" y="8753"/>
                  </a:cubicBezTo>
                  <a:lnTo>
                    <a:pt x="950" y="8753"/>
                  </a:lnTo>
                  <a:cubicBezTo>
                    <a:pt x="695" y="8753"/>
                    <a:pt x="487" y="8549"/>
                    <a:pt x="486" y="8299"/>
                  </a:cubicBezTo>
                  <a:lnTo>
                    <a:pt x="486" y="8293"/>
                  </a:lnTo>
                  <a:cubicBezTo>
                    <a:pt x="486" y="7797"/>
                    <a:pt x="740" y="7345"/>
                    <a:pt x="1150" y="7084"/>
                  </a:cubicBezTo>
                  <a:cubicBezTo>
                    <a:pt x="1480" y="7783"/>
                    <a:pt x="2206" y="8266"/>
                    <a:pt x="3019" y="8266"/>
                  </a:cubicBezTo>
                  <a:cubicBezTo>
                    <a:pt x="3560" y="8260"/>
                    <a:pt x="4083" y="8042"/>
                    <a:pt x="4464" y="7657"/>
                  </a:cubicBezTo>
                  <a:cubicBezTo>
                    <a:pt x="4847" y="7270"/>
                    <a:pt x="5056" y="6758"/>
                    <a:pt x="5056" y="6213"/>
                  </a:cubicBezTo>
                  <a:cubicBezTo>
                    <a:pt x="5056" y="5656"/>
                    <a:pt x="4835" y="5132"/>
                    <a:pt x="4433" y="4741"/>
                  </a:cubicBezTo>
                  <a:cubicBezTo>
                    <a:pt x="4369" y="4679"/>
                    <a:pt x="4285" y="4645"/>
                    <a:pt x="4199" y="4645"/>
                  </a:cubicBezTo>
                  <a:cubicBezTo>
                    <a:pt x="4170" y="4645"/>
                    <a:pt x="4141" y="4649"/>
                    <a:pt x="4113" y="4656"/>
                  </a:cubicBezTo>
                  <a:cubicBezTo>
                    <a:pt x="4246" y="3563"/>
                    <a:pt x="5178" y="2738"/>
                    <a:pt x="6282" y="2738"/>
                  </a:cubicBezTo>
                  <a:close/>
                  <a:moveTo>
                    <a:pt x="9159" y="0"/>
                  </a:moveTo>
                  <a:cubicBezTo>
                    <a:pt x="9120" y="0"/>
                    <a:pt x="9081" y="7"/>
                    <a:pt x="9042" y="21"/>
                  </a:cubicBezTo>
                  <a:cubicBezTo>
                    <a:pt x="8913" y="68"/>
                    <a:pt x="8825" y="188"/>
                    <a:pt x="8818" y="327"/>
                  </a:cubicBezTo>
                  <a:cubicBezTo>
                    <a:pt x="8809" y="555"/>
                    <a:pt x="8690" y="766"/>
                    <a:pt x="8500" y="890"/>
                  </a:cubicBezTo>
                  <a:cubicBezTo>
                    <a:pt x="8222" y="1073"/>
                    <a:pt x="8015" y="1329"/>
                    <a:pt x="7891" y="1623"/>
                  </a:cubicBezTo>
                  <a:cubicBezTo>
                    <a:pt x="7855" y="1583"/>
                    <a:pt x="7807" y="1551"/>
                    <a:pt x="7754" y="1534"/>
                  </a:cubicBezTo>
                  <a:cubicBezTo>
                    <a:pt x="7717" y="1521"/>
                    <a:pt x="7680" y="1515"/>
                    <a:pt x="7643" y="1515"/>
                  </a:cubicBezTo>
                  <a:cubicBezTo>
                    <a:pt x="7558" y="1515"/>
                    <a:pt x="7476" y="1547"/>
                    <a:pt x="7412" y="1607"/>
                  </a:cubicBezTo>
                  <a:cubicBezTo>
                    <a:pt x="7193" y="1811"/>
                    <a:pt x="7026" y="2057"/>
                    <a:pt x="6915" y="2328"/>
                  </a:cubicBezTo>
                  <a:cubicBezTo>
                    <a:pt x="6708" y="2278"/>
                    <a:pt x="6497" y="2252"/>
                    <a:pt x="6282" y="2252"/>
                  </a:cubicBezTo>
                  <a:cubicBezTo>
                    <a:pt x="5255" y="2252"/>
                    <a:pt x="4350" y="2836"/>
                    <a:pt x="3904" y="3704"/>
                  </a:cubicBezTo>
                  <a:cubicBezTo>
                    <a:pt x="3835" y="3527"/>
                    <a:pt x="3733" y="3363"/>
                    <a:pt x="3601" y="3218"/>
                  </a:cubicBezTo>
                  <a:cubicBezTo>
                    <a:pt x="3535" y="3146"/>
                    <a:pt x="3444" y="3107"/>
                    <a:pt x="3351" y="3107"/>
                  </a:cubicBezTo>
                  <a:cubicBezTo>
                    <a:pt x="3312" y="3107"/>
                    <a:pt x="3272" y="3114"/>
                    <a:pt x="3234" y="3128"/>
                  </a:cubicBezTo>
                  <a:cubicBezTo>
                    <a:pt x="3104" y="3175"/>
                    <a:pt x="3016" y="3296"/>
                    <a:pt x="3009" y="3435"/>
                  </a:cubicBezTo>
                  <a:cubicBezTo>
                    <a:pt x="3000" y="3662"/>
                    <a:pt x="2882" y="3873"/>
                    <a:pt x="2691" y="3998"/>
                  </a:cubicBezTo>
                  <a:cubicBezTo>
                    <a:pt x="2413" y="4180"/>
                    <a:pt x="2206" y="4436"/>
                    <a:pt x="2082" y="4730"/>
                  </a:cubicBezTo>
                  <a:cubicBezTo>
                    <a:pt x="2046" y="4690"/>
                    <a:pt x="1998" y="4659"/>
                    <a:pt x="1945" y="4641"/>
                  </a:cubicBezTo>
                  <a:cubicBezTo>
                    <a:pt x="1909" y="4628"/>
                    <a:pt x="1871" y="4622"/>
                    <a:pt x="1834" y="4622"/>
                  </a:cubicBezTo>
                  <a:cubicBezTo>
                    <a:pt x="1749" y="4622"/>
                    <a:pt x="1667" y="4654"/>
                    <a:pt x="1604" y="4714"/>
                  </a:cubicBezTo>
                  <a:cubicBezTo>
                    <a:pt x="1172" y="5116"/>
                    <a:pt x="935" y="5685"/>
                    <a:pt x="954" y="6275"/>
                  </a:cubicBezTo>
                  <a:cubicBezTo>
                    <a:pt x="957" y="6390"/>
                    <a:pt x="971" y="6501"/>
                    <a:pt x="993" y="6611"/>
                  </a:cubicBezTo>
                  <a:cubicBezTo>
                    <a:pt x="384" y="6947"/>
                    <a:pt x="1" y="7587"/>
                    <a:pt x="1" y="8292"/>
                  </a:cubicBezTo>
                  <a:lnTo>
                    <a:pt x="1" y="8301"/>
                  </a:lnTo>
                  <a:cubicBezTo>
                    <a:pt x="3" y="8818"/>
                    <a:pt x="428" y="9239"/>
                    <a:pt x="950" y="9239"/>
                  </a:cubicBezTo>
                  <a:lnTo>
                    <a:pt x="11107" y="9239"/>
                  </a:lnTo>
                  <a:cubicBezTo>
                    <a:pt x="11840" y="9239"/>
                    <a:pt x="12439" y="8647"/>
                    <a:pt x="12443" y="7920"/>
                  </a:cubicBezTo>
                  <a:lnTo>
                    <a:pt x="12443" y="7906"/>
                  </a:lnTo>
                  <a:cubicBezTo>
                    <a:pt x="12443" y="7329"/>
                    <a:pt x="12228" y="6777"/>
                    <a:pt x="11839" y="6349"/>
                  </a:cubicBezTo>
                  <a:cubicBezTo>
                    <a:pt x="11501" y="5983"/>
                    <a:pt x="11060" y="5737"/>
                    <a:pt x="10578" y="5643"/>
                  </a:cubicBezTo>
                  <a:cubicBezTo>
                    <a:pt x="10563" y="5269"/>
                    <a:pt x="10436" y="4908"/>
                    <a:pt x="10213" y="4608"/>
                  </a:cubicBezTo>
                  <a:cubicBezTo>
                    <a:pt x="10234" y="4588"/>
                    <a:pt x="10255" y="4568"/>
                    <a:pt x="10274" y="4549"/>
                  </a:cubicBezTo>
                  <a:cubicBezTo>
                    <a:pt x="10657" y="4163"/>
                    <a:pt x="10866" y="3651"/>
                    <a:pt x="10866" y="3107"/>
                  </a:cubicBezTo>
                  <a:cubicBezTo>
                    <a:pt x="10866" y="2550"/>
                    <a:pt x="10645" y="2026"/>
                    <a:pt x="10243" y="1635"/>
                  </a:cubicBezTo>
                  <a:cubicBezTo>
                    <a:pt x="10178" y="1572"/>
                    <a:pt x="10093" y="1539"/>
                    <a:pt x="10007" y="1539"/>
                  </a:cubicBezTo>
                  <a:cubicBezTo>
                    <a:pt x="9969" y="1539"/>
                    <a:pt x="9932" y="1545"/>
                    <a:pt x="9895" y="1558"/>
                  </a:cubicBezTo>
                  <a:cubicBezTo>
                    <a:pt x="9838" y="1578"/>
                    <a:pt x="9787" y="1612"/>
                    <a:pt x="9750" y="1655"/>
                  </a:cubicBezTo>
                  <a:lnTo>
                    <a:pt x="9757" y="1624"/>
                  </a:lnTo>
                  <a:cubicBezTo>
                    <a:pt x="9912" y="1081"/>
                    <a:pt x="9781" y="517"/>
                    <a:pt x="9410" y="111"/>
                  </a:cubicBezTo>
                  <a:cubicBezTo>
                    <a:pt x="9344" y="39"/>
                    <a:pt x="9253" y="0"/>
                    <a:pt x="9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9" name="Google Shape;26859;p34"/>
            <p:cNvSpPr/>
            <p:nvPr/>
          </p:nvSpPr>
          <p:spPr>
            <a:xfrm>
              <a:off x="1111209" y="1376261"/>
              <a:ext cx="204070" cy="116990"/>
            </a:xfrm>
            <a:custGeom>
              <a:avLst/>
              <a:gdLst/>
              <a:ahLst/>
              <a:cxnLst/>
              <a:rect l="l" t="t" r="r" b="b"/>
              <a:pathLst>
                <a:path w="5854" h="3356" extrusionOk="0">
                  <a:moveTo>
                    <a:pt x="3884" y="486"/>
                  </a:moveTo>
                  <a:cubicBezTo>
                    <a:pt x="4198" y="486"/>
                    <a:pt x="4466" y="700"/>
                    <a:pt x="4536" y="1005"/>
                  </a:cubicBezTo>
                  <a:cubicBezTo>
                    <a:pt x="4562" y="1114"/>
                    <a:pt x="4659" y="1190"/>
                    <a:pt x="4770" y="1192"/>
                  </a:cubicBezTo>
                  <a:cubicBezTo>
                    <a:pt x="5099" y="1198"/>
                    <a:pt x="5367" y="1468"/>
                    <a:pt x="5367" y="1797"/>
                  </a:cubicBezTo>
                  <a:cubicBezTo>
                    <a:pt x="5367" y="2131"/>
                    <a:pt x="5095" y="2403"/>
                    <a:pt x="4761" y="2403"/>
                  </a:cubicBezTo>
                  <a:cubicBezTo>
                    <a:pt x="4673" y="2403"/>
                    <a:pt x="4589" y="2385"/>
                    <a:pt x="4509" y="2348"/>
                  </a:cubicBezTo>
                  <a:cubicBezTo>
                    <a:pt x="4477" y="2334"/>
                    <a:pt x="4443" y="2327"/>
                    <a:pt x="4409" y="2327"/>
                  </a:cubicBezTo>
                  <a:cubicBezTo>
                    <a:pt x="4380" y="2327"/>
                    <a:pt x="4351" y="2332"/>
                    <a:pt x="4324" y="2342"/>
                  </a:cubicBezTo>
                  <a:cubicBezTo>
                    <a:pt x="4263" y="2364"/>
                    <a:pt x="4214" y="2411"/>
                    <a:pt x="4188" y="2471"/>
                  </a:cubicBezTo>
                  <a:cubicBezTo>
                    <a:pt x="4079" y="2711"/>
                    <a:pt x="3839" y="2867"/>
                    <a:pt x="3575" y="2867"/>
                  </a:cubicBezTo>
                  <a:cubicBezTo>
                    <a:pt x="3445" y="2867"/>
                    <a:pt x="3318" y="2829"/>
                    <a:pt x="3209" y="2759"/>
                  </a:cubicBezTo>
                  <a:cubicBezTo>
                    <a:pt x="3168" y="2732"/>
                    <a:pt x="3122" y="2719"/>
                    <a:pt x="3077" y="2719"/>
                  </a:cubicBezTo>
                  <a:cubicBezTo>
                    <a:pt x="3037" y="2719"/>
                    <a:pt x="2996" y="2728"/>
                    <a:pt x="2962" y="2748"/>
                  </a:cubicBezTo>
                  <a:cubicBezTo>
                    <a:pt x="2817" y="2825"/>
                    <a:pt x="2655" y="2865"/>
                    <a:pt x="2492" y="2865"/>
                  </a:cubicBezTo>
                  <a:cubicBezTo>
                    <a:pt x="2111" y="2865"/>
                    <a:pt x="1760" y="2644"/>
                    <a:pt x="1596" y="2301"/>
                  </a:cubicBezTo>
                  <a:cubicBezTo>
                    <a:pt x="1555" y="2214"/>
                    <a:pt x="1468" y="2163"/>
                    <a:pt x="1377" y="2163"/>
                  </a:cubicBezTo>
                  <a:cubicBezTo>
                    <a:pt x="1350" y="2163"/>
                    <a:pt x="1323" y="2168"/>
                    <a:pt x="1296" y="2177"/>
                  </a:cubicBezTo>
                  <a:cubicBezTo>
                    <a:pt x="1230" y="2199"/>
                    <a:pt x="1163" y="2211"/>
                    <a:pt x="1094" y="2211"/>
                  </a:cubicBezTo>
                  <a:cubicBezTo>
                    <a:pt x="760" y="2211"/>
                    <a:pt x="487" y="1938"/>
                    <a:pt x="487" y="1604"/>
                  </a:cubicBezTo>
                  <a:cubicBezTo>
                    <a:pt x="487" y="1271"/>
                    <a:pt x="760" y="1002"/>
                    <a:pt x="1094" y="1002"/>
                  </a:cubicBezTo>
                  <a:cubicBezTo>
                    <a:pt x="1147" y="1002"/>
                    <a:pt x="1202" y="1010"/>
                    <a:pt x="1254" y="1023"/>
                  </a:cubicBezTo>
                  <a:cubicBezTo>
                    <a:pt x="1276" y="1029"/>
                    <a:pt x="1298" y="1032"/>
                    <a:pt x="1319" y="1032"/>
                  </a:cubicBezTo>
                  <a:cubicBezTo>
                    <a:pt x="1397" y="1032"/>
                    <a:pt x="1472" y="993"/>
                    <a:pt x="1518" y="927"/>
                  </a:cubicBezTo>
                  <a:cubicBezTo>
                    <a:pt x="1710" y="651"/>
                    <a:pt x="2024" y="486"/>
                    <a:pt x="2357" y="486"/>
                  </a:cubicBezTo>
                  <a:cubicBezTo>
                    <a:pt x="2607" y="486"/>
                    <a:pt x="2845" y="576"/>
                    <a:pt x="3032" y="740"/>
                  </a:cubicBezTo>
                  <a:cubicBezTo>
                    <a:pt x="3076" y="780"/>
                    <a:pt x="3134" y="801"/>
                    <a:pt x="3193" y="801"/>
                  </a:cubicBezTo>
                  <a:cubicBezTo>
                    <a:pt x="3198" y="801"/>
                    <a:pt x="3204" y="801"/>
                    <a:pt x="3209" y="801"/>
                  </a:cubicBezTo>
                  <a:cubicBezTo>
                    <a:pt x="3273" y="796"/>
                    <a:pt x="3334" y="766"/>
                    <a:pt x="3377" y="718"/>
                  </a:cubicBezTo>
                  <a:cubicBezTo>
                    <a:pt x="3505" y="571"/>
                    <a:pt x="3690" y="486"/>
                    <a:pt x="3884" y="486"/>
                  </a:cubicBezTo>
                  <a:close/>
                  <a:moveTo>
                    <a:pt x="2356" y="0"/>
                  </a:moveTo>
                  <a:cubicBezTo>
                    <a:pt x="1916" y="0"/>
                    <a:pt x="1500" y="193"/>
                    <a:pt x="1216" y="523"/>
                  </a:cubicBezTo>
                  <a:cubicBezTo>
                    <a:pt x="1175" y="518"/>
                    <a:pt x="1134" y="517"/>
                    <a:pt x="1093" y="517"/>
                  </a:cubicBezTo>
                  <a:cubicBezTo>
                    <a:pt x="491" y="517"/>
                    <a:pt x="0" y="1006"/>
                    <a:pt x="0" y="1608"/>
                  </a:cubicBezTo>
                  <a:cubicBezTo>
                    <a:pt x="0" y="2211"/>
                    <a:pt x="492" y="2701"/>
                    <a:pt x="1094" y="2701"/>
                  </a:cubicBezTo>
                  <a:cubicBezTo>
                    <a:pt x="1150" y="2701"/>
                    <a:pt x="1203" y="2697"/>
                    <a:pt x="1256" y="2688"/>
                  </a:cubicBezTo>
                  <a:cubicBezTo>
                    <a:pt x="1528" y="3099"/>
                    <a:pt x="1993" y="3356"/>
                    <a:pt x="2492" y="3356"/>
                  </a:cubicBezTo>
                  <a:cubicBezTo>
                    <a:pt x="2690" y="3356"/>
                    <a:pt x="2886" y="3315"/>
                    <a:pt x="3069" y="3238"/>
                  </a:cubicBezTo>
                  <a:cubicBezTo>
                    <a:pt x="3226" y="3316"/>
                    <a:pt x="3399" y="3356"/>
                    <a:pt x="3576" y="3356"/>
                  </a:cubicBezTo>
                  <a:cubicBezTo>
                    <a:pt x="3955" y="3356"/>
                    <a:pt x="4308" y="3168"/>
                    <a:pt x="4521" y="2864"/>
                  </a:cubicBezTo>
                  <a:cubicBezTo>
                    <a:pt x="4599" y="2881"/>
                    <a:pt x="4680" y="2891"/>
                    <a:pt x="4761" y="2891"/>
                  </a:cubicBezTo>
                  <a:cubicBezTo>
                    <a:pt x="5363" y="2891"/>
                    <a:pt x="5853" y="2400"/>
                    <a:pt x="5853" y="1798"/>
                  </a:cubicBezTo>
                  <a:cubicBezTo>
                    <a:pt x="5853" y="1266"/>
                    <a:pt x="5464" y="817"/>
                    <a:pt x="4955" y="724"/>
                  </a:cubicBezTo>
                  <a:cubicBezTo>
                    <a:pt x="4782" y="292"/>
                    <a:pt x="4363" y="0"/>
                    <a:pt x="3882" y="0"/>
                  </a:cubicBezTo>
                  <a:cubicBezTo>
                    <a:pt x="3624" y="0"/>
                    <a:pt x="3375" y="87"/>
                    <a:pt x="3175" y="241"/>
                  </a:cubicBezTo>
                  <a:cubicBezTo>
                    <a:pt x="2933" y="84"/>
                    <a:pt x="2649" y="0"/>
                    <a:pt x="2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0" name="Google Shape;26860;p34"/>
            <p:cNvSpPr/>
            <p:nvPr/>
          </p:nvSpPr>
          <p:spPr>
            <a:xfrm>
              <a:off x="1009417" y="1453232"/>
              <a:ext cx="118175" cy="96876"/>
            </a:xfrm>
            <a:custGeom>
              <a:avLst/>
              <a:gdLst/>
              <a:ahLst/>
              <a:cxnLst/>
              <a:rect l="l" t="t" r="r" b="b"/>
              <a:pathLst>
                <a:path w="3390" h="2779" extrusionOk="0">
                  <a:moveTo>
                    <a:pt x="1771" y="485"/>
                  </a:moveTo>
                  <a:cubicBezTo>
                    <a:pt x="2055" y="485"/>
                    <a:pt x="2297" y="688"/>
                    <a:pt x="2344" y="968"/>
                  </a:cubicBezTo>
                  <a:cubicBezTo>
                    <a:pt x="2359" y="1056"/>
                    <a:pt x="2422" y="1129"/>
                    <a:pt x="2505" y="1158"/>
                  </a:cubicBezTo>
                  <a:cubicBezTo>
                    <a:pt x="2742" y="1238"/>
                    <a:pt x="2901" y="1459"/>
                    <a:pt x="2901" y="1709"/>
                  </a:cubicBezTo>
                  <a:cubicBezTo>
                    <a:pt x="2901" y="2030"/>
                    <a:pt x="2640" y="2292"/>
                    <a:pt x="2318" y="2292"/>
                  </a:cubicBezTo>
                  <a:cubicBezTo>
                    <a:pt x="2139" y="2292"/>
                    <a:pt x="1971" y="2211"/>
                    <a:pt x="1860" y="2068"/>
                  </a:cubicBezTo>
                  <a:cubicBezTo>
                    <a:pt x="1817" y="2012"/>
                    <a:pt x="1750" y="1978"/>
                    <a:pt x="1679" y="1975"/>
                  </a:cubicBezTo>
                  <a:lnTo>
                    <a:pt x="1668" y="1975"/>
                  </a:lnTo>
                  <a:cubicBezTo>
                    <a:pt x="1602" y="1975"/>
                    <a:pt x="1538" y="2003"/>
                    <a:pt x="1492" y="2051"/>
                  </a:cubicBezTo>
                  <a:cubicBezTo>
                    <a:pt x="1380" y="2169"/>
                    <a:pt x="1231" y="2234"/>
                    <a:pt x="1068" y="2234"/>
                  </a:cubicBezTo>
                  <a:cubicBezTo>
                    <a:pt x="747" y="2234"/>
                    <a:pt x="485" y="1972"/>
                    <a:pt x="485" y="1652"/>
                  </a:cubicBezTo>
                  <a:cubicBezTo>
                    <a:pt x="488" y="1355"/>
                    <a:pt x="710" y="1107"/>
                    <a:pt x="1006" y="1074"/>
                  </a:cubicBezTo>
                  <a:cubicBezTo>
                    <a:pt x="1103" y="1064"/>
                    <a:pt x="1186" y="996"/>
                    <a:pt x="1213" y="902"/>
                  </a:cubicBezTo>
                  <a:cubicBezTo>
                    <a:pt x="1286" y="656"/>
                    <a:pt x="1516" y="485"/>
                    <a:pt x="1771" y="485"/>
                  </a:cubicBezTo>
                  <a:close/>
                  <a:moveTo>
                    <a:pt x="1771" y="1"/>
                  </a:moveTo>
                  <a:cubicBezTo>
                    <a:pt x="1353" y="1"/>
                    <a:pt x="975" y="248"/>
                    <a:pt x="802" y="620"/>
                  </a:cubicBezTo>
                  <a:cubicBezTo>
                    <a:pt x="336" y="739"/>
                    <a:pt x="2" y="1160"/>
                    <a:pt x="2" y="1654"/>
                  </a:cubicBezTo>
                  <a:cubicBezTo>
                    <a:pt x="1" y="2244"/>
                    <a:pt x="482" y="2722"/>
                    <a:pt x="1070" y="2722"/>
                  </a:cubicBezTo>
                  <a:cubicBezTo>
                    <a:pt x="1279" y="2722"/>
                    <a:pt x="1483" y="2662"/>
                    <a:pt x="1656" y="2547"/>
                  </a:cubicBezTo>
                  <a:cubicBezTo>
                    <a:pt x="1843" y="2696"/>
                    <a:pt x="2075" y="2779"/>
                    <a:pt x="2321" y="2779"/>
                  </a:cubicBezTo>
                  <a:cubicBezTo>
                    <a:pt x="2910" y="2779"/>
                    <a:pt x="3390" y="2300"/>
                    <a:pt x="3390" y="1710"/>
                  </a:cubicBezTo>
                  <a:cubicBezTo>
                    <a:pt x="3390" y="1300"/>
                    <a:pt x="3155" y="930"/>
                    <a:pt x="2793" y="752"/>
                  </a:cubicBezTo>
                  <a:cubicBezTo>
                    <a:pt x="2656" y="310"/>
                    <a:pt x="2247" y="1"/>
                    <a:pt x="17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1" name="Google Shape;26861;p34"/>
            <p:cNvSpPr/>
            <p:nvPr/>
          </p:nvSpPr>
          <p:spPr>
            <a:xfrm>
              <a:off x="1376493" y="1460727"/>
              <a:ext cx="27609" cy="81363"/>
            </a:xfrm>
            <a:custGeom>
              <a:avLst/>
              <a:gdLst/>
              <a:ahLst/>
              <a:cxnLst/>
              <a:rect l="l" t="t" r="r" b="b"/>
              <a:pathLst>
                <a:path w="792" h="2334" extrusionOk="0">
                  <a:moveTo>
                    <a:pt x="394" y="0"/>
                  </a:moveTo>
                  <a:cubicBezTo>
                    <a:pt x="305" y="0"/>
                    <a:pt x="220" y="49"/>
                    <a:pt x="178" y="134"/>
                  </a:cubicBezTo>
                  <a:cubicBezTo>
                    <a:pt x="0" y="493"/>
                    <a:pt x="0" y="918"/>
                    <a:pt x="178" y="1275"/>
                  </a:cubicBezTo>
                  <a:cubicBezTo>
                    <a:pt x="288" y="1496"/>
                    <a:pt x="288" y="1760"/>
                    <a:pt x="178" y="1981"/>
                  </a:cubicBezTo>
                  <a:cubicBezTo>
                    <a:pt x="118" y="2102"/>
                    <a:pt x="167" y="2247"/>
                    <a:pt x="287" y="2307"/>
                  </a:cubicBezTo>
                  <a:cubicBezTo>
                    <a:pt x="322" y="2324"/>
                    <a:pt x="358" y="2333"/>
                    <a:pt x="395" y="2333"/>
                  </a:cubicBezTo>
                  <a:cubicBezTo>
                    <a:pt x="484" y="2333"/>
                    <a:pt x="571" y="2284"/>
                    <a:pt x="613" y="2198"/>
                  </a:cubicBezTo>
                  <a:cubicBezTo>
                    <a:pt x="791" y="1841"/>
                    <a:pt x="791" y="1416"/>
                    <a:pt x="613" y="1057"/>
                  </a:cubicBezTo>
                  <a:cubicBezTo>
                    <a:pt x="503" y="836"/>
                    <a:pt x="503" y="573"/>
                    <a:pt x="613" y="352"/>
                  </a:cubicBezTo>
                  <a:cubicBezTo>
                    <a:pt x="673" y="232"/>
                    <a:pt x="624" y="86"/>
                    <a:pt x="504" y="27"/>
                  </a:cubicBezTo>
                  <a:cubicBezTo>
                    <a:pt x="469" y="9"/>
                    <a:pt x="431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2" name="Google Shape;26862;p34"/>
            <p:cNvSpPr/>
            <p:nvPr/>
          </p:nvSpPr>
          <p:spPr>
            <a:xfrm>
              <a:off x="999447" y="1566527"/>
              <a:ext cx="27609" cy="81398"/>
            </a:xfrm>
            <a:custGeom>
              <a:avLst/>
              <a:gdLst/>
              <a:ahLst/>
              <a:cxnLst/>
              <a:rect l="l" t="t" r="r" b="b"/>
              <a:pathLst>
                <a:path w="792" h="2335" extrusionOk="0">
                  <a:moveTo>
                    <a:pt x="397" y="1"/>
                  </a:moveTo>
                  <a:cubicBezTo>
                    <a:pt x="308" y="1"/>
                    <a:pt x="222" y="50"/>
                    <a:pt x="179" y="135"/>
                  </a:cubicBezTo>
                  <a:cubicBezTo>
                    <a:pt x="1" y="493"/>
                    <a:pt x="1" y="918"/>
                    <a:pt x="179" y="1276"/>
                  </a:cubicBezTo>
                  <a:cubicBezTo>
                    <a:pt x="289" y="1496"/>
                    <a:pt x="289" y="1760"/>
                    <a:pt x="179" y="1981"/>
                  </a:cubicBezTo>
                  <a:cubicBezTo>
                    <a:pt x="119" y="2102"/>
                    <a:pt x="167" y="2247"/>
                    <a:pt x="288" y="2308"/>
                  </a:cubicBezTo>
                  <a:cubicBezTo>
                    <a:pt x="323" y="2325"/>
                    <a:pt x="360" y="2334"/>
                    <a:pt x="397" y="2334"/>
                  </a:cubicBezTo>
                  <a:cubicBezTo>
                    <a:pt x="486" y="2334"/>
                    <a:pt x="572" y="2284"/>
                    <a:pt x="614" y="2199"/>
                  </a:cubicBezTo>
                  <a:cubicBezTo>
                    <a:pt x="792" y="1842"/>
                    <a:pt x="792" y="1416"/>
                    <a:pt x="614" y="1058"/>
                  </a:cubicBezTo>
                  <a:cubicBezTo>
                    <a:pt x="504" y="837"/>
                    <a:pt x="504" y="574"/>
                    <a:pt x="614" y="352"/>
                  </a:cubicBezTo>
                  <a:cubicBezTo>
                    <a:pt x="674" y="232"/>
                    <a:pt x="626" y="87"/>
                    <a:pt x="506" y="26"/>
                  </a:cubicBezTo>
                  <a:cubicBezTo>
                    <a:pt x="471" y="9"/>
                    <a:pt x="433" y="1"/>
                    <a:pt x="3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3" name="Google Shape;26863;p34"/>
            <p:cNvSpPr/>
            <p:nvPr/>
          </p:nvSpPr>
          <p:spPr>
            <a:xfrm>
              <a:off x="1146452" y="1504302"/>
              <a:ext cx="23705" cy="56264"/>
            </a:xfrm>
            <a:custGeom>
              <a:avLst/>
              <a:gdLst/>
              <a:ahLst/>
              <a:cxnLst/>
              <a:rect l="l" t="t" r="r" b="b"/>
              <a:pathLst>
                <a:path w="680" h="1614" extrusionOk="0">
                  <a:moveTo>
                    <a:pt x="340" y="1"/>
                  </a:moveTo>
                  <a:cubicBezTo>
                    <a:pt x="251" y="1"/>
                    <a:pt x="165" y="50"/>
                    <a:pt x="123" y="135"/>
                  </a:cubicBezTo>
                  <a:cubicBezTo>
                    <a:pt x="0" y="380"/>
                    <a:pt x="0" y="673"/>
                    <a:pt x="123" y="916"/>
                  </a:cubicBezTo>
                  <a:cubicBezTo>
                    <a:pt x="176" y="1025"/>
                    <a:pt x="176" y="1155"/>
                    <a:pt x="123" y="1263"/>
                  </a:cubicBezTo>
                  <a:cubicBezTo>
                    <a:pt x="62" y="1381"/>
                    <a:pt x="110" y="1528"/>
                    <a:pt x="231" y="1587"/>
                  </a:cubicBezTo>
                  <a:cubicBezTo>
                    <a:pt x="266" y="1605"/>
                    <a:pt x="303" y="1613"/>
                    <a:pt x="340" y="1613"/>
                  </a:cubicBezTo>
                  <a:cubicBezTo>
                    <a:pt x="429" y="1613"/>
                    <a:pt x="516" y="1564"/>
                    <a:pt x="558" y="1479"/>
                  </a:cubicBezTo>
                  <a:cubicBezTo>
                    <a:pt x="679" y="1234"/>
                    <a:pt x="679" y="942"/>
                    <a:pt x="558" y="698"/>
                  </a:cubicBezTo>
                  <a:cubicBezTo>
                    <a:pt x="503" y="590"/>
                    <a:pt x="503" y="460"/>
                    <a:pt x="558" y="353"/>
                  </a:cubicBezTo>
                  <a:cubicBezTo>
                    <a:pt x="617" y="233"/>
                    <a:pt x="569" y="87"/>
                    <a:pt x="449" y="26"/>
                  </a:cubicBezTo>
                  <a:cubicBezTo>
                    <a:pt x="414" y="9"/>
                    <a:pt x="376" y="1"/>
                    <a:pt x="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64" name="Google Shape;26864;p34"/>
          <p:cNvGrpSpPr/>
          <p:nvPr/>
        </p:nvGrpSpPr>
        <p:grpSpPr>
          <a:xfrm>
            <a:off x="3636758" y="1301193"/>
            <a:ext cx="433868" cy="433763"/>
            <a:chOff x="6010433" y="1407078"/>
            <a:chExt cx="433868" cy="433763"/>
          </a:xfrm>
        </p:grpSpPr>
        <p:sp>
          <p:nvSpPr>
            <p:cNvPr id="26865" name="Google Shape;26865;p34"/>
            <p:cNvSpPr/>
            <p:nvPr/>
          </p:nvSpPr>
          <p:spPr>
            <a:xfrm>
              <a:off x="6086288" y="1407078"/>
              <a:ext cx="357942" cy="98305"/>
            </a:xfrm>
            <a:custGeom>
              <a:avLst/>
              <a:gdLst/>
              <a:ahLst/>
              <a:cxnLst/>
              <a:rect l="l" t="t" r="r" b="b"/>
              <a:pathLst>
                <a:path w="10268" h="2820" extrusionOk="0">
                  <a:moveTo>
                    <a:pt x="9441" y="484"/>
                  </a:moveTo>
                  <a:cubicBezTo>
                    <a:pt x="9629" y="484"/>
                    <a:pt x="9782" y="637"/>
                    <a:pt x="9782" y="825"/>
                  </a:cubicBezTo>
                  <a:cubicBezTo>
                    <a:pt x="9782" y="1012"/>
                    <a:pt x="9629" y="1165"/>
                    <a:pt x="9441" y="1165"/>
                  </a:cubicBezTo>
                  <a:lnTo>
                    <a:pt x="7433" y="1165"/>
                  </a:lnTo>
                  <a:cubicBezTo>
                    <a:pt x="7299" y="1165"/>
                    <a:pt x="7189" y="1274"/>
                    <a:pt x="7189" y="1409"/>
                  </a:cubicBezTo>
                  <a:cubicBezTo>
                    <a:pt x="7189" y="1543"/>
                    <a:pt x="7298" y="1653"/>
                    <a:pt x="7433" y="1653"/>
                  </a:cubicBezTo>
                  <a:cubicBezTo>
                    <a:pt x="7620" y="1653"/>
                    <a:pt x="7774" y="1807"/>
                    <a:pt x="7774" y="1993"/>
                  </a:cubicBezTo>
                  <a:cubicBezTo>
                    <a:pt x="7774" y="2181"/>
                    <a:pt x="7620" y="2333"/>
                    <a:pt x="7433" y="2333"/>
                  </a:cubicBezTo>
                  <a:lnTo>
                    <a:pt x="826" y="2333"/>
                  </a:lnTo>
                  <a:cubicBezTo>
                    <a:pt x="640" y="2333"/>
                    <a:pt x="486" y="2181"/>
                    <a:pt x="486" y="1993"/>
                  </a:cubicBezTo>
                  <a:cubicBezTo>
                    <a:pt x="486" y="1807"/>
                    <a:pt x="640" y="1653"/>
                    <a:pt x="826" y="1653"/>
                  </a:cubicBezTo>
                  <a:lnTo>
                    <a:pt x="2575" y="1653"/>
                  </a:lnTo>
                  <a:cubicBezTo>
                    <a:pt x="2710" y="1653"/>
                    <a:pt x="2820" y="1545"/>
                    <a:pt x="2820" y="1409"/>
                  </a:cubicBezTo>
                  <a:cubicBezTo>
                    <a:pt x="2820" y="1275"/>
                    <a:pt x="2711" y="1165"/>
                    <a:pt x="2575" y="1165"/>
                  </a:cubicBezTo>
                  <a:cubicBezTo>
                    <a:pt x="2389" y="1165"/>
                    <a:pt x="2235" y="1012"/>
                    <a:pt x="2235" y="825"/>
                  </a:cubicBezTo>
                  <a:cubicBezTo>
                    <a:pt x="2235" y="637"/>
                    <a:pt x="2389" y="484"/>
                    <a:pt x="2575" y="484"/>
                  </a:cubicBezTo>
                  <a:close/>
                  <a:moveTo>
                    <a:pt x="2575" y="0"/>
                  </a:moveTo>
                  <a:cubicBezTo>
                    <a:pt x="2120" y="0"/>
                    <a:pt x="1750" y="370"/>
                    <a:pt x="1750" y="827"/>
                  </a:cubicBezTo>
                  <a:cubicBezTo>
                    <a:pt x="1750" y="949"/>
                    <a:pt x="1776" y="1064"/>
                    <a:pt x="1823" y="1167"/>
                  </a:cubicBezTo>
                  <a:lnTo>
                    <a:pt x="826" y="1167"/>
                  </a:lnTo>
                  <a:cubicBezTo>
                    <a:pt x="370" y="1167"/>
                    <a:pt x="0" y="1537"/>
                    <a:pt x="0" y="1993"/>
                  </a:cubicBezTo>
                  <a:cubicBezTo>
                    <a:pt x="0" y="2449"/>
                    <a:pt x="370" y="2820"/>
                    <a:pt x="826" y="2820"/>
                  </a:cubicBezTo>
                  <a:lnTo>
                    <a:pt x="7433" y="2820"/>
                  </a:lnTo>
                  <a:cubicBezTo>
                    <a:pt x="7889" y="2820"/>
                    <a:pt x="8259" y="2449"/>
                    <a:pt x="8259" y="1993"/>
                  </a:cubicBezTo>
                  <a:cubicBezTo>
                    <a:pt x="8259" y="1871"/>
                    <a:pt x="8233" y="1756"/>
                    <a:pt x="8185" y="1653"/>
                  </a:cubicBezTo>
                  <a:lnTo>
                    <a:pt x="9441" y="1653"/>
                  </a:lnTo>
                  <a:cubicBezTo>
                    <a:pt x="9897" y="1653"/>
                    <a:pt x="10268" y="1283"/>
                    <a:pt x="10268" y="827"/>
                  </a:cubicBezTo>
                  <a:cubicBezTo>
                    <a:pt x="10268" y="370"/>
                    <a:pt x="9897" y="0"/>
                    <a:pt x="94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6" name="Google Shape;26866;p34"/>
            <p:cNvSpPr/>
            <p:nvPr/>
          </p:nvSpPr>
          <p:spPr>
            <a:xfrm>
              <a:off x="6281539" y="1740827"/>
              <a:ext cx="36359" cy="52917"/>
            </a:xfrm>
            <a:custGeom>
              <a:avLst/>
              <a:gdLst/>
              <a:ahLst/>
              <a:cxnLst/>
              <a:rect l="l" t="t" r="r" b="b"/>
              <a:pathLst>
                <a:path w="1043" h="1518" extrusionOk="0">
                  <a:moveTo>
                    <a:pt x="177" y="0"/>
                  </a:moveTo>
                  <a:cubicBezTo>
                    <a:pt x="80" y="0"/>
                    <a:pt x="1" y="79"/>
                    <a:pt x="1" y="175"/>
                  </a:cubicBezTo>
                  <a:lnTo>
                    <a:pt x="1" y="1342"/>
                  </a:lnTo>
                  <a:cubicBezTo>
                    <a:pt x="1" y="1441"/>
                    <a:pt x="80" y="1517"/>
                    <a:pt x="177" y="1517"/>
                  </a:cubicBezTo>
                  <a:lnTo>
                    <a:pt x="866" y="1517"/>
                  </a:lnTo>
                  <a:cubicBezTo>
                    <a:pt x="964" y="1517"/>
                    <a:pt x="1042" y="1439"/>
                    <a:pt x="1042" y="1342"/>
                  </a:cubicBezTo>
                  <a:lnTo>
                    <a:pt x="1042" y="175"/>
                  </a:lnTo>
                  <a:cubicBezTo>
                    <a:pt x="1042" y="79"/>
                    <a:pt x="964" y="0"/>
                    <a:pt x="8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7" name="Google Shape;26867;p34"/>
            <p:cNvSpPr/>
            <p:nvPr/>
          </p:nvSpPr>
          <p:spPr>
            <a:xfrm>
              <a:off x="6354083" y="1740827"/>
              <a:ext cx="36324" cy="52917"/>
            </a:xfrm>
            <a:custGeom>
              <a:avLst/>
              <a:gdLst/>
              <a:ahLst/>
              <a:cxnLst/>
              <a:rect l="l" t="t" r="r" b="b"/>
              <a:pathLst>
                <a:path w="1042" h="1518" extrusionOk="0">
                  <a:moveTo>
                    <a:pt x="177" y="0"/>
                  </a:moveTo>
                  <a:cubicBezTo>
                    <a:pt x="79" y="0"/>
                    <a:pt x="1" y="79"/>
                    <a:pt x="1" y="175"/>
                  </a:cubicBezTo>
                  <a:lnTo>
                    <a:pt x="1" y="1342"/>
                  </a:lnTo>
                  <a:cubicBezTo>
                    <a:pt x="3" y="1441"/>
                    <a:pt x="79" y="1517"/>
                    <a:pt x="177" y="1517"/>
                  </a:cubicBezTo>
                  <a:lnTo>
                    <a:pt x="867" y="1517"/>
                  </a:lnTo>
                  <a:cubicBezTo>
                    <a:pt x="963" y="1517"/>
                    <a:pt x="1042" y="1439"/>
                    <a:pt x="1042" y="1342"/>
                  </a:cubicBezTo>
                  <a:lnTo>
                    <a:pt x="1042" y="175"/>
                  </a:lnTo>
                  <a:cubicBezTo>
                    <a:pt x="1042" y="79"/>
                    <a:pt x="963" y="0"/>
                    <a:pt x="8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8" name="Google Shape;26868;p34"/>
            <p:cNvSpPr/>
            <p:nvPr/>
          </p:nvSpPr>
          <p:spPr>
            <a:xfrm>
              <a:off x="6172881" y="1740827"/>
              <a:ext cx="36324" cy="52917"/>
            </a:xfrm>
            <a:custGeom>
              <a:avLst/>
              <a:gdLst/>
              <a:ahLst/>
              <a:cxnLst/>
              <a:rect l="l" t="t" r="r" b="b"/>
              <a:pathLst>
                <a:path w="1042" h="1518" extrusionOk="0">
                  <a:moveTo>
                    <a:pt x="175" y="0"/>
                  </a:moveTo>
                  <a:cubicBezTo>
                    <a:pt x="79" y="0"/>
                    <a:pt x="0" y="79"/>
                    <a:pt x="0" y="175"/>
                  </a:cubicBezTo>
                  <a:lnTo>
                    <a:pt x="0" y="1342"/>
                  </a:lnTo>
                  <a:cubicBezTo>
                    <a:pt x="0" y="1441"/>
                    <a:pt x="79" y="1517"/>
                    <a:pt x="175" y="1517"/>
                  </a:cubicBezTo>
                  <a:lnTo>
                    <a:pt x="866" y="1517"/>
                  </a:lnTo>
                  <a:cubicBezTo>
                    <a:pt x="963" y="1517"/>
                    <a:pt x="1042" y="1439"/>
                    <a:pt x="1042" y="1342"/>
                  </a:cubicBezTo>
                  <a:lnTo>
                    <a:pt x="1042" y="175"/>
                  </a:lnTo>
                  <a:cubicBezTo>
                    <a:pt x="1042" y="79"/>
                    <a:pt x="963" y="0"/>
                    <a:pt x="8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9" name="Google Shape;26869;p34"/>
            <p:cNvSpPr/>
            <p:nvPr/>
          </p:nvSpPr>
          <p:spPr>
            <a:xfrm>
              <a:off x="6045990" y="1740862"/>
              <a:ext cx="36359" cy="52952"/>
            </a:xfrm>
            <a:custGeom>
              <a:avLst/>
              <a:gdLst/>
              <a:ahLst/>
              <a:cxnLst/>
              <a:rect l="l" t="t" r="r" b="b"/>
              <a:pathLst>
                <a:path w="1043" h="1519" extrusionOk="0">
                  <a:moveTo>
                    <a:pt x="176" y="1"/>
                  </a:moveTo>
                  <a:cubicBezTo>
                    <a:pt x="80" y="1"/>
                    <a:pt x="1" y="79"/>
                    <a:pt x="1" y="175"/>
                  </a:cubicBezTo>
                  <a:lnTo>
                    <a:pt x="1" y="1342"/>
                  </a:lnTo>
                  <a:cubicBezTo>
                    <a:pt x="1" y="1440"/>
                    <a:pt x="80" y="1518"/>
                    <a:pt x="176" y="1518"/>
                  </a:cubicBezTo>
                  <a:lnTo>
                    <a:pt x="866" y="1518"/>
                  </a:lnTo>
                  <a:cubicBezTo>
                    <a:pt x="964" y="1518"/>
                    <a:pt x="1042" y="1440"/>
                    <a:pt x="1042" y="1342"/>
                  </a:cubicBezTo>
                  <a:lnTo>
                    <a:pt x="1042" y="175"/>
                  </a:lnTo>
                  <a:cubicBezTo>
                    <a:pt x="1042" y="79"/>
                    <a:pt x="964" y="1"/>
                    <a:pt x="8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0" name="Google Shape;26870;p34"/>
            <p:cNvSpPr/>
            <p:nvPr/>
          </p:nvSpPr>
          <p:spPr>
            <a:xfrm>
              <a:off x="6010433" y="1525776"/>
              <a:ext cx="433868" cy="315065"/>
            </a:xfrm>
            <a:custGeom>
              <a:avLst/>
              <a:gdLst/>
              <a:ahLst/>
              <a:cxnLst/>
              <a:rect l="l" t="t" r="r" b="b"/>
              <a:pathLst>
                <a:path w="12446" h="9038" extrusionOk="0">
                  <a:moveTo>
                    <a:pt x="8840" y="487"/>
                  </a:moveTo>
                  <a:lnTo>
                    <a:pt x="8840" y="2216"/>
                  </a:lnTo>
                  <a:cubicBezTo>
                    <a:pt x="8840" y="2349"/>
                    <a:pt x="8949" y="2459"/>
                    <a:pt x="9083" y="2459"/>
                  </a:cubicBezTo>
                  <a:cubicBezTo>
                    <a:pt x="9217" y="2459"/>
                    <a:pt x="9327" y="2351"/>
                    <a:pt x="9327" y="2216"/>
                  </a:cubicBezTo>
                  <a:lnTo>
                    <a:pt x="9327" y="1955"/>
                  </a:lnTo>
                  <a:lnTo>
                    <a:pt x="11615" y="4243"/>
                  </a:lnTo>
                  <a:lnTo>
                    <a:pt x="6582" y="4243"/>
                  </a:lnTo>
                  <a:lnTo>
                    <a:pt x="3948" y="1612"/>
                  </a:lnTo>
                  <a:lnTo>
                    <a:pt x="7724" y="1612"/>
                  </a:lnTo>
                  <a:cubicBezTo>
                    <a:pt x="7857" y="1612"/>
                    <a:pt x="7967" y="1503"/>
                    <a:pt x="7967" y="1368"/>
                  </a:cubicBezTo>
                  <a:lnTo>
                    <a:pt x="7967" y="487"/>
                  </a:lnTo>
                  <a:close/>
                  <a:moveTo>
                    <a:pt x="3362" y="1713"/>
                  </a:moveTo>
                  <a:lnTo>
                    <a:pt x="6238" y="4589"/>
                  </a:lnTo>
                  <a:lnTo>
                    <a:pt x="6238" y="8554"/>
                  </a:lnTo>
                  <a:lnTo>
                    <a:pt x="4142" y="8554"/>
                  </a:lnTo>
                  <a:lnTo>
                    <a:pt x="4142" y="6076"/>
                  </a:lnTo>
                  <a:cubicBezTo>
                    <a:pt x="4142" y="5974"/>
                    <a:pt x="4059" y="5890"/>
                    <a:pt x="3955" y="5890"/>
                  </a:cubicBezTo>
                  <a:lnTo>
                    <a:pt x="2767" y="5890"/>
                  </a:lnTo>
                  <a:cubicBezTo>
                    <a:pt x="2666" y="5890"/>
                    <a:pt x="2582" y="5973"/>
                    <a:pt x="2582" y="6076"/>
                  </a:cubicBezTo>
                  <a:lnTo>
                    <a:pt x="2582" y="8554"/>
                  </a:lnTo>
                  <a:lnTo>
                    <a:pt x="487" y="8554"/>
                  </a:lnTo>
                  <a:lnTo>
                    <a:pt x="487" y="4589"/>
                  </a:lnTo>
                  <a:lnTo>
                    <a:pt x="3362" y="1713"/>
                  </a:lnTo>
                  <a:close/>
                  <a:moveTo>
                    <a:pt x="11958" y="4730"/>
                  </a:moveTo>
                  <a:lnTo>
                    <a:pt x="11958" y="8554"/>
                  </a:lnTo>
                  <a:lnTo>
                    <a:pt x="6723" y="8554"/>
                  </a:lnTo>
                  <a:lnTo>
                    <a:pt x="6723" y="4730"/>
                  </a:lnTo>
                  <a:close/>
                  <a:moveTo>
                    <a:pt x="7724" y="0"/>
                  </a:moveTo>
                  <a:cubicBezTo>
                    <a:pt x="7589" y="0"/>
                    <a:pt x="7479" y="109"/>
                    <a:pt x="7479" y="243"/>
                  </a:cubicBezTo>
                  <a:lnTo>
                    <a:pt x="7479" y="1125"/>
                  </a:lnTo>
                  <a:lnTo>
                    <a:pt x="3361" y="1125"/>
                  </a:lnTo>
                  <a:cubicBezTo>
                    <a:pt x="3298" y="1125"/>
                    <a:pt x="3237" y="1148"/>
                    <a:pt x="3190" y="1195"/>
                  </a:cubicBezTo>
                  <a:lnTo>
                    <a:pt x="72" y="4313"/>
                  </a:lnTo>
                  <a:cubicBezTo>
                    <a:pt x="26" y="4359"/>
                    <a:pt x="1" y="4421"/>
                    <a:pt x="1" y="4485"/>
                  </a:cubicBezTo>
                  <a:lnTo>
                    <a:pt x="1" y="8795"/>
                  </a:lnTo>
                  <a:cubicBezTo>
                    <a:pt x="1" y="8928"/>
                    <a:pt x="110" y="9038"/>
                    <a:pt x="245" y="9038"/>
                  </a:cubicBezTo>
                  <a:lnTo>
                    <a:pt x="12202" y="9038"/>
                  </a:lnTo>
                  <a:cubicBezTo>
                    <a:pt x="12335" y="9038"/>
                    <a:pt x="12445" y="8930"/>
                    <a:pt x="12445" y="8795"/>
                  </a:cubicBezTo>
                  <a:lnTo>
                    <a:pt x="12445" y="4485"/>
                  </a:lnTo>
                  <a:cubicBezTo>
                    <a:pt x="12445" y="4421"/>
                    <a:pt x="12419" y="4359"/>
                    <a:pt x="12375" y="4313"/>
                  </a:cubicBezTo>
                  <a:lnTo>
                    <a:pt x="9326" y="1268"/>
                  </a:lnTo>
                  <a:lnTo>
                    <a:pt x="9326" y="243"/>
                  </a:lnTo>
                  <a:cubicBezTo>
                    <a:pt x="9326" y="110"/>
                    <a:pt x="9217" y="0"/>
                    <a:pt x="90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71" name="Google Shape;26871;p34"/>
          <p:cNvGrpSpPr/>
          <p:nvPr/>
        </p:nvGrpSpPr>
        <p:grpSpPr>
          <a:xfrm>
            <a:off x="1090030" y="1301161"/>
            <a:ext cx="434181" cy="433833"/>
            <a:chOff x="6069730" y="4086870"/>
            <a:chExt cx="434181" cy="433833"/>
          </a:xfrm>
        </p:grpSpPr>
        <p:sp>
          <p:nvSpPr>
            <p:cNvPr id="26872" name="Google Shape;26872;p34"/>
            <p:cNvSpPr/>
            <p:nvPr/>
          </p:nvSpPr>
          <p:spPr>
            <a:xfrm>
              <a:off x="6324278" y="4346682"/>
              <a:ext cx="42250" cy="50861"/>
            </a:xfrm>
            <a:custGeom>
              <a:avLst/>
              <a:gdLst/>
              <a:ahLst/>
              <a:cxnLst/>
              <a:rect l="l" t="t" r="r" b="b"/>
              <a:pathLst>
                <a:path w="1212" h="1459" extrusionOk="0">
                  <a:moveTo>
                    <a:pt x="99" y="1"/>
                  </a:moveTo>
                  <a:cubicBezTo>
                    <a:pt x="46" y="1"/>
                    <a:pt x="2" y="44"/>
                    <a:pt x="2" y="97"/>
                  </a:cubicBezTo>
                  <a:lnTo>
                    <a:pt x="2" y="1362"/>
                  </a:lnTo>
                  <a:cubicBezTo>
                    <a:pt x="1" y="1414"/>
                    <a:pt x="46" y="1458"/>
                    <a:pt x="99" y="1458"/>
                  </a:cubicBezTo>
                  <a:lnTo>
                    <a:pt x="1115" y="1458"/>
                  </a:lnTo>
                  <a:cubicBezTo>
                    <a:pt x="1169" y="1458"/>
                    <a:pt x="1212" y="1415"/>
                    <a:pt x="1212" y="1362"/>
                  </a:cubicBezTo>
                  <a:lnTo>
                    <a:pt x="1212" y="97"/>
                  </a:lnTo>
                  <a:cubicBezTo>
                    <a:pt x="1212" y="44"/>
                    <a:pt x="1169" y="1"/>
                    <a:pt x="1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3" name="Google Shape;26873;p34"/>
            <p:cNvSpPr/>
            <p:nvPr/>
          </p:nvSpPr>
          <p:spPr>
            <a:xfrm>
              <a:off x="6256510" y="4346682"/>
              <a:ext cx="42215" cy="50861"/>
            </a:xfrm>
            <a:custGeom>
              <a:avLst/>
              <a:gdLst/>
              <a:ahLst/>
              <a:cxnLst/>
              <a:rect l="l" t="t" r="r" b="b"/>
              <a:pathLst>
                <a:path w="1211" h="1459" extrusionOk="0">
                  <a:moveTo>
                    <a:pt x="97" y="1"/>
                  </a:moveTo>
                  <a:cubicBezTo>
                    <a:pt x="43" y="1"/>
                    <a:pt x="0" y="44"/>
                    <a:pt x="0" y="97"/>
                  </a:cubicBezTo>
                  <a:lnTo>
                    <a:pt x="0" y="1362"/>
                  </a:lnTo>
                  <a:cubicBezTo>
                    <a:pt x="0" y="1414"/>
                    <a:pt x="43" y="1458"/>
                    <a:pt x="97" y="1458"/>
                  </a:cubicBezTo>
                  <a:lnTo>
                    <a:pt x="1113" y="1458"/>
                  </a:lnTo>
                  <a:cubicBezTo>
                    <a:pt x="1167" y="1458"/>
                    <a:pt x="1210" y="1415"/>
                    <a:pt x="1210" y="1362"/>
                  </a:cubicBezTo>
                  <a:lnTo>
                    <a:pt x="1210" y="97"/>
                  </a:lnTo>
                  <a:cubicBezTo>
                    <a:pt x="1210" y="44"/>
                    <a:pt x="1167" y="1"/>
                    <a:pt x="1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4" name="Google Shape;26874;p34"/>
            <p:cNvSpPr/>
            <p:nvPr/>
          </p:nvSpPr>
          <p:spPr>
            <a:xfrm>
              <a:off x="6256510" y="4418633"/>
              <a:ext cx="42215" cy="50826"/>
            </a:xfrm>
            <a:custGeom>
              <a:avLst/>
              <a:gdLst/>
              <a:ahLst/>
              <a:cxnLst/>
              <a:rect l="l" t="t" r="r" b="b"/>
              <a:pathLst>
                <a:path w="1211" h="1458" extrusionOk="0">
                  <a:moveTo>
                    <a:pt x="97" y="1"/>
                  </a:moveTo>
                  <a:cubicBezTo>
                    <a:pt x="43" y="1"/>
                    <a:pt x="0" y="44"/>
                    <a:pt x="0" y="97"/>
                  </a:cubicBezTo>
                  <a:lnTo>
                    <a:pt x="0" y="1361"/>
                  </a:lnTo>
                  <a:cubicBezTo>
                    <a:pt x="0" y="1414"/>
                    <a:pt x="43" y="1458"/>
                    <a:pt x="97" y="1458"/>
                  </a:cubicBezTo>
                  <a:lnTo>
                    <a:pt x="1113" y="1458"/>
                  </a:lnTo>
                  <a:cubicBezTo>
                    <a:pt x="1167" y="1458"/>
                    <a:pt x="1210" y="1415"/>
                    <a:pt x="1210" y="1361"/>
                  </a:cubicBezTo>
                  <a:lnTo>
                    <a:pt x="1210" y="97"/>
                  </a:lnTo>
                  <a:cubicBezTo>
                    <a:pt x="1210" y="44"/>
                    <a:pt x="1167" y="1"/>
                    <a:pt x="1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5" name="Google Shape;26875;p34"/>
            <p:cNvSpPr/>
            <p:nvPr/>
          </p:nvSpPr>
          <p:spPr>
            <a:xfrm>
              <a:off x="6391941" y="4346682"/>
              <a:ext cx="42215" cy="50861"/>
            </a:xfrm>
            <a:custGeom>
              <a:avLst/>
              <a:gdLst/>
              <a:ahLst/>
              <a:cxnLst/>
              <a:rect l="l" t="t" r="r" b="b"/>
              <a:pathLst>
                <a:path w="1211" h="1459" extrusionOk="0">
                  <a:moveTo>
                    <a:pt x="97" y="1"/>
                  </a:moveTo>
                  <a:cubicBezTo>
                    <a:pt x="44" y="1"/>
                    <a:pt x="1" y="44"/>
                    <a:pt x="1" y="97"/>
                  </a:cubicBezTo>
                  <a:lnTo>
                    <a:pt x="1" y="1362"/>
                  </a:lnTo>
                  <a:cubicBezTo>
                    <a:pt x="1" y="1414"/>
                    <a:pt x="44" y="1458"/>
                    <a:pt x="97" y="1458"/>
                  </a:cubicBezTo>
                  <a:lnTo>
                    <a:pt x="1113" y="1458"/>
                  </a:lnTo>
                  <a:cubicBezTo>
                    <a:pt x="1167" y="1458"/>
                    <a:pt x="1211" y="1415"/>
                    <a:pt x="1211" y="1362"/>
                  </a:cubicBezTo>
                  <a:lnTo>
                    <a:pt x="1211" y="97"/>
                  </a:lnTo>
                  <a:cubicBezTo>
                    <a:pt x="1211" y="44"/>
                    <a:pt x="1167" y="1"/>
                    <a:pt x="1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6" name="Google Shape;26876;p34"/>
            <p:cNvSpPr/>
            <p:nvPr/>
          </p:nvSpPr>
          <p:spPr>
            <a:xfrm>
              <a:off x="6324278" y="4418633"/>
              <a:ext cx="42250" cy="50826"/>
            </a:xfrm>
            <a:custGeom>
              <a:avLst/>
              <a:gdLst/>
              <a:ahLst/>
              <a:cxnLst/>
              <a:rect l="l" t="t" r="r" b="b"/>
              <a:pathLst>
                <a:path w="1212" h="1458" extrusionOk="0">
                  <a:moveTo>
                    <a:pt x="99" y="1"/>
                  </a:moveTo>
                  <a:cubicBezTo>
                    <a:pt x="46" y="1"/>
                    <a:pt x="2" y="44"/>
                    <a:pt x="2" y="97"/>
                  </a:cubicBezTo>
                  <a:lnTo>
                    <a:pt x="2" y="1361"/>
                  </a:lnTo>
                  <a:cubicBezTo>
                    <a:pt x="1" y="1414"/>
                    <a:pt x="46" y="1458"/>
                    <a:pt x="99" y="1458"/>
                  </a:cubicBezTo>
                  <a:lnTo>
                    <a:pt x="1115" y="1458"/>
                  </a:lnTo>
                  <a:cubicBezTo>
                    <a:pt x="1169" y="1458"/>
                    <a:pt x="1212" y="1415"/>
                    <a:pt x="1212" y="1361"/>
                  </a:cubicBezTo>
                  <a:lnTo>
                    <a:pt x="1212" y="97"/>
                  </a:lnTo>
                  <a:cubicBezTo>
                    <a:pt x="1212" y="44"/>
                    <a:pt x="1169" y="1"/>
                    <a:pt x="1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7" name="Google Shape;26877;p34"/>
            <p:cNvSpPr/>
            <p:nvPr/>
          </p:nvSpPr>
          <p:spPr>
            <a:xfrm>
              <a:off x="6391941" y="4418633"/>
              <a:ext cx="42215" cy="50826"/>
            </a:xfrm>
            <a:custGeom>
              <a:avLst/>
              <a:gdLst/>
              <a:ahLst/>
              <a:cxnLst/>
              <a:rect l="l" t="t" r="r" b="b"/>
              <a:pathLst>
                <a:path w="1211" h="1458" extrusionOk="0">
                  <a:moveTo>
                    <a:pt x="97" y="1"/>
                  </a:moveTo>
                  <a:cubicBezTo>
                    <a:pt x="44" y="1"/>
                    <a:pt x="1" y="44"/>
                    <a:pt x="1" y="97"/>
                  </a:cubicBezTo>
                  <a:lnTo>
                    <a:pt x="1" y="1361"/>
                  </a:lnTo>
                  <a:cubicBezTo>
                    <a:pt x="1" y="1414"/>
                    <a:pt x="44" y="1458"/>
                    <a:pt x="97" y="1458"/>
                  </a:cubicBezTo>
                  <a:lnTo>
                    <a:pt x="1113" y="1458"/>
                  </a:lnTo>
                  <a:cubicBezTo>
                    <a:pt x="1167" y="1458"/>
                    <a:pt x="1211" y="1415"/>
                    <a:pt x="1211" y="1361"/>
                  </a:cubicBezTo>
                  <a:lnTo>
                    <a:pt x="1211" y="97"/>
                  </a:lnTo>
                  <a:cubicBezTo>
                    <a:pt x="1211" y="44"/>
                    <a:pt x="1167" y="1"/>
                    <a:pt x="1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8" name="Google Shape;26878;p34"/>
            <p:cNvSpPr/>
            <p:nvPr/>
          </p:nvSpPr>
          <p:spPr>
            <a:xfrm>
              <a:off x="6069730" y="4086870"/>
              <a:ext cx="434181" cy="433833"/>
            </a:xfrm>
            <a:custGeom>
              <a:avLst/>
              <a:gdLst/>
              <a:ahLst/>
              <a:cxnLst/>
              <a:rect l="l" t="t" r="r" b="b"/>
              <a:pathLst>
                <a:path w="12455" h="12445" extrusionOk="0">
                  <a:moveTo>
                    <a:pt x="3484" y="487"/>
                  </a:moveTo>
                  <a:cubicBezTo>
                    <a:pt x="3691" y="487"/>
                    <a:pt x="3881" y="592"/>
                    <a:pt x="3991" y="767"/>
                  </a:cubicBezTo>
                  <a:cubicBezTo>
                    <a:pt x="4036" y="839"/>
                    <a:pt x="4114" y="880"/>
                    <a:pt x="4197" y="880"/>
                  </a:cubicBezTo>
                  <a:cubicBezTo>
                    <a:pt x="4215" y="880"/>
                    <a:pt x="4234" y="878"/>
                    <a:pt x="4252" y="874"/>
                  </a:cubicBezTo>
                  <a:cubicBezTo>
                    <a:pt x="4293" y="864"/>
                    <a:pt x="4334" y="859"/>
                    <a:pt x="4376" y="859"/>
                  </a:cubicBezTo>
                  <a:cubicBezTo>
                    <a:pt x="4481" y="859"/>
                    <a:pt x="4585" y="890"/>
                    <a:pt x="4673" y="949"/>
                  </a:cubicBezTo>
                  <a:cubicBezTo>
                    <a:pt x="4714" y="976"/>
                    <a:pt x="4760" y="990"/>
                    <a:pt x="4807" y="990"/>
                  </a:cubicBezTo>
                  <a:cubicBezTo>
                    <a:pt x="4840" y="990"/>
                    <a:pt x="4873" y="983"/>
                    <a:pt x="4905" y="969"/>
                  </a:cubicBezTo>
                  <a:cubicBezTo>
                    <a:pt x="4986" y="934"/>
                    <a:pt x="5071" y="916"/>
                    <a:pt x="5159" y="916"/>
                  </a:cubicBezTo>
                  <a:cubicBezTo>
                    <a:pt x="5394" y="916"/>
                    <a:pt x="5607" y="1044"/>
                    <a:pt x="5717" y="1251"/>
                  </a:cubicBezTo>
                  <a:cubicBezTo>
                    <a:pt x="5755" y="1322"/>
                    <a:pt x="5827" y="1372"/>
                    <a:pt x="5908" y="1379"/>
                  </a:cubicBezTo>
                  <a:cubicBezTo>
                    <a:pt x="5916" y="1380"/>
                    <a:pt x="5924" y="1380"/>
                    <a:pt x="5932" y="1380"/>
                  </a:cubicBezTo>
                  <a:cubicBezTo>
                    <a:pt x="6005" y="1380"/>
                    <a:pt x="6075" y="1346"/>
                    <a:pt x="6120" y="1289"/>
                  </a:cubicBezTo>
                  <a:cubicBezTo>
                    <a:pt x="6203" y="1186"/>
                    <a:pt x="6324" y="1127"/>
                    <a:pt x="6455" y="1127"/>
                  </a:cubicBezTo>
                  <a:cubicBezTo>
                    <a:pt x="6693" y="1127"/>
                    <a:pt x="6885" y="1320"/>
                    <a:pt x="6885" y="1557"/>
                  </a:cubicBezTo>
                  <a:cubicBezTo>
                    <a:pt x="6885" y="1794"/>
                    <a:pt x="6693" y="1986"/>
                    <a:pt x="6455" y="1986"/>
                  </a:cubicBezTo>
                  <a:cubicBezTo>
                    <a:pt x="6322" y="1986"/>
                    <a:pt x="6197" y="1926"/>
                    <a:pt x="6117" y="1819"/>
                  </a:cubicBezTo>
                  <a:cubicBezTo>
                    <a:pt x="6070" y="1760"/>
                    <a:pt x="5999" y="1725"/>
                    <a:pt x="5924" y="1725"/>
                  </a:cubicBezTo>
                  <a:cubicBezTo>
                    <a:pt x="5918" y="1725"/>
                    <a:pt x="5911" y="1725"/>
                    <a:pt x="5905" y="1726"/>
                  </a:cubicBezTo>
                  <a:cubicBezTo>
                    <a:pt x="5825" y="1733"/>
                    <a:pt x="5751" y="1778"/>
                    <a:pt x="5711" y="1850"/>
                  </a:cubicBezTo>
                  <a:cubicBezTo>
                    <a:pt x="5600" y="2050"/>
                    <a:pt x="5390" y="2176"/>
                    <a:pt x="5160" y="2176"/>
                  </a:cubicBezTo>
                  <a:cubicBezTo>
                    <a:pt x="4994" y="2176"/>
                    <a:pt x="4837" y="2112"/>
                    <a:pt x="4718" y="1996"/>
                  </a:cubicBezTo>
                  <a:cubicBezTo>
                    <a:pt x="4672" y="1951"/>
                    <a:pt x="4611" y="1926"/>
                    <a:pt x="4548" y="1926"/>
                  </a:cubicBezTo>
                  <a:cubicBezTo>
                    <a:pt x="4530" y="1926"/>
                    <a:pt x="4512" y="1928"/>
                    <a:pt x="4494" y="1932"/>
                  </a:cubicBezTo>
                  <a:cubicBezTo>
                    <a:pt x="4455" y="1941"/>
                    <a:pt x="4416" y="1945"/>
                    <a:pt x="4376" y="1945"/>
                  </a:cubicBezTo>
                  <a:cubicBezTo>
                    <a:pt x="4282" y="1945"/>
                    <a:pt x="4188" y="1920"/>
                    <a:pt x="4105" y="1872"/>
                  </a:cubicBezTo>
                  <a:cubicBezTo>
                    <a:pt x="4068" y="1851"/>
                    <a:pt x="4027" y="1840"/>
                    <a:pt x="3985" y="1840"/>
                  </a:cubicBezTo>
                  <a:cubicBezTo>
                    <a:pt x="3958" y="1840"/>
                    <a:pt x="3931" y="1845"/>
                    <a:pt x="3904" y="1854"/>
                  </a:cubicBezTo>
                  <a:cubicBezTo>
                    <a:pt x="3838" y="1878"/>
                    <a:pt x="3786" y="1928"/>
                    <a:pt x="3760" y="1993"/>
                  </a:cubicBezTo>
                  <a:cubicBezTo>
                    <a:pt x="3692" y="2162"/>
                    <a:pt x="3530" y="2278"/>
                    <a:pt x="3348" y="2286"/>
                  </a:cubicBezTo>
                  <a:cubicBezTo>
                    <a:pt x="3229" y="2291"/>
                    <a:pt x="3131" y="2384"/>
                    <a:pt x="3118" y="2503"/>
                  </a:cubicBezTo>
                  <a:cubicBezTo>
                    <a:pt x="3110" y="2568"/>
                    <a:pt x="3092" y="2634"/>
                    <a:pt x="3065" y="2694"/>
                  </a:cubicBezTo>
                  <a:lnTo>
                    <a:pt x="1901" y="2694"/>
                  </a:lnTo>
                  <a:cubicBezTo>
                    <a:pt x="1864" y="2611"/>
                    <a:pt x="1844" y="2522"/>
                    <a:pt x="1844" y="2431"/>
                  </a:cubicBezTo>
                  <a:cubicBezTo>
                    <a:pt x="1844" y="2274"/>
                    <a:pt x="1901" y="2123"/>
                    <a:pt x="2005" y="2006"/>
                  </a:cubicBezTo>
                  <a:cubicBezTo>
                    <a:pt x="2048" y="1958"/>
                    <a:pt x="2070" y="1893"/>
                    <a:pt x="2066" y="1829"/>
                  </a:cubicBezTo>
                  <a:cubicBezTo>
                    <a:pt x="2063" y="1764"/>
                    <a:pt x="2032" y="1704"/>
                    <a:pt x="1982" y="1662"/>
                  </a:cubicBezTo>
                  <a:cubicBezTo>
                    <a:pt x="1837" y="1535"/>
                    <a:pt x="1754" y="1353"/>
                    <a:pt x="1754" y="1160"/>
                  </a:cubicBezTo>
                  <a:cubicBezTo>
                    <a:pt x="1754" y="790"/>
                    <a:pt x="2052" y="492"/>
                    <a:pt x="2419" y="492"/>
                  </a:cubicBezTo>
                  <a:cubicBezTo>
                    <a:pt x="2562" y="492"/>
                    <a:pt x="2700" y="537"/>
                    <a:pt x="2815" y="622"/>
                  </a:cubicBezTo>
                  <a:cubicBezTo>
                    <a:pt x="2858" y="654"/>
                    <a:pt x="2909" y="670"/>
                    <a:pt x="2960" y="670"/>
                  </a:cubicBezTo>
                  <a:cubicBezTo>
                    <a:pt x="3013" y="670"/>
                    <a:pt x="3067" y="653"/>
                    <a:pt x="3111" y="617"/>
                  </a:cubicBezTo>
                  <a:cubicBezTo>
                    <a:pt x="3218" y="531"/>
                    <a:pt x="3347" y="487"/>
                    <a:pt x="3484" y="487"/>
                  </a:cubicBezTo>
                  <a:close/>
                  <a:moveTo>
                    <a:pt x="3258" y="4271"/>
                  </a:moveTo>
                  <a:lnTo>
                    <a:pt x="3674" y="7453"/>
                  </a:lnTo>
                  <a:lnTo>
                    <a:pt x="1121" y="7453"/>
                  </a:lnTo>
                  <a:lnTo>
                    <a:pt x="1539" y="4271"/>
                  </a:lnTo>
                  <a:close/>
                  <a:moveTo>
                    <a:pt x="3906" y="9229"/>
                  </a:moveTo>
                  <a:lnTo>
                    <a:pt x="4264" y="11960"/>
                  </a:lnTo>
                  <a:lnTo>
                    <a:pt x="530" y="11960"/>
                  </a:lnTo>
                  <a:lnTo>
                    <a:pt x="887" y="9229"/>
                  </a:lnTo>
                  <a:close/>
                  <a:moveTo>
                    <a:pt x="11969" y="6466"/>
                  </a:moveTo>
                  <a:lnTo>
                    <a:pt x="11969" y="11960"/>
                  </a:lnTo>
                  <a:lnTo>
                    <a:pt x="4756" y="11960"/>
                  </a:lnTo>
                  <a:lnTo>
                    <a:pt x="4035" y="6466"/>
                  </a:lnTo>
                  <a:close/>
                  <a:moveTo>
                    <a:pt x="3482" y="0"/>
                  </a:moveTo>
                  <a:cubicBezTo>
                    <a:pt x="3297" y="0"/>
                    <a:pt x="3115" y="48"/>
                    <a:pt x="2954" y="137"/>
                  </a:cubicBezTo>
                  <a:cubicBezTo>
                    <a:pt x="2789" y="49"/>
                    <a:pt x="2605" y="4"/>
                    <a:pt x="2416" y="4"/>
                  </a:cubicBezTo>
                  <a:cubicBezTo>
                    <a:pt x="1782" y="4"/>
                    <a:pt x="1266" y="520"/>
                    <a:pt x="1266" y="1154"/>
                  </a:cubicBezTo>
                  <a:cubicBezTo>
                    <a:pt x="1266" y="1411"/>
                    <a:pt x="1352" y="1659"/>
                    <a:pt x="1508" y="1860"/>
                  </a:cubicBezTo>
                  <a:cubicBezTo>
                    <a:pt x="1409" y="2029"/>
                    <a:pt x="1357" y="2224"/>
                    <a:pt x="1357" y="2425"/>
                  </a:cubicBezTo>
                  <a:cubicBezTo>
                    <a:pt x="1357" y="2520"/>
                    <a:pt x="1368" y="2612"/>
                    <a:pt x="1390" y="2702"/>
                  </a:cubicBezTo>
                  <a:cubicBezTo>
                    <a:pt x="1304" y="2730"/>
                    <a:pt x="1238" y="2807"/>
                    <a:pt x="1226" y="2901"/>
                  </a:cubicBezTo>
                  <a:lnTo>
                    <a:pt x="10" y="12169"/>
                  </a:lnTo>
                  <a:cubicBezTo>
                    <a:pt x="1" y="12238"/>
                    <a:pt x="22" y="12308"/>
                    <a:pt x="69" y="12362"/>
                  </a:cubicBezTo>
                  <a:cubicBezTo>
                    <a:pt x="115" y="12414"/>
                    <a:pt x="182" y="12445"/>
                    <a:pt x="252" y="12445"/>
                  </a:cubicBezTo>
                  <a:lnTo>
                    <a:pt x="12210" y="12445"/>
                  </a:lnTo>
                  <a:cubicBezTo>
                    <a:pt x="12343" y="12445"/>
                    <a:pt x="12453" y="12336"/>
                    <a:pt x="12453" y="12201"/>
                  </a:cubicBezTo>
                  <a:lnTo>
                    <a:pt x="12453" y="6221"/>
                  </a:lnTo>
                  <a:cubicBezTo>
                    <a:pt x="12455" y="6089"/>
                    <a:pt x="12346" y="5981"/>
                    <a:pt x="12211" y="5981"/>
                  </a:cubicBezTo>
                  <a:lnTo>
                    <a:pt x="3971" y="5981"/>
                  </a:lnTo>
                  <a:lnTo>
                    <a:pt x="3568" y="2902"/>
                  </a:lnTo>
                  <a:cubicBezTo>
                    <a:pt x="3564" y="2871"/>
                    <a:pt x="3553" y="2840"/>
                    <a:pt x="3538" y="2814"/>
                  </a:cubicBezTo>
                  <a:cubicBezTo>
                    <a:pt x="3547" y="2791"/>
                    <a:pt x="3555" y="2766"/>
                    <a:pt x="3562" y="2741"/>
                  </a:cubicBezTo>
                  <a:cubicBezTo>
                    <a:pt x="3771" y="2687"/>
                    <a:pt x="3957" y="2562"/>
                    <a:pt x="4087" y="2389"/>
                  </a:cubicBezTo>
                  <a:cubicBezTo>
                    <a:pt x="4180" y="2416"/>
                    <a:pt x="4278" y="2430"/>
                    <a:pt x="4376" y="2430"/>
                  </a:cubicBezTo>
                  <a:cubicBezTo>
                    <a:pt x="4408" y="2430"/>
                    <a:pt x="4440" y="2428"/>
                    <a:pt x="4472" y="2425"/>
                  </a:cubicBezTo>
                  <a:cubicBezTo>
                    <a:pt x="4667" y="2578"/>
                    <a:pt x="4907" y="2662"/>
                    <a:pt x="5159" y="2662"/>
                  </a:cubicBezTo>
                  <a:cubicBezTo>
                    <a:pt x="5463" y="2662"/>
                    <a:pt x="5750" y="2538"/>
                    <a:pt x="5958" y="2326"/>
                  </a:cubicBezTo>
                  <a:cubicBezTo>
                    <a:pt x="6104" y="2421"/>
                    <a:pt x="6276" y="2473"/>
                    <a:pt x="6455" y="2473"/>
                  </a:cubicBezTo>
                  <a:cubicBezTo>
                    <a:pt x="6960" y="2473"/>
                    <a:pt x="7371" y="2061"/>
                    <a:pt x="7371" y="1557"/>
                  </a:cubicBezTo>
                  <a:cubicBezTo>
                    <a:pt x="7371" y="1053"/>
                    <a:pt x="6960" y="641"/>
                    <a:pt x="6455" y="641"/>
                  </a:cubicBezTo>
                  <a:cubicBezTo>
                    <a:pt x="6281" y="641"/>
                    <a:pt x="6115" y="691"/>
                    <a:pt x="5972" y="780"/>
                  </a:cubicBezTo>
                  <a:cubicBezTo>
                    <a:pt x="5764" y="558"/>
                    <a:pt x="5473" y="429"/>
                    <a:pt x="5159" y="429"/>
                  </a:cubicBezTo>
                  <a:cubicBezTo>
                    <a:pt x="5045" y="429"/>
                    <a:pt x="4934" y="445"/>
                    <a:pt x="4828" y="478"/>
                  </a:cubicBezTo>
                  <a:cubicBezTo>
                    <a:pt x="4686" y="408"/>
                    <a:pt x="4528" y="372"/>
                    <a:pt x="4369" y="372"/>
                  </a:cubicBezTo>
                  <a:cubicBezTo>
                    <a:pt x="4347" y="372"/>
                    <a:pt x="4325" y="373"/>
                    <a:pt x="4302" y="374"/>
                  </a:cubicBezTo>
                  <a:cubicBezTo>
                    <a:pt x="4098" y="137"/>
                    <a:pt x="3802" y="0"/>
                    <a:pt x="34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27056;p40"/>
          <p:cNvSpPr txBox="1">
            <a:spLocks noGrp="1"/>
          </p:cNvSpPr>
          <p:nvPr>
            <p:ph type="title"/>
          </p:nvPr>
        </p:nvSpPr>
        <p:spPr>
          <a:xfrm>
            <a:off x="1216614" y="42555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dirty="0" smtClean="0">
                <a:solidFill>
                  <a:schemeClr val="tx1"/>
                </a:solidFill>
              </a:rPr>
              <a:t>Results</a:t>
            </a:r>
            <a:endParaRPr sz="3000" dirty="0">
              <a:solidFill>
                <a:schemeClr val="tx1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838" y="1176616"/>
            <a:ext cx="3832371" cy="324145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75228" y="1176616"/>
            <a:ext cx="3636311" cy="3232730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67" name="Google Shape;26967;p38"/>
          <p:cNvGrpSpPr/>
          <p:nvPr/>
        </p:nvGrpSpPr>
        <p:grpSpPr>
          <a:xfrm>
            <a:off x="2" y="1624434"/>
            <a:ext cx="2652539" cy="2343812"/>
            <a:chOff x="2" y="1624434"/>
            <a:chExt cx="2652539" cy="2343812"/>
          </a:xfrm>
        </p:grpSpPr>
        <p:sp>
          <p:nvSpPr>
            <p:cNvPr id="26968" name="Google Shape;26968;p38"/>
            <p:cNvSpPr/>
            <p:nvPr/>
          </p:nvSpPr>
          <p:spPr>
            <a:xfrm>
              <a:off x="1400021" y="1624434"/>
              <a:ext cx="1055509" cy="1132679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9" name="Google Shape;26969;p38"/>
            <p:cNvSpPr/>
            <p:nvPr/>
          </p:nvSpPr>
          <p:spPr>
            <a:xfrm>
              <a:off x="1298403" y="2402553"/>
              <a:ext cx="598073" cy="641794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0" name="Google Shape;26970;p38"/>
            <p:cNvSpPr/>
            <p:nvPr/>
          </p:nvSpPr>
          <p:spPr>
            <a:xfrm>
              <a:off x="2" y="2335952"/>
              <a:ext cx="741170" cy="71312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1" name="Google Shape;26971;p38"/>
            <p:cNvSpPr/>
            <p:nvPr/>
          </p:nvSpPr>
          <p:spPr>
            <a:xfrm>
              <a:off x="255625" y="1805595"/>
              <a:ext cx="1138357" cy="1238760"/>
            </a:xfrm>
            <a:custGeom>
              <a:avLst/>
              <a:gdLst/>
              <a:ahLst/>
              <a:cxnLst/>
              <a:rect l="l" t="t" r="r" b="b"/>
              <a:pathLst>
                <a:path w="16678" h="18149" extrusionOk="0">
                  <a:moveTo>
                    <a:pt x="16605" y="11336"/>
                  </a:moveTo>
                  <a:cubicBezTo>
                    <a:pt x="16578" y="11225"/>
                    <a:pt x="16531" y="11127"/>
                    <a:pt x="16469" y="11043"/>
                  </a:cubicBezTo>
                  <a:cubicBezTo>
                    <a:pt x="16492" y="10986"/>
                    <a:pt x="16510" y="10925"/>
                    <a:pt x="16521" y="10860"/>
                  </a:cubicBezTo>
                  <a:cubicBezTo>
                    <a:pt x="16530" y="10774"/>
                    <a:pt x="16539" y="10687"/>
                    <a:pt x="16547" y="10600"/>
                  </a:cubicBezTo>
                  <a:cubicBezTo>
                    <a:pt x="16547" y="10423"/>
                    <a:pt x="16513" y="10258"/>
                    <a:pt x="16445" y="10103"/>
                  </a:cubicBezTo>
                  <a:cubicBezTo>
                    <a:pt x="16407" y="10037"/>
                    <a:pt x="16370" y="9972"/>
                    <a:pt x="16330" y="9906"/>
                  </a:cubicBezTo>
                  <a:cubicBezTo>
                    <a:pt x="16238" y="9783"/>
                    <a:pt x="16131" y="9699"/>
                    <a:pt x="16005" y="9653"/>
                  </a:cubicBezTo>
                  <a:cubicBezTo>
                    <a:pt x="15940" y="9617"/>
                    <a:pt x="15865" y="9609"/>
                    <a:pt x="15795" y="9611"/>
                  </a:cubicBezTo>
                  <a:cubicBezTo>
                    <a:pt x="15795" y="9601"/>
                    <a:pt x="15796" y="9592"/>
                    <a:pt x="15795" y="9581"/>
                  </a:cubicBezTo>
                  <a:cubicBezTo>
                    <a:pt x="15786" y="9498"/>
                    <a:pt x="15777" y="9415"/>
                    <a:pt x="15770" y="9333"/>
                  </a:cubicBezTo>
                  <a:cubicBezTo>
                    <a:pt x="15736" y="9174"/>
                    <a:pt x="15677" y="9036"/>
                    <a:pt x="15590" y="8920"/>
                  </a:cubicBezTo>
                  <a:cubicBezTo>
                    <a:pt x="15542" y="8870"/>
                    <a:pt x="15495" y="8823"/>
                    <a:pt x="15448" y="8773"/>
                  </a:cubicBezTo>
                  <a:cubicBezTo>
                    <a:pt x="15337" y="8689"/>
                    <a:pt x="15220" y="8647"/>
                    <a:pt x="15092" y="8646"/>
                  </a:cubicBezTo>
                  <a:lnTo>
                    <a:pt x="14984" y="8646"/>
                  </a:lnTo>
                  <a:lnTo>
                    <a:pt x="14950" y="8600"/>
                  </a:lnTo>
                  <a:cubicBezTo>
                    <a:pt x="14927" y="8566"/>
                    <a:pt x="14901" y="8537"/>
                    <a:pt x="14874" y="8511"/>
                  </a:cubicBezTo>
                  <a:cubicBezTo>
                    <a:pt x="14899" y="8466"/>
                    <a:pt x="14924" y="8424"/>
                    <a:pt x="14948" y="8379"/>
                  </a:cubicBezTo>
                  <a:cubicBezTo>
                    <a:pt x="14971" y="8330"/>
                    <a:pt x="14988" y="8276"/>
                    <a:pt x="15002" y="8222"/>
                  </a:cubicBezTo>
                  <a:cubicBezTo>
                    <a:pt x="15049" y="8144"/>
                    <a:pt x="15081" y="8056"/>
                    <a:pt x="15099" y="7955"/>
                  </a:cubicBezTo>
                  <a:cubicBezTo>
                    <a:pt x="15128" y="7835"/>
                    <a:pt x="15132" y="7718"/>
                    <a:pt x="15111" y="7599"/>
                  </a:cubicBezTo>
                  <a:cubicBezTo>
                    <a:pt x="15107" y="7480"/>
                    <a:pt x="15080" y="7369"/>
                    <a:pt x="15031" y="7268"/>
                  </a:cubicBezTo>
                  <a:cubicBezTo>
                    <a:pt x="14997" y="7208"/>
                    <a:pt x="14962" y="7146"/>
                    <a:pt x="14927" y="7087"/>
                  </a:cubicBezTo>
                  <a:cubicBezTo>
                    <a:pt x="14916" y="7073"/>
                    <a:pt x="14905" y="7061"/>
                    <a:pt x="14893" y="7048"/>
                  </a:cubicBezTo>
                  <a:cubicBezTo>
                    <a:pt x="14950" y="6954"/>
                    <a:pt x="14993" y="6846"/>
                    <a:pt x="15018" y="6727"/>
                  </a:cubicBezTo>
                  <a:lnTo>
                    <a:pt x="15040" y="6491"/>
                  </a:lnTo>
                  <a:cubicBezTo>
                    <a:pt x="15040" y="6330"/>
                    <a:pt x="15009" y="6180"/>
                    <a:pt x="14950" y="6040"/>
                  </a:cubicBezTo>
                  <a:cubicBezTo>
                    <a:pt x="14937" y="6005"/>
                    <a:pt x="14922" y="5968"/>
                    <a:pt x="14910" y="5933"/>
                  </a:cubicBezTo>
                  <a:cubicBezTo>
                    <a:pt x="14868" y="5829"/>
                    <a:pt x="14810" y="5746"/>
                    <a:pt x="14738" y="5683"/>
                  </a:cubicBezTo>
                  <a:cubicBezTo>
                    <a:pt x="14673" y="5605"/>
                    <a:pt x="14598" y="5551"/>
                    <a:pt x="14510" y="5524"/>
                  </a:cubicBezTo>
                  <a:cubicBezTo>
                    <a:pt x="14470" y="5507"/>
                    <a:pt x="14429" y="5498"/>
                    <a:pt x="14389" y="5494"/>
                  </a:cubicBezTo>
                  <a:cubicBezTo>
                    <a:pt x="14336" y="5383"/>
                    <a:pt x="14264" y="5289"/>
                    <a:pt x="14173" y="5222"/>
                  </a:cubicBezTo>
                  <a:cubicBezTo>
                    <a:pt x="14207" y="5147"/>
                    <a:pt x="14235" y="5067"/>
                    <a:pt x="14253" y="4979"/>
                  </a:cubicBezTo>
                  <a:cubicBezTo>
                    <a:pt x="14261" y="4896"/>
                    <a:pt x="14270" y="4813"/>
                    <a:pt x="14278" y="4730"/>
                  </a:cubicBezTo>
                  <a:cubicBezTo>
                    <a:pt x="14278" y="4560"/>
                    <a:pt x="14246" y="4404"/>
                    <a:pt x="14182" y="4258"/>
                  </a:cubicBezTo>
                  <a:cubicBezTo>
                    <a:pt x="14169" y="4222"/>
                    <a:pt x="14155" y="4186"/>
                    <a:pt x="14142" y="4151"/>
                  </a:cubicBezTo>
                  <a:cubicBezTo>
                    <a:pt x="14098" y="4042"/>
                    <a:pt x="14037" y="3954"/>
                    <a:pt x="13961" y="3888"/>
                  </a:cubicBezTo>
                  <a:cubicBezTo>
                    <a:pt x="13904" y="3818"/>
                    <a:pt x="13838" y="3769"/>
                    <a:pt x="13765" y="3738"/>
                  </a:cubicBezTo>
                  <a:cubicBezTo>
                    <a:pt x="13767" y="3727"/>
                    <a:pt x="13771" y="3719"/>
                    <a:pt x="13774" y="3709"/>
                  </a:cubicBezTo>
                  <a:cubicBezTo>
                    <a:pt x="13818" y="3597"/>
                    <a:pt x="13838" y="3477"/>
                    <a:pt x="13834" y="3347"/>
                  </a:cubicBezTo>
                  <a:cubicBezTo>
                    <a:pt x="13827" y="3264"/>
                    <a:pt x="13818" y="3181"/>
                    <a:pt x="13811" y="3098"/>
                  </a:cubicBezTo>
                  <a:cubicBezTo>
                    <a:pt x="13776" y="2939"/>
                    <a:pt x="13717" y="2802"/>
                    <a:pt x="13630" y="2685"/>
                  </a:cubicBezTo>
                  <a:cubicBezTo>
                    <a:pt x="13583" y="2636"/>
                    <a:pt x="13536" y="2588"/>
                    <a:pt x="13487" y="2539"/>
                  </a:cubicBezTo>
                  <a:cubicBezTo>
                    <a:pt x="13378" y="2455"/>
                    <a:pt x="13259" y="2411"/>
                    <a:pt x="13133" y="2410"/>
                  </a:cubicBezTo>
                  <a:lnTo>
                    <a:pt x="13052" y="2410"/>
                  </a:lnTo>
                  <a:cubicBezTo>
                    <a:pt x="12956" y="2405"/>
                    <a:pt x="12866" y="2432"/>
                    <a:pt x="12782" y="2491"/>
                  </a:cubicBezTo>
                  <a:cubicBezTo>
                    <a:pt x="12780" y="2492"/>
                    <a:pt x="12777" y="2493"/>
                    <a:pt x="12772" y="2496"/>
                  </a:cubicBezTo>
                  <a:cubicBezTo>
                    <a:pt x="12771" y="2486"/>
                    <a:pt x="12770" y="2476"/>
                    <a:pt x="12767" y="2463"/>
                  </a:cubicBezTo>
                  <a:cubicBezTo>
                    <a:pt x="12744" y="2389"/>
                    <a:pt x="12721" y="2315"/>
                    <a:pt x="12697" y="2239"/>
                  </a:cubicBezTo>
                  <a:cubicBezTo>
                    <a:pt x="12635" y="2098"/>
                    <a:pt x="12550" y="1987"/>
                    <a:pt x="12445" y="1903"/>
                  </a:cubicBezTo>
                  <a:cubicBezTo>
                    <a:pt x="12418" y="1885"/>
                    <a:pt x="12392" y="1866"/>
                    <a:pt x="12365" y="1850"/>
                  </a:cubicBezTo>
                  <a:cubicBezTo>
                    <a:pt x="12284" y="1781"/>
                    <a:pt x="12197" y="1745"/>
                    <a:pt x="12104" y="1738"/>
                  </a:cubicBezTo>
                  <a:cubicBezTo>
                    <a:pt x="12065" y="1727"/>
                    <a:pt x="12023" y="1721"/>
                    <a:pt x="11983" y="1721"/>
                  </a:cubicBezTo>
                  <a:cubicBezTo>
                    <a:pt x="11979" y="1702"/>
                    <a:pt x="11977" y="1684"/>
                    <a:pt x="11973" y="1664"/>
                  </a:cubicBezTo>
                  <a:cubicBezTo>
                    <a:pt x="11918" y="1437"/>
                    <a:pt x="11812" y="1219"/>
                    <a:pt x="11650" y="1105"/>
                  </a:cubicBezTo>
                  <a:cubicBezTo>
                    <a:pt x="11594" y="1074"/>
                    <a:pt x="11538" y="1042"/>
                    <a:pt x="11483" y="1011"/>
                  </a:cubicBezTo>
                  <a:cubicBezTo>
                    <a:pt x="11358" y="966"/>
                    <a:pt x="11234" y="966"/>
                    <a:pt x="11110" y="1011"/>
                  </a:cubicBezTo>
                  <a:cubicBezTo>
                    <a:pt x="11044" y="1028"/>
                    <a:pt x="10977" y="1048"/>
                    <a:pt x="10911" y="1067"/>
                  </a:cubicBezTo>
                  <a:cubicBezTo>
                    <a:pt x="10818" y="1095"/>
                    <a:pt x="10740" y="1152"/>
                    <a:pt x="10672" y="1233"/>
                  </a:cubicBezTo>
                  <a:cubicBezTo>
                    <a:pt x="10596" y="1300"/>
                    <a:pt x="10534" y="1388"/>
                    <a:pt x="10491" y="1497"/>
                  </a:cubicBezTo>
                  <a:cubicBezTo>
                    <a:pt x="10439" y="1603"/>
                    <a:pt x="10412" y="1720"/>
                    <a:pt x="10408" y="1845"/>
                  </a:cubicBezTo>
                  <a:cubicBezTo>
                    <a:pt x="10402" y="1886"/>
                    <a:pt x="10398" y="1928"/>
                    <a:pt x="10397" y="1969"/>
                  </a:cubicBezTo>
                  <a:lnTo>
                    <a:pt x="10397" y="1969"/>
                  </a:lnTo>
                  <a:cubicBezTo>
                    <a:pt x="10392" y="1952"/>
                    <a:pt x="10386" y="1935"/>
                    <a:pt x="10379" y="1918"/>
                  </a:cubicBezTo>
                  <a:cubicBezTo>
                    <a:pt x="10351" y="1802"/>
                    <a:pt x="10303" y="1702"/>
                    <a:pt x="10234" y="1617"/>
                  </a:cubicBezTo>
                  <a:cubicBezTo>
                    <a:pt x="10180" y="1538"/>
                    <a:pt x="10117" y="1481"/>
                    <a:pt x="10044" y="1442"/>
                  </a:cubicBezTo>
                  <a:cubicBezTo>
                    <a:pt x="10037" y="1420"/>
                    <a:pt x="10030" y="1398"/>
                    <a:pt x="10024" y="1375"/>
                  </a:cubicBezTo>
                  <a:cubicBezTo>
                    <a:pt x="9962" y="1234"/>
                    <a:pt x="9877" y="1124"/>
                    <a:pt x="9772" y="1039"/>
                  </a:cubicBezTo>
                  <a:cubicBezTo>
                    <a:pt x="9751" y="1027"/>
                    <a:pt x="9732" y="1016"/>
                    <a:pt x="9711" y="1005"/>
                  </a:cubicBezTo>
                  <a:cubicBezTo>
                    <a:pt x="9705" y="1000"/>
                    <a:pt x="9699" y="995"/>
                    <a:pt x="9693" y="991"/>
                  </a:cubicBezTo>
                  <a:cubicBezTo>
                    <a:pt x="9612" y="923"/>
                    <a:pt x="9526" y="886"/>
                    <a:pt x="9433" y="880"/>
                  </a:cubicBezTo>
                  <a:cubicBezTo>
                    <a:pt x="9340" y="851"/>
                    <a:pt x="9247" y="857"/>
                    <a:pt x="9153" y="897"/>
                  </a:cubicBezTo>
                  <a:cubicBezTo>
                    <a:pt x="9097" y="928"/>
                    <a:pt x="9041" y="960"/>
                    <a:pt x="8986" y="991"/>
                  </a:cubicBezTo>
                  <a:cubicBezTo>
                    <a:pt x="8968" y="1005"/>
                    <a:pt x="8951" y="1022"/>
                    <a:pt x="8934" y="1038"/>
                  </a:cubicBezTo>
                  <a:lnTo>
                    <a:pt x="8838" y="871"/>
                  </a:lnTo>
                  <a:cubicBezTo>
                    <a:pt x="8750" y="754"/>
                    <a:pt x="8648" y="674"/>
                    <a:pt x="8529" y="629"/>
                  </a:cubicBezTo>
                  <a:cubicBezTo>
                    <a:pt x="8466" y="618"/>
                    <a:pt x="8404" y="608"/>
                    <a:pt x="8342" y="596"/>
                  </a:cubicBezTo>
                  <a:cubicBezTo>
                    <a:pt x="8216" y="596"/>
                    <a:pt x="8098" y="639"/>
                    <a:pt x="7988" y="725"/>
                  </a:cubicBezTo>
                  <a:cubicBezTo>
                    <a:pt x="7963" y="741"/>
                    <a:pt x="7937" y="758"/>
                    <a:pt x="7912" y="774"/>
                  </a:cubicBezTo>
                  <a:cubicBezTo>
                    <a:pt x="7870" y="764"/>
                    <a:pt x="7827" y="757"/>
                    <a:pt x="7783" y="757"/>
                  </a:cubicBezTo>
                  <a:lnTo>
                    <a:pt x="7742" y="757"/>
                  </a:lnTo>
                  <a:cubicBezTo>
                    <a:pt x="7692" y="754"/>
                    <a:pt x="7644" y="761"/>
                    <a:pt x="7597" y="774"/>
                  </a:cubicBezTo>
                  <a:lnTo>
                    <a:pt x="7597" y="773"/>
                  </a:lnTo>
                  <a:cubicBezTo>
                    <a:pt x="7594" y="654"/>
                    <a:pt x="7566" y="544"/>
                    <a:pt x="7518" y="442"/>
                  </a:cubicBezTo>
                  <a:cubicBezTo>
                    <a:pt x="7477" y="338"/>
                    <a:pt x="7419" y="254"/>
                    <a:pt x="7346" y="192"/>
                  </a:cubicBezTo>
                  <a:cubicBezTo>
                    <a:pt x="7281" y="113"/>
                    <a:pt x="7207" y="59"/>
                    <a:pt x="7118" y="33"/>
                  </a:cubicBezTo>
                  <a:cubicBezTo>
                    <a:pt x="7058" y="22"/>
                    <a:pt x="7000" y="12"/>
                    <a:pt x="6941" y="0"/>
                  </a:cubicBezTo>
                  <a:cubicBezTo>
                    <a:pt x="6820" y="0"/>
                    <a:pt x="6708" y="42"/>
                    <a:pt x="6605" y="122"/>
                  </a:cubicBezTo>
                  <a:lnTo>
                    <a:pt x="6605" y="122"/>
                  </a:lnTo>
                  <a:cubicBezTo>
                    <a:pt x="6579" y="136"/>
                    <a:pt x="6553" y="153"/>
                    <a:pt x="6528" y="175"/>
                  </a:cubicBezTo>
                  <a:cubicBezTo>
                    <a:pt x="6450" y="230"/>
                    <a:pt x="6388" y="307"/>
                    <a:pt x="6340" y="404"/>
                  </a:cubicBezTo>
                  <a:cubicBezTo>
                    <a:pt x="6294" y="473"/>
                    <a:pt x="6259" y="551"/>
                    <a:pt x="6237" y="639"/>
                  </a:cubicBezTo>
                  <a:cubicBezTo>
                    <a:pt x="6182" y="640"/>
                    <a:pt x="6129" y="647"/>
                    <a:pt x="6076" y="657"/>
                  </a:cubicBezTo>
                  <a:lnTo>
                    <a:pt x="6061" y="634"/>
                  </a:lnTo>
                  <a:cubicBezTo>
                    <a:pt x="5999" y="548"/>
                    <a:pt x="5928" y="486"/>
                    <a:pt x="5845" y="451"/>
                  </a:cubicBezTo>
                  <a:cubicBezTo>
                    <a:pt x="5765" y="395"/>
                    <a:pt x="5679" y="369"/>
                    <a:pt x="5587" y="374"/>
                  </a:cubicBezTo>
                  <a:cubicBezTo>
                    <a:pt x="5496" y="369"/>
                    <a:pt x="5410" y="395"/>
                    <a:pt x="5330" y="451"/>
                  </a:cubicBezTo>
                  <a:cubicBezTo>
                    <a:pt x="5247" y="487"/>
                    <a:pt x="5176" y="548"/>
                    <a:pt x="5115" y="634"/>
                  </a:cubicBezTo>
                  <a:cubicBezTo>
                    <a:pt x="4999" y="804"/>
                    <a:pt x="4912" y="1028"/>
                    <a:pt x="4919" y="1265"/>
                  </a:cubicBezTo>
                  <a:lnTo>
                    <a:pt x="4943" y="1503"/>
                  </a:lnTo>
                  <a:cubicBezTo>
                    <a:pt x="4969" y="1628"/>
                    <a:pt x="5014" y="1738"/>
                    <a:pt x="5074" y="1835"/>
                  </a:cubicBezTo>
                  <a:cubicBezTo>
                    <a:pt x="5021" y="1815"/>
                    <a:pt x="4965" y="1803"/>
                    <a:pt x="4907" y="1803"/>
                  </a:cubicBezTo>
                  <a:lnTo>
                    <a:pt x="4867" y="1803"/>
                  </a:lnTo>
                  <a:cubicBezTo>
                    <a:pt x="4779" y="1799"/>
                    <a:pt x="4699" y="1823"/>
                    <a:pt x="4623" y="1876"/>
                  </a:cubicBezTo>
                  <a:cubicBezTo>
                    <a:pt x="4544" y="1909"/>
                    <a:pt x="4476" y="1969"/>
                    <a:pt x="4418" y="2051"/>
                  </a:cubicBezTo>
                  <a:cubicBezTo>
                    <a:pt x="4356" y="2126"/>
                    <a:pt x="4312" y="2219"/>
                    <a:pt x="4287" y="2323"/>
                  </a:cubicBezTo>
                  <a:cubicBezTo>
                    <a:pt x="4266" y="2377"/>
                    <a:pt x="4251" y="2434"/>
                    <a:pt x="4242" y="2492"/>
                  </a:cubicBezTo>
                  <a:cubicBezTo>
                    <a:pt x="4228" y="2468"/>
                    <a:pt x="4213" y="2447"/>
                    <a:pt x="4198" y="2425"/>
                  </a:cubicBezTo>
                  <a:cubicBezTo>
                    <a:pt x="4073" y="2272"/>
                    <a:pt x="3921" y="2176"/>
                    <a:pt x="3748" y="2176"/>
                  </a:cubicBezTo>
                  <a:lnTo>
                    <a:pt x="3590" y="2176"/>
                  </a:lnTo>
                  <a:cubicBezTo>
                    <a:pt x="3501" y="2172"/>
                    <a:pt x="3421" y="2196"/>
                    <a:pt x="3344" y="2249"/>
                  </a:cubicBezTo>
                  <a:cubicBezTo>
                    <a:pt x="3291" y="2272"/>
                    <a:pt x="3243" y="2307"/>
                    <a:pt x="3199" y="2352"/>
                  </a:cubicBezTo>
                  <a:cubicBezTo>
                    <a:pt x="3197" y="2349"/>
                    <a:pt x="3193" y="2347"/>
                    <a:pt x="3191" y="2344"/>
                  </a:cubicBezTo>
                  <a:cubicBezTo>
                    <a:pt x="3044" y="2240"/>
                    <a:pt x="2864" y="2187"/>
                    <a:pt x="2701" y="2259"/>
                  </a:cubicBezTo>
                  <a:cubicBezTo>
                    <a:pt x="2660" y="2277"/>
                    <a:pt x="2621" y="2294"/>
                    <a:pt x="2580" y="2312"/>
                  </a:cubicBezTo>
                  <a:cubicBezTo>
                    <a:pt x="2497" y="2338"/>
                    <a:pt x="2426" y="2389"/>
                    <a:pt x="2364" y="2463"/>
                  </a:cubicBezTo>
                  <a:cubicBezTo>
                    <a:pt x="2295" y="2523"/>
                    <a:pt x="2241" y="2602"/>
                    <a:pt x="2201" y="2702"/>
                  </a:cubicBezTo>
                  <a:cubicBezTo>
                    <a:pt x="2161" y="2784"/>
                    <a:pt x="2137" y="2875"/>
                    <a:pt x="2130" y="2970"/>
                  </a:cubicBezTo>
                  <a:lnTo>
                    <a:pt x="2087" y="2978"/>
                  </a:lnTo>
                  <a:cubicBezTo>
                    <a:pt x="2051" y="2990"/>
                    <a:pt x="2021" y="3011"/>
                    <a:pt x="1986" y="3032"/>
                  </a:cubicBezTo>
                  <a:cubicBezTo>
                    <a:pt x="1963" y="3045"/>
                    <a:pt x="1911" y="3068"/>
                    <a:pt x="1882" y="3093"/>
                  </a:cubicBezTo>
                  <a:cubicBezTo>
                    <a:pt x="1878" y="3095"/>
                    <a:pt x="1875" y="3099"/>
                    <a:pt x="1871" y="3104"/>
                  </a:cubicBezTo>
                  <a:cubicBezTo>
                    <a:pt x="1823" y="3152"/>
                    <a:pt x="1776" y="3201"/>
                    <a:pt x="1728" y="3250"/>
                  </a:cubicBezTo>
                  <a:cubicBezTo>
                    <a:pt x="1721" y="3259"/>
                    <a:pt x="1715" y="3266"/>
                    <a:pt x="1710" y="3277"/>
                  </a:cubicBezTo>
                  <a:cubicBezTo>
                    <a:pt x="1670" y="3342"/>
                    <a:pt x="1622" y="3414"/>
                    <a:pt x="1591" y="3488"/>
                  </a:cubicBezTo>
                  <a:cubicBezTo>
                    <a:pt x="1567" y="3564"/>
                    <a:pt x="1544" y="3637"/>
                    <a:pt x="1519" y="3712"/>
                  </a:cubicBezTo>
                  <a:cubicBezTo>
                    <a:pt x="1517" y="3720"/>
                    <a:pt x="1514" y="3727"/>
                    <a:pt x="1513" y="3736"/>
                  </a:cubicBezTo>
                  <a:cubicBezTo>
                    <a:pt x="1483" y="3860"/>
                    <a:pt x="1479" y="3984"/>
                    <a:pt x="1500" y="4109"/>
                  </a:cubicBezTo>
                  <a:cubicBezTo>
                    <a:pt x="1502" y="4135"/>
                    <a:pt x="1504" y="4162"/>
                    <a:pt x="1508" y="4188"/>
                  </a:cubicBezTo>
                  <a:cubicBezTo>
                    <a:pt x="1487" y="4186"/>
                    <a:pt x="1467" y="4183"/>
                    <a:pt x="1446" y="4183"/>
                  </a:cubicBezTo>
                  <a:cubicBezTo>
                    <a:pt x="1367" y="4133"/>
                    <a:pt x="1282" y="4109"/>
                    <a:pt x="1192" y="4114"/>
                  </a:cubicBezTo>
                  <a:cubicBezTo>
                    <a:pt x="1136" y="4111"/>
                    <a:pt x="1083" y="4120"/>
                    <a:pt x="1032" y="4139"/>
                  </a:cubicBezTo>
                  <a:cubicBezTo>
                    <a:pt x="1000" y="4113"/>
                    <a:pt x="966" y="4092"/>
                    <a:pt x="930" y="4076"/>
                  </a:cubicBezTo>
                  <a:cubicBezTo>
                    <a:pt x="850" y="4020"/>
                    <a:pt x="764" y="3995"/>
                    <a:pt x="673" y="4000"/>
                  </a:cubicBezTo>
                  <a:cubicBezTo>
                    <a:pt x="613" y="4010"/>
                    <a:pt x="555" y="4020"/>
                    <a:pt x="495" y="4032"/>
                  </a:cubicBezTo>
                  <a:cubicBezTo>
                    <a:pt x="383" y="4074"/>
                    <a:pt x="284" y="4151"/>
                    <a:pt x="199" y="4261"/>
                  </a:cubicBezTo>
                  <a:cubicBezTo>
                    <a:pt x="79" y="4436"/>
                    <a:pt x="5" y="4651"/>
                    <a:pt x="5" y="4892"/>
                  </a:cubicBezTo>
                  <a:lnTo>
                    <a:pt x="5" y="4945"/>
                  </a:lnTo>
                  <a:cubicBezTo>
                    <a:pt x="0" y="5068"/>
                    <a:pt x="20" y="5182"/>
                    <a:pt x="62" y="5289"/>
                  </a:cubicBezTo>
                  <a:cubicBezTo>
                    <a:pt x="89" y="5398"/>
                    <a:pt x="134" y="5494"/>
                    <a:pt x="199" y="5576"/>
                  </a:cubicBezTo>
                  <a:cubicBezTo>
                    <a:pt x="261" y="5663"/>
                    <a:pt x="332" y="5725"/>
                    <a:pt x="415" y="5760"/>
                  </a:cubicBezTo>
                  <a:cubicBezTo>
                    <a:pt x="495" y="5815"/>
                    <a:pt x="581" y="5841"/>
                    <a:pt x="673" y="5836"/>
                  </a:cubicBezTo>
                  <a:cubicBezTo>
                    <a:pt x="707" y="5829"/>
                    <a:pt x="741" y="5823"/>
                    <a:pt x="777" y="5818"/>
                  </a:cubicBezTo>
                  <a:cubicBezTo>
                    <a:pt x="830" y="5882"/>
                    <a:pt x="893" y="5931"/>
                    <a:pt x="961" y="5960"/>
                  </a:cubicBezTo>
                  <a:cubicBezTo>
                    <a:pt x="970" y="5967"/>
                    <a:pt x="981" y="5972"/>
                    <a:pt x="990" y="5978"/>
                  </a:cubicBezTo>
                  <a:cubicBezTo>
                    <a:pt x="971" y="6056"/>
                    <a:pt x="963" y="6138"/>
                    <a:pt x="963" y="6223"/>
                  </a:cubicBezTo>
                  <a:lnTo>
                    <a:pt x="963" y="6276"/>
                  </a:lnTo>
                  <a:cubicBezTo>
                    <a:pt x="959" y="6399"/>
                    <a:pt x="979" y="6513"/>
                    <a:pt x="1020" y="6620"/>
                  </a:cubicBezTo>
                  <a:cubicBezTo>
                    <a:pt x="1047" y="6730"/>
                    <a:pt x="1093" y="6825"/>
                    <a:pt x="1158" y="6907"/>
                  </a:cubicBezTo>
                  <a:cubicBezTo>
                    <a:pt x="1219" y="6994"/>
                    <a:pt x="1290" y="7056"/>
                    <a:pt x="1373" y="7091"/>
                  </a:cubicBezTo>
                  <a:cubicBezTo>
                    <a:pt x="1453" y="7146"/>
                    <a:pt x="1539" y="7172"/>
                    <a:pt x="1631" y="7167"/>
                  </a:cubicBezTo>
                  <a:cubicBezTo>
                    <a:pt x="1690" y="7157"/>
                    <a:pt x="1748" y="7146"/>
                    <a:pt x="1808" y="7135"/>
                  </a:cubicBezTo>
                  <a:cubicBezTo>
                    <a:pt x="1882" y="7108"/>
                    <a:pt x="1948" y="7063"/>
                    <a:pt x="2009" y="7009"/>
                  </a:cubicBezTo>
                  <a:cubicBezTo>
                    <a:pt x="2075" y="7036"/>
                    <a:pt x="2149" y="7051"/>
                    <a:pt x="2230" y="7051"/>
                  </a:cubicBezTo>
                  <a:cubicBezTo>
                    <a:pt x="2271" y="7051"/>
                    <a:pt x="2308" y="7046"/>
                    <a:pt x="2346" y="7040"/>
                  </a:cubicBezTo>
                  <a:cubicBezTo>
                    <a:pt x="2348" y="7062"/>
                    <a:pt x="2351" y="7086"/>
                    <a:pt x="2352" y="7110"/>
                  </a:cubicBezTo>
                  <a:cubicBezTo>
                    <a:pt x="2386" y="7270"/>
                    <a:pt x="2446" y="7407"/>
                    <a:pt x="2533" y="7524"/>
                  </a:cubicBezTo>
                  <a:cubicBezTo>
                    <a:pt x="2580" y="7573"/>
                    <a:pt x="2627" y="7621"/>
                    <a:pt x="2675" y="7670"/>
                  </a:cubicBezTo>
                  <a:cubicBezTo>
                    <a:pt x="2784" y="7755"/>
                    <a:pt x="2903" y="7797"/>
                    <a:pt x="3030" y="7798"/>
                  </a:cubicBezTo>
                  <a:lnTo>
                    <a:pt x="3110" y="7798"/>
                  </a:lnTo>
                  <a:cubicBezTo>
                    <a:pt x="3207" y="7803"/>
                    <a:pt x="3296" y="7776"/>
                    <a:pt x="3380" y="7718"/>
                  </a:cubicBezTo>
                  <a:cubicBezTo>
                    <a:pt x="3395" y="7711"/>
                    <a:pt x="3409" y="7704"/>
                    <a:pt x="3424" y="7694"/>
                  </a:cubicBezTo>
                  <a:cubicBezTo>
                    <a:pt x="3467" y="7740"/>
                    <a:pt x="3512" y="7786"/>
                    <a:pt x="3554" y="7830"/>
                  </a:cubicBezTo>
                  <a:cubicBezTo>
                    <a:pt x="3664" y="7915"/>
                    <a:pt x="3782" y="7958"/>
                    <a:pt x="3909" y="7959"/>
                  </a:cubicBezTo>
                  <a:lnTo>
                    <a:pt x="3989" y="7959"/>
                  </a:lnTo>
                  <a:cubicBezTo>
                    <a:pt x="4049" y="7962"/>
                    <a:pt x="4106" y="7951"/>
                    <a:pt x="4161" y="7931"/>
                  </a:cubicBezTo>
                  <a:cubicBezTo>
                    <a:pt x="4222" y="7994"/>
                    <a:pt x="4290" y="8045"/>
                    <a:pt x="4370" y="8078"/>
                  </a:cubicBezTo>
                  <a:cubicBezTo>
                    <a:pt x="4377" y="8146"/>
                    <a:pt x="4384" y="8217"/>
                    <a:pt x="4390" y="8285"/>
                  </a:cubicBezTo>
                  <a:cubicBezTo>
                    <a:pt x="4425" y="8445"/>
                    <a:pt x="4484" y="8581"/>
                    <a:pt x="4571" y="8698"/>
                  </a:cubicBezTo>
                  <a:cubicBezTo>
                    <a:pt x="4584" y="8716"/>
                    <a:pt x="4598" y="8734"/>
                    <a:pt x="4611" y="8751"/>
                  </a:cubicBezTo>
                  <a:cubicBezTo>
                    <a:pt x="4674" y="8844"/>
                    <a:pt x="4750" y="8907"/>
                    <a:pt x="4836" y="8946"/>
                  </a:cubicBezTo>
                  <a:cubicBezTo>
                    <a:pt x="4921" y="9004"/>
                    <a:pt x="5010" y="9031"/>
                    <a:pt x="5107" y="9026"/>
                  </a:cubicBezTo>
                  <a:cubicBezTo>
                    <a:pt x="5204" y="9031"/>
                    <a:pt x="5294" y="9004"/>
                    <a:pt x="5378" y="8946"/>
                  </a:cubicBezTo>
                  <a:cubicBezTo>
                    <a:pt x="5430" y="8923"/>
                    <a:pt x="5476" y="8891"/>
                    <a:pt x="5519" y="8850"/>
                  </a:cubicBezTo>
                  <a:cubicBezTo>
                    <a:pt x="5527" y="8861"/>
                    <a:pt x="5534" y="8871"/>
                    <a:pt x="5544" y="8882"/>
                  </a:cubicBezTo>
                  <a:cubicBezTo>
                    <a:pt x="5529" y="8952"/>
                    <a:pt x="5522" y="9026"/>
                    <a:pt x="5524" y="9103"/>
                  </a:cubicBezTo>
                  <a:cubicBezTo>
                    <a:pt x="5532" y="9185"/>
                    <a:pt x="5541" y="9268"/>
                    <a:pt x="5549" y="9351"/>
                  </a:cubicBezTo>
                  <a:cubicBezTo>
                    <a:pt x="5582" y="9511"/>
                    <a:pt x="5642" y="9648"/>
                    <a:pt x="5729" y="9765"/>
                  </a:cubicBezTo>
                  <a:cubicBezTo>
                    <a:pt x="5777" y="9813"/>
                    <a:pt x="5823" y="9861"/>
                    <a:pt x="5871" y="9911"/>
                  </a:cubicBezTo>
                  <a:cubicBezTo>
                    <a:pt x="5981" y="9995"/>
                    <a:pt x="6099" y="10037"/>
                    <a:pt x="6226" y="10039"/>
                  </a:cubicBezTo>
                  <a:lnTo>
                    <a:pt x="6266" y="10039"/>
                  </a:lnTo>
                  <a:cubicBezTo>
                    <a:pt x="6363" y="10044"/>
                    <a:pt x="6452" y="10016"/>
                    <a:pt x="6537" y="9958"/>
                  </a:cubicBezTo>
                  <a:cubicBezTo>
                    <a:pt x="6623" y="9921"/>
                    <a:pt x="6699" y="9856"/>
                    <a:pt x="6762" y="9765"/>
                  </a:cubicBezTo>
                  <a:cubicBezTo>
                    <a:pt x="6793" y="9725"/>
                    <a:pt x="6819" y="9684"/>
                    <a:pt x="6843" y="9638"/>
                  </a:cubicBezTo>
                  <a:cubicBezTo>
                    <a:pt x="6876" y="9754"/>
                    <a:pt x="6926" y="9856"/>
                    <a:pt x="6991" y="9946"/>
                  </a:cubicBezTo>
                  <a:cubicBezTo>
                    <a:pt x="7123" y="10107"/>
                    <a:pt x="7283" y="10207"/>
                    <a:pt x="7465" y="10207"/>
                  </a:cubicBezTo>
                  <a:lnTo>
                    <a:pt x="7504" y="10207"/>
                  </a:lnTo>
                  <a:cubicBezTo>
                    <a:pt x="7571" y="10211"/>
                    <a:pt x="7635" y="10197"/>
                    <a:pt x="7696" y="10169"/>
                  </a:cubicBezTo>
                  <a:cubicBezTo>
                    <a:pt x="7565" y="10690"/>
                    <a:pt x="7767" y="11381"/>
                    <a:pt x="8304" y="11381"/>
                  </a:cubicBezTo>
                  <a:cubicBezTo>
                    <a:pt x="8374" y="11381"/>
                    <a:pt x="8440" y="11367"/>
                    <a:pt x="8499" y="11346"/>
                  </a:cubicBezTo>
                  <a:cubicBezTo>
                    <a:pt x="8514" y="11734"/>
                    <a:pt x="8694" y="12108"/>
                    <a:pt x="9040" y="12170"/>
                  </a:cubicBezTo>
                  <a:cubicBezTo>
                    <a:pt x="9040" y="12179"/>
                    <a:pt x="9039" y="12186"/>
                    <a:pt x="9040" y="12195"/>
                  </a:cubicBezTo>
                  <a:cubicBezTo>
                    <a:pt x="9036" y="12325"/>
                    <a:pt x="9057" y="12445"/>
                    <a:pt x="9102" y="12557"/>
                  </a:cubicBezTo>
                  <a:cubicBezTo>
                    <a:pt x="9130" y="12673"/>
                    <a:pt x="9177" y="12772"/>
                    <a:pt x="9247" y="12858"/>
                  </a:cubicBezTo>
                  <a:cubicBezTo>
                    <a:pt x="9294" y="12907"/>
                    <a:pt x="9341" y="12956"/>
                    <a:pt x="9389" y="13004"/>
                  </a:cubicBezTo>
                  <a:cubicBezTo>
                    <a:pt x="9498" y="13088"/>
                    <a:pt x="9617" y="13132"/>
                    <a:pt x="9744" y="13133"/>
                  </a:cubicBezTo>
                  <a:cubicBezTo>
                    <a:pt x="9806" y="13122"/>
                    <a:pt x="9868" y="13111"/>
                    <a:pt x="9930" y="13099"/>
                  </a:cubicBezTo>
                  <a:cubicBezTo>
                    <a:pt x="9982" y="13080"/>
                    <a:pt x="10030" y="13052"/>
                    <a:pt x="10076" y="13020"/>
                  </a:cubicBezTo>
                  <a:cubicBezTo>
                    <a:pt x="10070" y="13067"/>
                    <a:pt x="10067" y="13114"/>
                    <a:pt x="10068" y="13163"/>
                  </a:cubicBezTo>
                  <a:lnTo>
                    <a:pt x="10092" y="13399"/>
                  </a:lnTo>
                  <a:cubicBezTo>
                    <a:pt x="10124" y="13552"/>
                    <a:pt x="10181" y="13682"/>
                    <a:pt x="10264" y="13793"/>
                  </a:cubicBezTo>
                  <a:cubicBezTo>
                    <a:pt x="10304" y="13845"/>
                    <a:pt x="10346" y="13899"/>
                    <a:pt x="10386" y="13950"/>
                  </a:cubicBezTo>
                  <a:cubicBezTo>
                    <a:pt x="10446" y="14036"/>
                    <a:pt x="10518" y="14099"/>
                    <a:pt x="10601" y="14134"/>
                  </a:cubicBezTo>
                  <a:cubicBezTo>
                    <a:pt x="10636" y="14159"/>
                    <a:pt x="10673" y="14176"/>
                    <a:pt x="10711" y="14190"/>
                  </a:cubicBezTo>
                  <a:cubicBezTo>
                    <a:pt x="10734" y="14235"/>
                    <a:pt x="10759" y="14278"/>
                    <a:pt x="10788" y="14318"/>
                  </a:cubicBezTo>
                  <a:cubicBezTo>
                    <a:pt x="10802" y="14336"/>
                    <a:pt x="10816" y="14352"/>
                    <a:pt x="10829" y="14371"/>
                  </a:cubicBezTo>
                  <a:cubicBezTo>
                    <a:pt x="10890" y="14458"/>
                    <a:pt x="10961" y="14520"/>
                    <a:pt x="11044" y="14554"/>
                  </a:cubicBezTo>
                  <a:cubicBezTo>
                    <a:pt x="11124" y="14610"/>
                    <a:pt x="11210" y="14636"/>
                    <a:pt x="11301" y="14631"/>
                  </a:cubicBezTo>
                  <a:cubicBezTo>
                    <a:pt x="11393" y="14636"/>
                    <a:pt x="11479" y="14610"/>
                    <a:pt x="11559" y="14554"/>
                  </a:cubicBezTo>
                  <a:cubicBezTo>
                    <a:pt x="11591" y="14541"/>
                    <a:pt x="11622" y="14521"/>
                    <a:pt x="11651" y="14500"/>
                  </a:cubicBezTo>
                  <a:cubicBezTo>
                    <a:pt x="11708" y="14582"/>
                    <a:pt x="11777" y="14640"/>
                    <a:pt x="11856" y="14674"/>
                  </a:cubicBezTo>
                  <a:cubicBezTo>
                    <a:pt x="11873" y="14686"/>
                    <a:pt x="11890" y="14694"/>
                    <a:pt x="11906" y="14704"/>
                  </a:cubicBezTo>
                  <a:cubicBezTo>
                    <a:pt x="11926" y="14764"/>
                    <a:pt x="11944" y="14823"/>
                    <a:pt x="11963" y="14883"/>
                  </a:cubicBezTo>
                  <a:cubicBezTo>
                    <a:pt x="12023" y="15018"/>
                    <a:pt x="12103" y="15123"/>
                    <a:pt x="12203" y="15202"/>
                  </a:cubicBezTo>
                  <a:cubicBezTo>
                    <a:pt x="12231" y="15221"/>
                    <a:pt x="12256" y="15237"/>
                    <a:pt x="12283" y="15256"/>
                  </a:cubicBezTo>
                  <a:cubicBezTo>
                    <a:pt x="12317" y="15284"/>
                    <a:pt x="12352" y="15306"/>
                    <a:pt x="12387" y="15323"/>
                  </a:cubicBezTo>
                  <a:cubicBezTo>
                    <a:pt x="12399" y="15534"/>
                    <a:pt x="12455" y="15730"/>
                    <a:pt x="12570" y="15885"/>
                  </a:cubicBezTo>
                  <a:lnTo>
                    <a:pt x="12611" y="15938"/>
                  </a:lnTo>
                  <a:cubicBezTo>
                    <a:pt x="12668" y="16021"/>
                    <a:pt x="12736" y="16080"/>
                    <a:pt x="12816" y="16113"/>
                  </a:cubicBezTo>
                  <a:cubicBezTo>
                    <a:pt x="12891" y="16166"/>
                    <a:pt x="12972" y="16190"/>
                    <a:pt x="13061" y="16185"/>
                  </a:cubicBezTo>
                  <a:lnTo>
                    <a:pt x="13072" y="16185"/>
                  </a:lnTo>
                  <a:cubicBezTo>
                    <a:pt x="13102" y="16290"/>
                    <a:pt x="13148" y="16387"/>
                    <a:pt x="13211" y="16470"/>
                  </a:cubicBezTo>
                  <a:cubicBezTo>
                    <a:pt x="13223" y="16489"/>
                    <a:pt x="13238" y="16505"/>
                    <a:pt x="13251" y="16523"/>
                  </a:cubicBezTo>
                  <a:cubicBezTo>
                    <a:pt x="13299" y="16592"/>
                    <a:pt x="13353" y="16642"/>
                    <a:pt x="13415" y="16677"/>
                  </a:cubicBezTo>
                  <a:cubicBezTo>
                    <a:pt x="13433" y="17102"/>
                    <a:pt x="13648" y="17509"/>
                    <a:pt x="14059" y="17509"/>
                  </a:cubicBezTo>
                  <a:cubicBezTo>
                    <a:pt x="14107" y="17509"/>
                    <a:pt x="14150" y="17502"/>
                    <a:pt x="14194" y="17492"/>
                  </a:cubicBezTo>
                  <a:cubicBezTo>
                    <a:pt x="14257" y="17847"/>
                    <a:pt x="14464" y="18149"/>
                    <a:pt x="14818" y="18149"/>
                  </a:cubicBezTo>
                  <a:cubicBezTo>
                    <a:pt x="15360" y="18149"/>
                    <a:pt x="15560" y="17443"/>
                    <a:pt x="15420" y="16919"/>
                  </a:cubicBezTo>
                  <a:cubicBezTo>
                    <a:pt x="15418" y="16870"/>
                    <a:pt x="15413" y="16823"/>
                    <a:pt x="15406" y="16775"/>
                  </a:cubicBezTo>
                  <a:cubicBezTo>
                    <a:pt x="15449" y="16728"/>
                    <a:pt x="15486" y="16676"/>
                    <a:pt x="15517" y="16618"/>
                  </a:cubicBezTo>
                  <a:cubicBezTo>
                    <a:pt x="16025" y="16454"/>
                    <a:pt x="16144" y="15599"/>
                    <a:pt x="15872" y="15112"/>
                  </a:cubicBezTo>
                  <a:cubicBezTo>
                    <a:pt x="15924" y="15070"/>
                    <a:pt x="15972" y="15021"/>
                    <a:pt x="16015" y="14963"/>
                  </a:cubicBezTo>
                  <a:cubicBezTo>
                    <a:pt x="16055" y="14896"/>
                    <a:pt x="16092" y="14831"/>
                    <a:pt x="16131" y="14765"/>
                  </a:cubicBezTo>
                  <a:cubicBezTo>
                    <a:pt x="16197" y="14611"/>
                    <a:pt x="16231" y="14446"/>
                    <a:pt x="16232" y="14269"/>
                  </a:cubicBezTo>
                  <a:lnTo>
                    <a:pt x="16232" y="14216"/>
                  </a:lnTo>
                  <a:cubicBezTo>
                    <a:pt x="16236" y="14081"/>
                    <a:pt x="16215" y="13954"/>
                    <a:pt x="16169" y="13838"/>
                  </a:cubicBezTo>
                  <a:cubicBezTo>
                    <a:pt x="16139" y="13715"/>
                    <a:pt x="16088" y="13611"/>
                    <a:pt x="16018" y="13521"/>
                  </a:cubicBezTo>
                  <a:cubicBezTo>
                    <a:pt x="16015" y="13520"/>
                    <a:pt x="16014" y="13517"/>
                    <a:pt x="16013" y="13516"/>
                  </a:cubicBezTo>
                  <a:cubicBezTo>
                    <a:pt x="16065" y="13280"/>
                    <a:pt x="16057" y="13018"/>
                    <a:pt x="15989" y="12791"/>
                  </a:cubicBezTo>
                  <a:cubicBezTo>
                    <a:pt x="15999" y="12769"/>
                    <a:pt x="16009" y="12746"/>
                    <a:pt x="16019" y="12723"/>
                  </a:cubicBezTo>
                  <a:cubicBezTo>
                    <a:pt x="16043" y="12719"/>
                    <a:pt x="16067" y="12713"/>
                    <a:pt x="16093" y="12709"/>
                  </a:cubicBezTo>
                  <a:cubicBezTo>
                    <a:pt x="16217" y="12663"/>
                    <a:pt x="16326" y="12579"/>
                    <a:pt x="16418" y="12456"/>
                  </a:cubicBezTo>
                  <a:cubicBezTo>
                    <a:pt x="16432" y="12439"/>
                    <a:pt x="16445" y="12422"/>
                    <a:pt x="16459" y="12404"/>
                  </a:cubicBezTo>
                  <a:cubicBezTo>
                    <a:pt x="16530" y="12314"/>
                    <a:pt x="16580" y="12210"/>
                    <a:pt x="16610" y="12088"/>
                  </a:cubicBezTo>
                  <a:cubicBezTo>
                    <a:pt x="16657" y="11971"/>
                    <a:pt x="16678" y="11844"/>
                    <a:pt x="16673" y="11709"/>
                  </a:cubicBezTo>
                  <a:cubicBezTo>
                    <a:pt x="16672" y="11580"/>
                    <a:pt x="16651" y="11453"/>
                    <a:pt x="16605" y="11336"/>
                  </a:cubicBezTo>
                  <a:close/>
                </a:path>
              </a:pathLst>
            </a:custGeom>
            <a:solidFill>
              <a:srgbClr val="FFFFFF">
                <a:alpha val="35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2" name="Google Shape;26972;p38"/>
            <p:cNvSpPr/>
            <p:nvPr/>
          </p:nvSpPr>
          <p:spPr>
            <a:xfrm>
              <a:off x="602977" y="3090907"/>
              <a:ext cx="140756" cy="290182"/>
            </a:xfrm>
            <a:custGeom>
              <a:avLst/>
              <a:gdLst/>
              <a:ahLst/>
              <a:cxnLst/>
              <a:rect l="l" t="t" r="r" b="b"/>
              <a:pathLst>
                <a:path w="1865" h="3845" extrusionOk="0">
                  <a:moveTo>
                    <a:pt x="0" y="1"/>
                  </a:moveTo>
                  <a:lnTo>
                    <a:pt x="0" y="3844"/>
                  </a:lnTo>
                  <a:lnTo>
                    <a:pt x="1864" y="3844"/>
                  </a:lnTo>
                  <a:lnTo>
                    <a:pt x="186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3" name="Google Shape;26973;p38"/>
            <p:cNvSpPr/>
            <p:nvPr/>
          </p:nvSpPr>
          <p:spPr>
            <a:xfrm>
              <a:off x="1201085" y="3090907"/>
              <a:ext cx="140681" cy="290182"/>
            </a:xfrm>
            <a:custGeom>
              <a:avLst/>
              <a:gdLst/>
              <a:ahLst/>
              <a:cxnLst/>
              <a:rect l="l" t="t" r="r" b="b"/>
              <a:pathLst>
                <a:path w="1864" h="3845" extrusionOk="0">
                  <a:moveTo>
                    <a:pt x="1" y="1"/>
                  </a:moveTo>
                  <a:lnTo>
                    <a:pt x="1" y="3844"/>
                  </a:lnTo>
                  <a:lnTo>
                    <a:pt x="1864" y="3844"/>
                  </a:lnTo>
                  <a:lnTo>
                    <a:pt x="1864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4" name="Google Shape;26974;p38"/>
            <p:cNvSpPr/>
            <p:nvPr/>
          </p:nvSpPr>
          <p:spPr>
            <a:xfrm>
              <a:off x="1768024" y="3090907"/>
              <a:ext cx="140681" cy="290182"/>
            </a:xfrm>
            <a:custGeom>
              <a:avLst/>
              <a:gdLst/>
              <a:ahLst/>
              <a:cxnLst/>
              <a:rect l="l" t="t" r="r" b="b"/>
              <a:pathLst>
                <a:path w="1864" h="3845" extrusionOk="0">
                  <a:moveTo>
                    <a:pt x="0" y="1"/>
                  </a:moveTo>
                  <a:lnTo>
                    <a:pt x="0" y="3844"/>
                  </a:lnTo>
                  <a:lnTo>
                    <a:pt x="1863" y="3844"/>
                  </a:lnTo>
                  <a:lnTo>
                    <a:pt x="1863" y="1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5" name="Google Shape;26975;p38"/>
            <p:cNvSpPr/>
            <p:nvPr/>
          </p:nvSpPr>
          <p:spPr>
            <a:xfrm>
              <a:off x="2211652" y="2731020"/>
              <a:ext cx="246644" cy="130639"/>
            </a:xfrm>
            <a:custGeom>
              <a:avLst/>
              <a:gdLst/>
              <a:ahLst/>
              <a:cxnLst/>
              <a:rect l="l" t="t" r="r" b="b"/>
              <a:pathLst>
                <a:path w="3268" h="1731" extrusionOk="0">
                  <a:moveTo>
                    <a:pt x="0" y="1"/>
                  </a:moveTo>
                  <a:lnTo>
                    <a:pt x="0" y="1730"/>
                  </a:lnTo>
                  <a:lnTo>
                    <a:pt x="3268" y="1730"/>
                  </a:lnTo>
                  <a:lnTo>
                    <a:pt x="32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6" name="Google Shape;26976;p38"/>
            <p:cNvSpPr/>
            <p:nvPr/>
          </p:nvSpPr>
          <p:spPr>
            <a:xfrm>
              <a:off x="2246300" y="2861011"/>
              <a:ext cx="176977" cy="695128"/>
            </a:xfrm>
            <a:custGeom>
              <a:avLst/>
              <a:gdLst/>
              <a:ahLst/>
              <a:cxnLst/>
              <a:rect l="l" t="t" r="r" b="b"/>
              <a:pathLst>
                <a:path w="2345" h="16090" extrusionOk="0">
                  <a:moveTo>
                    <a:pt x="0" y="0"/>
                  </a:moveTo>
                  <a:lnTo>
                    <a:pt x="0" y="1379"/>
                  </a:lnTo>
                  <a:lnTo>
                    <a:pt x="0" y="6624"/>
                  </a:lnTo>
                  <a:lnTo>
                    <a:pt x="0" y="8045"/>
                  </a:lnTo>
                  <a:lnTo>
                    <a:pt x="0" y="9475"/>
                  </a:lnTo>
                  <a:lnTo>
                    <a:pt x="0" y="10857"/>
                  </a:lnTo>
                  <a:lnTo>
                    <a:pt x="0" y="16090"/>
                  </a:lnTo>
                  <a:lnTo>
                    <a:pt x="2345" y="16090"/>
                  </a:lnTo>
                  <a:lnTo>
                    <a:pt x="2345" y="10857"/>
                  </a:lnTo>
                  <a:lnTo>
                    <a:pt x="2345" y="9475"/>
                  </a:lnTo>
                  <a:lnTo>
                    <a:pt x="2345" y="8045"/>
                  </a:lnTo>
                  <a:lnTo>
                    <a:pt x="2345" y="6624"/>
                  </a:lnTo>
                  <a:lnTo>
                    <a:pt x="2345" y="1379"/>
                  </a:lnTo>
                  <a:lnTo>
                    <a:pt x="2345" y="0"/>
                  </a:lnTo>
                  <a:close/>
                </a:path>
              </a:pathLst>
            </a:custGeom>
            <a:solidFill>
              <a:srgbClr val="723A3A">
                <a:alpha val="281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7" name="Google Shape;26977;p38"/>
            <p:cNvSpPr/>
            <p:nvPr/>
          </p:nvSpPr>
          <p:spPr>
            <a:xfrm>
              <a:off x="583732" y="3007059"/>
              <a:ext cx="176077" cy="83847"/>
            </a:xfrm>
            <a:custGeom>
              <a:avLst/>
              <a:gdLst/>
              <a:ahLst/>
              <a:cxnLst/>
              <a:rect l="l" t="t" r="r" b="b"/>
              <a:pathLst>
                <a:path w="2333" h="1111" extrusionOk="0">
                  <a:moveTo>
                    <a:pt x="1" y="1"/>
                  </a:moveTo>
                  <a:lnTo>
                    <a:pt x="1" y="1110"/>
                  </a:lnTo>
                  <a:lnTo>
                    <a:pt x="2333" y="1110"/>
                  </a:lnTo>
                  <a:lnTo>
                    <a:pt x="233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8" name="Google Shape;26978;p38"/>
            <p:cNvSpPr/>
            <p:nvPr/>
          </p:nvSpPr>
          <p:spPr>
            <a:xfrm>
              <a:off x="1181840" y="3007059"/>
              <a:ext cx="176077" cy="83847"/>
            </a:xfrm>
            <a:custGeom>
              <a:avLst/>
              <a:gdLst/>
              <a:ahLst/>
              <a:cxnLst/>
              <a:rect l="l" t="t" r="r" b="b"/>
              <a:pathLst>
                <a:path w="2333" h="1111" extrusionOk="0">
                  <a:moveTo>
                    <a:pt x="1" y="1"/>
                  </a:moveTo>
                  <a:lnTo>
                    <a:pt x="1" y="1110"/>
                  </a:lnTo>
                  <a:lnTo>
                    <a:pt x="2333" y="1110"/>
                  </a:lnTo>
                  <a:lnTo>
                    <a:pt x="233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9" name="Google Shape;26979;p38"/>
            <p:cNvSpPr/>
            <p:nvPr/>
          </p:nvSpPr>
          <p:spPr>
            <a:xfrm>
              <a:off x="1490894" y="3007059"/>
              <a:ext cx="623554" cy="467461"/>
            </a:xfrm>
            <a:custGeom>
              <a:avLst/>
              <a:gdLst/>
              <a:ahLst/>
              <a:cxnLst/>
              <a:rect l="l" t="t" r="r" b="b"/>
              <a:pathLst>
                <a:path w="8262" h="6194" extrusionOk="0">
                  <a:moveTo>
                    <a:pt x="22" y="1"/>
                  </a:moveTo>
                  <a:lnTo>
                    <a:pt x="0" y="928"/>
                  </a:lnTo>
                  <a:lnTo>
                    <a:pt x="8261" y="6194"/>
                  </a:lnTo>
                  <a:lnTo>
                    <a:pt x="8261" y="53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0" name="Google Shape;26980;p38"/>
            <p:cNvSpPr/>
            <p:nvPr/>
          </p:nvSpPr>
          <p:spPr>
            <a:xfrm>
              <a:off x="1748779" y="3007059"/>
              <a:ext cx="176077" cy="83847"/>
            </a:xfrm>
            <a:custGeom>
              <a:avLst/>
              <a:gdLst/>
              <a:ahLst/>
              <a:cxnLst/>
              <a:rect l="l" t="t" r="r" b="b"/>
              <a:pathLst>
                <a:path w="2333" h="1111" extrusionOk="0">
                  <a:moveTo>
                    <a:pt x="0" y="1"/>
                  </a:moveTo>
                  <a:lnTo>
                    <a:pt x="0" y="1110"/>
                  </a:lnTo>
                  <a:lnTo>
                    <a:pt x="2333" y="1110"/>
                  </a:lnTo>
                  <a:lnTo>
                    <a:pt x="233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1" name="Google Shape;26981;p38"/>
            <p:cNvSpPr/>
            <p:nvPr/>
          </p:nvSpPr>
          <p:spPr>
            <a:xfrm>
              <a:off x="341847" y="3078304"/>
              <a:ext cx="1750811" cy="887527"/>
            </a:xfrm>
            <a:custGeom>
              <a:avLst/>
              <a:gdLst/>
              <a:ahLst/>
              <a:cxnLst/>
              <a:rect l="l" t="t" r="r" b="b"/>
              <a:pathLst>
                <a:path w="23198" h="11760" extrusionOk="0">
                  <a:moveTo>
                    <a:pt x="1" y="1"/>
                  </a:moveTo>
                  <a:lnTo>
                    <a:pt x="1" y="11759"/>
                  </a:lnTo>
                  <a:lnTo>
                    <a:pt x="23197" y="11759"/>
                  </a:lnTo>
                  <a:lnTo>
                    <a:pt x="23197" y="5098"/>
                  </a:lnTo>
                  <a:lnTo>
                    <a:pt x="15491" y="1"/>
                  </a:lnTo>
                  <a:lnTo>
                    <a:pt x="15491" y="5058"/>
                  </a:lnTo>
                  <a:lnTo>
                    <a:pt x="7666" y="1"/>
                  </a:lnTo>
                  <a:lnTo>
                    <a:pt x="7706" y="50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2" name="Google Shape;26982;p38"/>
            <p:cNvSpPr/>
            <p:nvPr/>
          </p:nvSpPr>
          <p:spPr>
            <a:xfrm>
              <a:off x="2077522" y="3468301"/>
              <a:ext cx="575020" cy="133591"/>
            </a:xfrm>
            <a:custGeom>
              <a:avLst/>
              <a:gdLst/>
              <a:ahLst/>
              <a:cxnLst/>
              <a:rect l="l" t="t" r="r" b="b"/>
              <a:pathLst>
                <a:path w="27098" h="1770" extrusionOk="0">
                  <a:moveTo>
                    <a:pt x="1" y="0"/>
                  </a:moveTo>
                  <a:lnTo>
                    <a:pt x="1" y="1770"/>
                  </a:lnTo>
                  <a:lnTo>
                    <a:pt x="27098" y="1770"/>
                  </a:lnTo>
                  <a:lnTo>
                    <a:pt x="270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3" name="Google Shape;26983;p38"/>
            <p:cNvSpPr/>
            <p:nvPr/>
          </p:nvSpPr>
          <p:spPr>
            <a:xfrm>
              <a:off x="2087200" y="3535100"/>
              <a:ext cx="554732" cy="433146"/>
            </a:xfrm>
            <a:custGeom>
              <a:avLst/>
              <a:gdLst/>
              <a:ahLst/>
              <a:cxnLst/>
              <a:rect l="l" t="t" r="r" b="b"/>
              <a:pathLst>
                <a:path w="8228" h="5660" extrusionOk="0">
                  <a:moveTo>
                    <a:pt x="0" y="0"/>
                  </a:moveTo>
                  <a:lnTo>
                    <a:pt x="0" y="5659"/>
                  </a:lnTo>
                  <a:lnTo>
                    <a:pt x="8228" y="5659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4" name="Google Shape;26984;p38"/>
            <p:cNvSpPr/>
            <p:nvPr/>
          </p:nvSpPr>
          <p:spPr>
            <a:xfrm>
              <a:off x="429091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5" name="Google Shape;26985;p38"/>
            <p:cNvSpPr/>
            <p:nvPr/>
          </p:nvSpPr>
          <p:spPr>
            <a:xfrm>
              <a:off x="551204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6" name="Google Shape;26986;p38"/>
            <p:cNvSpPr/>
            <p:nvPr/>
          </p:nvSpPr>
          <p:spPr>
            <a:xfrm>
              <a:off x="671731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7" name="Google Shape;26987;p38"/>
            <p:cNvSpPr/>
            <p:nvPr/>
          </p:nvSpPr>
          <p:spPr>
            <a:xfrm>
              <a:off x="829994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8" name="Google Shape;26988;p38"/>
            <p:cNvSpPr/>
            <p:nvPr/>
          </p:nvSpPr>
          <p:spPr>
            <a:xfrm>
              <a:off x="952031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9" name="Google Shape;26989;p38"/>
            <p:cNvSpPr/>
            <p:nvPr/>
          </p:nvSpPr>
          <p:spPr>
            <a:xfrm>
              <a:off x="1072558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0" name="Google Shape;26990;p38"/>
            <p:cNvSpPr/>
            <p:nvPr/>
          </p:nvSpPr>
          <p:spPr>
            <a:xfrm>
              <a:off x="1230821" y="3648941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1" name="Google Shape;26991;p38"/>
            <p:cNvSpPr/>
            <p:nvPr/>
          </p:nvSpPr>
          <p:spPr>
            <a:xfrm>
              <a:off x="1352858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2" name="Google Shape;26992;p38"/>
            <p:cNvSpPr/>
            <p:nvPr/>
          </p:nvSpPr>
          <p:spPr>
            <a:xfrm>
              <a:off x="1473385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3" name="Google Shape;26993;p38"/>
            <p:cNvSpPr/>
            <p:nvPr/>
          </p:nvSpPr>
          <p:spPr>
            <a:xfrm>
              <a:off x="1631648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4" name="Google Shape;26994;p38"/>
            <p:cNvSpPr/>
            <p:nvPr/>
          </p:nvSpPr>
          <p:spPr>
            <a:xfrm>
              <a:off x="1753685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0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5" name="Google Shape;26995;p38"/>
            <p:cNvSpPr/>
            <p:nvPr/>
          </p:nvSpPr>
          <p:spPr>
            <a:xfrm>
              <a:off x="1874212" y="3648941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0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6" name="Google Shape;26996;p38"/>
            <p:cNvSpPr/>
            <p:nvPr/>
          </p:nvSpPr>
          <p:spPr>
            <a:xfrm>
              <a:off x="429091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7" name="Google Shape;26997;p38"/>
            <p:cNvSpPr/>
            <p:nvPr/>
          </p:nvSpPr>
          <p:spPr>
            <a:xfrm>
              <a:off x="551204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8" name="Google Shape;26998;p38"/>
            <p:cNvSpPr/>
            <p:nvPr/>
          </p:nvSpPr>
          <p:spPr>
            <a:xfrm>
              <a:off x="671731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9" name="Google Shape;26999;p38"/>
            <p:cNvSpPr/>
            <p:nvPr/>
          </p:nvSpPr>
          <p:spPr>
            <a:xfrm>
              <a:off x="829994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0" name="Google Shape;27000;p38"/>
            <p:cNvSpPr/>
            <p:nvPr/>
          </p:nvSpPr>
          <p:spPr>
            <a:xfrm>
              <a:off x="952031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1" name="Google Shape;27001;p38"/>
            <p:cNvSpPr/>
            <p:nvPr/>
          </p:nvSpPr>
          <p:spPr>
            <a:xfrm>
              <a:off x="1072558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2" name="Google Shape;27002;p38"/>
            <p:cNvSpPr/>
            <p:nvPr/>
          </p:nvSpPr>
          <p:spPr>
            <a:xfrm>
              <a:off x="1230821" y="3789015"/>
              <a:ext cx="78114" cy="78791"/>
            </a:xfrm>
            <a:custGeom>
              <a:avLst/>
              <a:gdLst/>
              <a:ahLst/>
              <a:cxnLst/>
              <a:rect l="l" t="t" r="r" b="b"/>
              <a:pathLst>
                <a:path w="1035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4" y="1043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3" name="Google Shape;27003;p38"/>
            <p:cNvSpPr/>
            <p:nvPr/>
          </p:nvSpPr>
          <p:spPr>
            <a:xfrm>
              <a:off x="1352858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4" name="Google Shape;27004;p38"/>
            <p:cNvSpPr/>
            <p:nvPr/>
          </p:nvSpPr>
          <p:spPr>
            <a:xfrm>
              <a:off x="1473385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5" name="Google Shape;27005;p38"/>
            <p:cNvSpPr/>
            <p:nvPr/>
          </p:nvSpPr>
          <p:spPr>
            <a:xfrm>
              <a:off x="1631648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6" name="Google Shape;27006;p38"/>
            <p:cNvSpPr/>
            <p:nvPr/>
          </p:nvSpPr>
          <p:spPr>
            <a:xfrm>
              <a:off x="1753685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1" y="1"/>
                  </a:moveTo>
                  <a:lnTo>
                    <a:pt x="1" y="1043"/>
                  </a:lnTo>
                  <a:lnTo>
                    <a:pt x="1036" y="1043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7" name="Google Shape;27007;p38"/>
            <p:cNvSpPr/>
            <p:nvPr/>
          </p:nvSpPr>
          <p:spPr>
            <a:xfrm>
              <a:off x="1874212" y="3789015"/>
              <a:ext cx="78190" cy="78791"/>
            </a:xfrm>
            <a:custGeom>
              <a:avLst/>
              <a:gdLst/>
              <a:ahLst/>
              <a:cxnLst/>
              <a:rect l="l" t="t" r="r" b="b"/>
              <a:pathLst>
                <a:path w="1036" h="1044" extrusionOk="0">
                  <a:moveTo>
                    <a:pt x="0" y="1"/>
                  </a:moveTo>
                  <a:lnTo>
                    <a:pt x="0" y="1043"/>
                  </a:lnTo>
                  <a:lnTo>
                    <a:pt x="1035" y="1043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8" name="Google Shape;27008;p38"/>
            <p:cNvSpPr/>
            <p:nvPr/>
          </p:nvSpPr>
          <p:spPr>
            <a:xfrm>
              <a:off x="326526" y="3043964"/>
              <a:ext cx="623554" cy="467386"/>
            </a:xfrm>
            <a:custGeom>
              <a:avLst/>
              <a:gdLst/>
              <a:ahLst/>
              <a:cxnLst/>
              <a:rect l="l" t="t" r="r" b="b"/>
              <a:pathLst>
                <a:path w="8262" h="6193" extrusionOk="0">
                  <a:moveTo>
                    <a:pt x="23" y="1"/>
                  </a:moveTo>
                  <a:lnTo>
                    <a:pt x="1" y="928"/>
                  </a:lnTo>
                  <a:lnTo>
                    <a:pt x="8262" y="6193"/>
                  </a:lnTo>
                  <a:lnTo>
                    <a:pt x="8262" y="53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9" name="Google Shape;27009;p38"/>
            <p:cNvSpPr/>
            <p:nvPr/>
          </p:nvSpPr>
          <p:spPr>
            <a:xfrm>
              <a:off x="905465" y="3026002"/>
              <a:ext cx="623478" cy="467386"/>
            </a:xfrm>
            <a:custGeom>
              <a:avLst/>
              <a:gdLst/>
              <a:ahLst/>
              <a:cxnLst/>
              <a:rect l="l" t="t" r="r" b="b"/>
              <a:pathLst>
                <a:path w="8261" h="6193" extrusionOk="0">
                  <a:moveTo>
                    <a:pt x="23" y="1"/>
                  </a:moveTo>
                  <a:lnTo>
                    <a:pt x="0" y="928"/>
                  </a:lnTo>
                  <a:lnTo>
                    <a:pt x="8261" y="6192"/>
                  </a:lnTo>
                  <a:lnTo>
                    <a:pt x="8261" y="533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68366" y="291983"/>
            <a:ext cx="4542793" cy="3977713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27203;p47"/>
          <p:cNvSpPr txBox="1">
            <a:spLocks/>
          </p:cNvSpPr>
          <p:nvPr/>
        </p:nvSpPr>
        <p:spPr>
          <a:xfrm>
            <a:off x="1487737" y="1163055"/>
            <a:ext cx="5882642" cy="99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Vidaloka"/>
              <a:buNone/>
              <a:defRPr sz="3000" b="1" i="0" u="none" strike="noStrike" cap="none">
                <a:solidFill>
                  <a:schemeClr val="dk1"/>
                </a:solidFill>
                <a:latin typeface="Vidaloka"/>
                <a:ea typeface="Vidaloka"/>
                <a:cs typeface="Vidaloka"/>
                <a:sym typeface="Vidalok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ctr"/>
            <a:r>
              <a:rPr lang="en-US" sz="13800" dirty="0" smtClean="0"/>
              <a:t>Thanks</a:t>
            </a:r>
            <a:endParaRPr lang="en-US" sz="13800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Health Problems due to Air Pollution Breakthrough by Slidesgo">
  <a:themeElements>
    <a:clrScheme name="Simple Light">
      <a:dk1>
        <a:srgbClr val="300D27"/>
      </a:dk1>
      <a:lt1>
        <a:srgbClr val="ECE4E4"/>
      </a:lt1>
      <a:dk2>
        <a:srgbClr val="482551"/>
      </a:dk2>
      <a:lt2>
        <a:srgbClr val="8E5999"/>
      </a:lt2>
      <a:accent1>
        <a:srgbClr val="BCA9C3"/>
      </a:accent1>
      <a:accent2>
        <a:srgbClr val="DFA7CC"/>
      </a:accent2>
      <a:accent3>
        <a:srgbClr val="FFE3E3"/>
      </a:accent3>
      <a:accent4>
        <a:srgbClr val="723A3A"/>
      </a:accent4>
      <a:accent5>
        <a:srgbClr val="FFFFFF"/>
      </a:accent5>
      <a:accent6>
        <a:srgbClr val="FFFFFF"/>
      </a:accent6>
      <a:hlink>
        <a:srgbClr val="300D2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539</TotalTime>
  <Words>362</Words>
  <Application>Microsoft Office PowerPoint</Application>
  <PresentationFormat>On-screen Show (16:9)</PresentationFormat>
  <Paragraphs>58</Paragraphs>
  <Slides>9</Slides>
  <Notes>9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6" baseType="lpstr">
      <vt:lpstr>Bebas Neue</vt:lpstr>
      <vt:lpstr>Arial</vt:lpstr>
      <vt:lpstr>PT Sans</vt:lpstr>
      <vt:lpstr>Vidaloka</vt:lpstr>
      <vt:lpstr>Alata</vt:lpstr>
      <vt:lpstr>-apple-system</vt:lpstr>
      <vt:lpstr>Health Problems due to Air Pollution Breakthrough by Slidesgo</vt:lpstr>
      <vt:lpstr>Real-Time Air Quality Index (AQI) Prediction System </vt:lpstr>
      <vt:lpstr>Project Overview</vt:lpstr>
      <vt:lpstr>Objectives</vt:lpstr>
      <vt:lpstr>Data Fetching and Preprocessing  </vt:lpstr>
      <vt:lpstr>Model Development and Frontend    </vt:lpstr>
      <vt:lpstr>Models Used</vt:lpstr>
      <vt:lpstr>Results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Real-Time Air Quality Index (AQI) Prediction System </dc:title>
  <cp:lastModifiedBy>AL-MALAK</cp:lastModifiedBy>
  <cp:revision>13</cp:revision>
  <dcterms:modified xsi:type="dcterms:W3CDTF">2025-11-13T18:24:29Z</dcterms:modified>
</cp:coreProperties>
</file>